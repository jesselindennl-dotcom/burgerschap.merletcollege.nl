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7" r:id="rId5"/>
    <p:sldId id="269" r:id="rId6"/>
    <p:sldId id="280" r:id="rId7"/>
    <p:sldId id="279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BE7F3C-EE8D-4838-AC51-3137BB06820A}" v="1" dt="2025-12-02T09:23:38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7E67B-B2FF-4BFA-9872-D97717022FCA}" type="datetimeFigureOut">
              <a:t>23-6-2026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C7A48-8C9F-4BFA-8109-A7B5F763A5AB}" type="slidenum"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6818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Thema’s burgerschap – kort uitgelegd voor leerlingen</a:t>
            </a:r>
          </a:p>
          <a:p>
            <a:r>
              <a:rPr lang="nl-NL" b="1"/>
              <a:t>Identiteit &amp; schoolcultuur</a:t>
            </a:r>
            <a:endParaRPr lang="nl-NL"/>
          </a:p>
          <a:p>
            <a:r>
              <a:rPr lang="en-US"/>
              <a:t>Dit </a:t>
            </a:r>
            <a:r>
              <a:rPr lang="en-US" err="1"/>
              <a:t>gaat</a:t>
            </a:r>
            <a:r>
              <a:rPr lang="en-US"/>
              <a:t> over </a:t>
            </a:r>
            <a:r>
              <a:rPr lang="en-US" b="1" err="1"/>
              <a:t>wie</a:t>
            </a:r>
            <a:r>
              <a:rPr lang="en-US" b="1"/>
              <a:t> </a:t>
            </a:r>
            <a:r>
              <a:rPr lang="en-US" b="1" err="1"/>
              <a:t>jij</a:t>
            </a:r>
            <a:r>
              <a:rPr lang="en-US" b="1"/>
              <a:t> bent </a:t>
            </a:r>
            <a:r>
              <a:rPr lang="en-US" b="1" err="1"/>
              <a:t>en</a:t>
            </a:r>
            <a:r>
              <a:rPr lang="en-US" b="1"/>
              <a:t> </a:t>
            </a:r>
            <a:r>
              <a:rPr lang="en-US" b="1" err="1"/>
              <a:t>wie</a:t>
            </a:r>
            <a:r>
              <a:rPr lang="en-US" b="1"/>
              <a:t> je wilt </a:t>
            </a:r>
            <a:r>
              <a:rPr lang="en-US" b="1" err="1"/>
              <a:t>zijn</a:t>
            </a:r>
            <a:r>
              <a:rPr lang="en-US"/>
              <a:t>. Je </a:t>
            </a:r>
            <a:r>
              <a:rPr lang="en-US" err="1"/>
              <a:t>leert</a:t>
            </a:r>
            <a:r>
              <a:rPr lang="en-US"/>
              <a:t> </a:t>
            </a:r>
            <a:r>
              <a:rPr lang="en-US" err="1"/>
              <a:t>nadenken</a:t>
            </a:r>
            <a:r>
              <a:rPr lang="en-US"/>
              <a:t> over wat je </a:t>
            </a:r>
            <a:r>
              <a:rPr lang="en-US" err="1"/>
              <a:t>belangrijk</a:t>
            </a:r>
            <a:r>
              <a:rPr lang="en-US"/>
              <a:t> </a:t>
            </a:r>
            <a:r>
              <a:rPr lang="en-US" err="1"/>
              <a:t>vindt</a:t>
            </a:r>
            <a:r>
              <a:rPr lang="en-US"/>
              <a:t>, </a:t>
            </a:r>
            <a:r>
              <a:rPr lang="en-US" err="1"/>
              <a:t>waar</a:t>
            </a:r>
            <a:r>
              <a:rPr lang="en-US"/>
              <a:t> je </a:t>
            </a:r>
            <a:r>
              <a:rPr lang="en-US" err="1"/>
              <a:t>goed</a:t>
            </a:r>
            <a:r>
              <a:rPr lang="en-US"/>
              <a:t> in bent </a:t>
            </a:r>
            <a:r>
              <a:rPr lang="en-US" err="1"/>
              <a:t>en</a:t>
            </a:r>
            <a:r>
              <a:rPr lang="en-US"/>
              <a:t> hoe je met </a:t>
            </a:r>
            <a:r>
              <a:rPr lang="en-US" err="1"/>
              <a:t>anderen</a:t>
            </a:r>
            <a:r>
              <a:rPr lang="en-US"/>
              <a:t> </a:t>
            </a:r>
            <a:r>
              <a:rPr lang="en-US" err="1"/>
              <a:t>omgaat</a:t>
            </a:r>
            <a:r>
              <a:rPr lang="en-US"/>
              <a:t>. Op school </a:t>
            </a:r>
            <a:r>
              <a:rPr lang="en-US" err="1"/>
              <a:t>oefen</a:t>
            </a:r>
            <a:r>
              <a:rPr lang="en-US"/>
              <a:t> je met </a:t>
            </a:r>
            <a:r>
              <a:rPr lang="en-US" err="1"/>
              <a:t>samenwerken</a:t>
            </a:r>
            <a:r>
              <a:rPr lang="en-US"/>
              <a:t>, </a:t>
            </a:r>
            <a:r>
              <a:rPr lang="en-US" err="1"/>
              <a:t>keuzes</a:t>
            </a:r>
            <a:r>
              <a:rPr lang="en-US"/>
              <a:t> </a:t>
            </a:r>
            <a:r>
              <a:rPr lang="en-US" err="1"/>
              <a:t>maken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respectvol</a:t>
            </a:r>
            <a:r>
              <a:rPr lang="en-US"/>
              <a:t> </a:t>
            </a:r>
            <a:r>
              <a:rPr lang="en-US" err="1"/>
              <a:t>omgaan</a:t>
            </a:r>
            <a:r>
              <a:rPr lang="en-US"/>
              <a:t> met </a:t>
            </a:r>
            <a:r>
              <a:rPr lang="en-US" err="1"/>
              <a:t>verschillen</a:t>
            </a:r>
            <a:r>
              <a:rPr lang="en-US"/>
              <a:t>.</a:t>
            </a:r>
            <a:endParaRPr lang="nl-NL"/>
          </a:p>
          <a:p>
            <a:br>
              <a:rPr lang="en-US"/>
            </a:br>
            <a:endParaRPr lang="en-US"/>
          </a:p>
          <a:p>
            <a:r>
              <a:rPr lang="nl-NL" b="1"/>
              <a:t>Diversiteit &amp; inclusie</a:t>
            </a:r>
            <a:endParaRPr lang="nl-NL"/>
          </a:p>
          <a:p>
            <a:r>
              <a:rPr lang="en-US" err="1"/>
              <a:t>Iedereen</a:t>
            </a:r>
            <a:r>
              <a:rPr lang="en-US"/>
              <a:t> is </a:t>
            </a:r>
            <a:r>
              <a:rPr lang="en-US" err="1"/>
              <a:t>anders</a:t>
            </a:r>
            <a:r>
              <a:rPr lang="en-US"/>
              <a:t>,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dat</a:t>
            </a:r>
            <a:r>
              <a:rPr lang="en-US"/>
              <a:t> is </a:t>
            </a:r>
            <a:r>
              <a:rPr lang="en-US" err="1"/>
              <a:t>juist</a:t>
            </a:r>
            <a:r>
              <a:rPr lang="en-US"/>
              <a:t> de </a:t>
            </a:r>
            <a:r>
              <a:rPr lang="en-US" err="1"/>
              <a:t>kracht</a:t>
            </a:r>
            <a:r>
              <a:rPr lang="en-US"/>
              <a:t> van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samenleving</a:t>
            </a:r>
            <a:r>
              <a:rPr lang="en-US"/>
              <a:t>. Dit thema </a:t>
            </a:r>
            <a:r>
              <a:rPr lang="en-US" err="1"/>
              <a:t>gaat</a:t>
            </a:r>
            <a:r>
              <a:rPr lang="en-US"/>
              <a:t> over </a:t>
            </a:r>
            <a:r>
              <a:rPr lang="en-US" b="1"/>
              <a:t>respect </a:t>
            </a:r>
            <a:r>
              <a:rPr lang="en-US" b="1" err="1"/>
              <a:t>hebben</a:t>
            </a:r>
            <a:r>
              <a:rPr lang="en-US" b="1"/>
              <a:t> </a:t>
            </a:r>
            <a:r>
              <a:rPr lang="en-US" b="1" err="1"/>
              <a:t>voor</a:t>
            </a:r>
            <a:r>
              <a:rPr lang="en-US" b="1"/>
              <a:t> </a:t>
            </a:r>
            <a:r>
              <a:rPr lang="en-US" b="1" err="1"/>
              <a:t>verschillen</a:t>
            </a:r>
            <a:r>
              <a:rPr lang="en-US"/>
              <a:t> – in </a:t>
            </a:r>
            <a:r>
              <a:rPr lang="en-US" err="1"/>
              <a:t>achtergrond</a:t>
            </a:r>
            <a:r>
              <a:rPr lang="en-US"/>
              <a:t>, </a:t>
            </a:r>
            <a:r>
              <a:rPr lang="en-US" err="1"/>
              <a:t>geloof</a:t>
            </a:r>
            <a:r>
              <a:rPr lang="en-US"/>
              <a:t>, </a:t>
            </a:r>
            <a:r>
              <a:rPr lang="en-US" err="1"/>
              <a:t>mening</a:t>
            </a:r>
            <a:r>
              <a:rPr lang="en-US"/>
              <a:t>, </a:t>
            </a:r>
            <a:r>
              <a:rPr lang="en-US" err="1"/>
              <a:t>geslacht</a:t>
            </a:r>
            <a:r>
              <a:rPr lang="en-US"/>
              <a:t> of </a:t>
            </a:r>
            <a:r>
              <a:rPr lang="en-US" err="1"/>
              <a:t>geaardheid</a:t>
            </a:r>
            <a:r>
              <a:rPr lang="en-US"/>
              <a:t> –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ervoor</a:t>
            </a:r>
            <a:r>
              <a:rPr lang="en-US"/>
              <a:t> </a:t>
            </a:r>
            <a:r>
              <a:rPr lang="en-US" err="1"/>
              <a:t>zorgen</a:t>
            </a:r>
            <a:r>
              <a:rPr lang="en-US"/>
              <a:t> </a:t>
            </a:r>
            <a:r>
              <a:rPr lang="en-US" err="1"/>
              <a:t>dat</a:t>
            </a:r>
            <a:r>
              <a:rPr lang="en-US"/>
              <a:t> </a:t>
            </a:r>
            <a:r>
              <a:rPr lang="en-US" b="1" err="1"/>
              <a:t>iedereen</a:t>
            </a:r>
            <a:r>
              <a:rPr lang="en-US" b="1"/>
              <a:t> </a:t>
            </a:r>
            <a:r>
              <a:rPr lang="en-US" b="1" err="1"/>
              <a:t>zich</a:t>
            </a:r>
            <a:r>
              <a:rPr lang="en-US" b="1"/>
              <a:t> </a:t>
            </a:r>
            <a:r>
              <a:rPr lang="en-US" b="1" err="1"/>
              <a:t>welkom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</a:t>
            </a:r>
            <a:r>
              <a:rPr lang="en-US" b="1" err="1"/>
              <a:t>veilig</a:t>
            </a:r>
            <a:r>
              <a:rPr lang="en-US" b="1"/>
              <a:t> </a:t>
            </a:r>
            <a:r>
              <a:rPr lang="en-US" b="1" err="1"/>
              <a:t>voelt</a:t>
            </a:r>
            <a:r>
              <a:rPr lang="en-US"/>
              <a:t> op school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daarbuiten</a:t>
            </a:r>
            <a:r>
              <a:rPr lang="en-US"/>
              <a:t>.</a:t>
            </a:r>
            <a:endParaRPr lang="nl-NL"/>
          </a:p>
          <a:p>
            <a:br>
              <a:rPr lang="en-US"/>
            </a:br>
            <a:endParaRPr lang="en-US"/>
          </a:p>
          <a:p>
            <a:r>
              <a:rPr lang="nl-NL" b="1"/>
              <a:t>Democratische rechtsstaat</a:t>
            </a:r>
            <a:endParaRPr lang="nl-NL"/>
          </a:p>
          <a:p>
            <a:r>
              <a:rPr lang="en-US"/>
              <a:t>In Nederland </a:t>
            </a:r>
            <a:r>
              <a:rPr lang="en-US" err="1"/>
              <a:t>hebben</a:t>
            </a:r>
            <a:r>
              <a:rPr lang="en-US"/>
              <a:t> we </a:t>
            </a:r>
            <a:r>
              <a:rPr lang="en-US" err="1"/>
              <a:t>vrijheid</a:t>
            </a:r>
            <a:r>
              <a:rPr lang="en-US"/>
              <a:t>, </a:t>
            </a:r>
            <a:r>
              <a:rPr lang="en-US" err="1"/>
              <a:t>gelijkheid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rechten</a:t>
            </a:r>
            <a:r>
              <a:rPr lang="en-US"/>
              <a:t> – maar </a:t>
            </a:r>
            <a:r>
              <a:rPr lang="en-US" err="1"/>
              <a:t>ook</a:t>
            </a:r>
            <a:r>
              <a:rPr lang="en-US"/>
              <a:t> </a:t>
            </a:r>
            <a:r>
              <a:rPr lang="en-US" err="1"/>
              <a:t>verantwoordelijkheden</a:t>
            </a:r>
            <a:r>
              <a:rPr lang="en-US"/>
              <a:t>. Dit thema </a:t>
            </a:r>
            <a:r>
              <a:rPr lang="en-US" err="1"/>
              <a:t>gaat</a:t>
            </a:r>
            <a:r>
              <a:rPr lang="en-US"/>
              <a:t> over </a:t>
            </a:r>
            <a:r>
              <a:rPr lang="en-US" b="1" err="1"/>
              <a:t>samen</a:t>
            </a:r>
            <a:r>
              <a:rPr lang="en-US" b="1"/>
              <a:t> </a:t>
            </a:r>
            <a:r>
              <a:rPr lang="en-US" b="1" err="1"/>
              <a:t>beslissen</a:t>
            </a:r>
            <a:r>
              <a:rPr lang="en-US" b="1"/>
              <a:t>, </a:t>
            </a:r>
            <a:r>
              <a:rPr lang="en-US" b="1" err="1"/>
              <a:t>naar</a:t>
            </a:r>
            <a:r>
              <a:rPr lang="en-US" b="1"/>
              <a:t> </a:t>
            </a:r>
            <a:r>
              <a:rPr lang="en-US" b="1" err="1"/>
              <a:t>elkaar</a:t>
            </a:r>
            <a:r>
              <a:rPr lang="en-US" b="1"/>
              <a:t> </a:t>
            </a:r>
            <a:r>
              <a:rPr lang="en-US" b="1" err="1"/>
              <a:t>luisteren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je stem </a:t>
            </a:r>
            <a:r>
              <a:rPr lang="en-US" b="1" err="1"/>
              <a:t>gebruiken</a:t>
            </a:r>
            <a:r>
              <a:rPr lang="en-US"/>
              <a:t>. Je </a:t>
            </a:r>
            <a:r>
              <a:rPr lang="en-US" err="1"/>
              <a:t>leert</a:t>
            </a:r>
            <a:r>
              <a:rPr lang="en-US"/>
              <a:t> wat </a:t>
            </a:r>
            <a:r>
              <a:rPr lang="en-US" err="1"/>
              <a:t>democratie</a:t>
            </a:r>
            <a:r>
              <a:rPr lang="en-US"/>
              <a:t> </a:t>
            </a:r>
            <a:r>
              <a:rPr lang="en-US" err="1"/>
              <a:t>betekent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hoe </a:t>
            </a:r>
            <a:r>
              <a:rPr lang="en-US" err="1"/>
              <a:t>jij</a:t>
            </a:r>
            <a:r>
              <a:rPr lang="en-US"/>
              <a:t> </a:t>
            </a:r>
            <a:r>
              <a:rPr lang="en-US" err="1"/>
              <a:t>kunt</a:t>
            </a:r>
            <a:r>
              <a:rPr lang="en-US"/>
              <a:t> </a:t>
            </a:r>
            <a:r>
              <a:rPr lang="en-US" err="1"/>
              <a:t>meedoen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invloed</a:t>
            </a:r>
            <a:r>
              <a:rPr lang="en-US"/>
              <a:t> </a:t>
            </a:r>
            <a:r>
              <a:rPr lang="en-US" err="1"/>
              <a:t>kunt</a:t>
            </a:r>
            <a:r>
              <a:rPr lang="en-US"/>
              <a:t> </a:t>
            </a:r>
            <a:r>
              <a:rPr lang="en-US" err="1"/>
              <a:t>hebben</a:t>
            </a:r>
            <a:r>
              <a:rPr lang="en-US"/>
              <a:t>.</a:t>
            </a:r>
            <a:endParaRPr lang="nl-NL"/>
          </a:p>
          <a:p>
            <a:br>
              <a:rPr lang="en-US"/>
            </a:br>
            <a:endParaRPr lang="en-US"/>
          </a:p>
          <a:p>
            <a:r>
              <a:rPr lang="nl-NL" b="1"/>
              <a:t>Duurzaamheid</a:t>
            </a:r>
            <a:endParaRPr lang="nl-NL"/>
          </a:p>
          <a:p>
            <a:r>
              <a:rPr lang="en-US" err="1"/>
              <a:t>Duurzaamheid</a:t>
            </a:r>
            <a:r>
              <a:rPr lang="en-US"/>
              <a:t> </a:t>
            </a:r>
            <a:r>
              <a:rPr lang="en-US" err="1"/>
              <a:t>gaat</a:t>
            </a:r>
            <a:r>
              <a:rPr lang="en-US"/>
              <a:t> over </a:t>
            </a:r>
            <a:r>
              <a:rPr lang="en-US" b="1" err="1"/>
              <a:t>zorg</a:t>
            </a:r>
            <a:r>
              <a:rPr lang="en-US" b="1"/>
              <a:t> </a:t>
            </a:r>
            <a:r>
              <a:rPr lang="en-US" b="1" err="1"/>
              <a:t>voor</a:t>
            </a:r>
            <a:r>
              <a:rPr lang="en-US" b="1"/>
              <a:t> de </a:t>
            </a:r>
            <a:r>
              <a:rPr lang="en-US" b="1" err="1"/>
              <a:t>aarde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</a:t>
            </a:r>
            <a:r>
              <a:rPr lang="en-US" b="1" err="1"/>
              <a:t>voor</a:t>
            </a:r>
            <a:r>
              <a:rPr lang="en-US" b="1"/>
              <a:t> </a:t>
            </a:r>
            <a:r>
              <a:rPr lang="en-US" b="1" err="1"/>
              <a:t>elkaar</a:t>
            </a:r>
            <a:r>
              <a:rPr lang="en-US"/>
              <a:t>. Je </a:t>
            </a:r>
            <a:r>
              <a:rPr lang="en-US" err="1"/>
              <a:t>leert</a:t>
            </a:r>
            <a:r>
              <a:rPr lang="en-US"/>
              <a:t> </a:t>
            </a:r>
            <a:r>
              <a:rPr lang="en-US" err="1"/>
              <a:t>nadenken</a:t>
            </a:r>
            <a:r>
              <a:rPr lang="en-US"/>
              <a:t> over de </a:t>
            </a:r>
            <a:r>
              <a:rPr lang="en-US" err="1"/>
              <a:t>gevolgen</a:t>
            </a:r>
            <a:r>
              <a:rPr lang="en-US"/>
              <a:t> van </a:t>
            </a:r>
            <a:r>
              <a:rPr lang="en-US" err="1"/>
              <a:t>jouw</a:t>
            </a:r>
            <a:r>
              <a:rPr lang="en-US"/>
              <a:t> </a:t>
            </a:r>
            <a:r>
              <a:rPr lang="en-US" err="1"/>
              <a:t>keuzes</a:t>
            </a:r>
            <a:r>
              <a:rPr lang="en-US"/>
              <a:t> – </a:t>
            </a:r>
            <a:r>
              <a:rPr lang="en-US" err="1"/>
              <a:t>bijvoorbeeld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het milieu, het </a:t>
            </a:r>
            <a:r>
              <a:rPr lang="en-US" err="1"/>
              <a:t>klimaat</a:t>
            </a:r>
            <a:r>
              <a:rPr lang="en-US"/>
              <a:t> of </a:t>
            </a:r>
            <a:r>
              <a:rPr lang="en-US" err="1"/>
              <a:t>mensen</a:t>
            </a:r>
            <a:r>
              <a:rPr lang="en-US"/>
              <a:t> in </a:t>
            </a:r>
            <a:r>
              <a:rPr lang="en-US" err="1"/>
              <a:t>andere</a:t>
            </a:r>
            <a:r>
              <a:rPr lang="en-US"/>
              <a:t> </a:t>
            </a:r>
            <a:r>
              <a:rPr lang="en-US" err="1"/>
              <a:t>delen</a:t>
            </a:r>
            <a:r>
              <a:rPr lang="en-US"/>
              <a:t> van de </a:t>
            </a:r>
            <a:r>
              <a:rPr lang="en-US" err="1"/>
              <a:t>wereld</a:t>
            </a:r>
            <a:r>
              <a:rPr lang="en-US"/>
              <a:t> – </a:t>
            </a:r>
            <a:r>
              <a:rPr lang="en-US" err="1"/>
              <a:t>en</a:t>
            </a:r>
            <a:r>
              <a:rPr lang="en-US"/>
              <a:t> wat </a:t>
            </a:r>
            <a:r>
              <a:rPr lang="en-US" err="1"/>
              <a:t>jij</a:t>
            </a:r>
            <a:r>
              <a:rPr lang="en-US"/>
              <a:t> </a:t>
            </a:r>
            <a:r>
              <a:rPr lang="en-US" err="1"/>
              <a:t>kunt</a:t>
            </a:r>
            <a:r>
              <a:rPr lang="en-US"/>
              <a:t> </a:t>
            </a:r>
            <a:r>
              <a:rPr lang="en-US" err="1"/>
              <a:t>doen</a:t>
            </a:r>
            <a:r>
              <a:rPr lang="en-US"/>
              <a:t> om </a:t>
            </a:r>
            <a:r>
              <a:rPr lang="en-US" err="1"/>
              <a:t>bij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dragen</a:t>
            </a:r>
            <a:r>
              <a:rPr lang="en-US"/>
              <a:t> </a:t>
            </a:r>
            <a:r>
              <a:rPr lang="en-US" err="1"/>
              <a:t>aan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gezonde</a:t>
            </a:r>
            <a:r>
              <a:rPr lang="en-US"/>
              <a:t> </a:t>
            </a:r>
            <a:r>
              <a:rPr lang="en-US" err="1"/>
              <a:t>toekomst</a:t>
            </a:r>
            <a:r>
              <a:rPr lang="en-US"/>
              <a:t>.</a:t>
            </a:r>
            <a:endParaRPr lang="nl-NL"/>
          </a:p>
          <a:p>
            <a:br>
              <a:rPr lang="en-US"/>
            </a:br>
            <a:endParaRPr lang="en-US"/>
          </a:p>
          <a:p>
            <a:r>
              <a:rPr lang="nl-NL" b="1"/>
              <a:t>Digitale wereld</a:t>
            </a:r>
            <a:endParaRPr lang="nl-NL"/>
          </a:p>
          <a:p>
            <a:r>
              <a:rPr lang="en-US"/>
              <a:t>We </a:t>
            </a:r>
            <a:r>
              <a:rPr lang="en-US" err="1"/>
              <a:t>leven</a:t>
            </a:r>
            <a:r>
              <a:rPr lang="en-US"/>
              <a:t> steeds </a:t>
            </a:r>
            <a:r>
              <a:rPr lang="en-US" err="1"/>
              <a:t>meer</a:t>
            </a:r>
            <a:r>
              <a:rPr lang="en-US"/>
              <a:t> online. Dit thema </a:t>
            </a:r>
            <a:r>
              <a:rPr lang="en-US" err="1"/>
              <a:t>gaat</a:t>
            </a:r>
            <a:r>
              <a:rPr lang="en-US"/>
              <a:t> over </a:t>
            </a:r>
            <a:r>
              <a:rPr lang="en-US" b="1" err="1"/>
              <a:t>veilig</a:t>
            </a:r>
            <a:r>
              <a:rPr lang="en-US" b="1"/>
              <a:t>, </a:t>
            </a:r>
            <a:r>
              <a:rPr lang="en-US" b="1" err="1"/>
              <a:t>eerlijk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slim </a:t>
            </a:r>
            <a:r>
              <a:rPr lang="en-US" b="1" err="1"/>
              <a:t>omgaan</a:t>
            </a:r>
            <a:r>
              <a:rPr lang="en-US" b="1"/>
              <a:t> met internet </a:t>
            </a:r>
            <a:r>
              <a:rPr lang="en-US" b="1" err="1"/>
              <a:t>en</a:t>
            </a:r>
            <a:r>
              <a:rPr lang="en-US" b="1"/>
              <a:t> </a:t>
            </a:r>
            <a:r>
              <a:rPr lang="en-US" b="1" err="1"/>
              <a:t>sociale</a:t>
            </a:r>
            <a:r>
              <a:rPr lang="en-US" b="1"/>
              <a:t> media</a:t>
            </a:r>
            <a:r>
              <a:rPr lang="en-US"/>
              <a:t>. Je </a:t>
            </a:r>
            <a:r>
              <a:rPr lang="en-US" err="1"/>
              <a:t>leert</a:t>
            </a:r>
            <a:r>
              <a:rPr lang="en-US"/>
              <a:t> hoe je </a:t>
            </a:r>
            <a:r>
              <a:rPr lang="en-US" err="1"/>
              <a:t>nepnieuws</a:t>
            </a:r>
            <a:r>
              <a:rPr lang="en-US"/>
              <a:t> </a:t>
            </a:r>
            <a:r>
              <a:rPr lang="en-US" err="1"/>
              <a:t>kunt</a:t>
            </a:r>
            <a:r>
              <a:rPr lang="en-US"/>
              <a:t> </a:t>
            </a:r>
            <a:r>
              <a:rPr lang="en-US" err="1"/>
              <a:t>herkennen</a:t>
            </a:r>
            <a:r>
              <a:rPr lang="en-US"/>
              <a:t>, je privacy </a:t>
            </a:r>
            <a:r>
              <a:rPr lang="en-US" err="1"/>
              <a:t>kunt</a:t>
            </a:r>
            <a:r>
              <a:rPr lang="en-US"/>
              <a:t> </a:t>
            </a:r>
            <a:r>
              <a:rPr lang="en-US" err="1"/>
              <a:t>beschermen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respectvol</a:t>
            </a:r>
            <a:r>
              <a:rPr lang="en-US"/>
              <a:t> </a:t>
            </a:r>
            <a:r>
              <a:rPr lang="en-US" err="1"/>
              <a:t>kunt</a:t>
            </a:r>
            <a:r>
              <a:rPr lang="en-US"/>
              <a:t> </a:t>
            </a:r>
            <a:r>
              <a:rPr lang="en-US" err="1"/>
              <a:t>communiceren</a:t>
            </a:r>
            <a:r>
              <a:rPr lang="en-US"/>
              <a:t> in de </a:t>
            </a:r>
            <a:r>
              <a:rPr lang="en-US" err="1"/>
              <a:t>digitale</a:t>
            </a:r>
            <a:r>
              <a:rPr lang="en-US"/>
              <a:t> </a:t>
            </a:r>
            <a:r>
              <a:rPr lang="en-US" err="1"/>
              <a:t>wereld</a:t>
            </a:r>
            <a:r>
              <a:rPr lang="en-US"/>
              <a:t>.</a:t>
            </a:r>
            <a:endParaRPr lang="nl-NL"/>
          </a:p>
          <a:p>
            <a:br>
              <a:rPr lang="en-US"/>
            </a:br>
            <a:endParaRPr lang="en-US"/>
          </a:p>
          <a:p>
            <a:r>
              <a:rPr lang="nl-NL" b="1"/>
              <a:t>Gezondheid</a:t>
            </a:r>
            <a:endParaRPr lang="nl-NL"/>
          </a:p>
          <a:p>
            <a:r>
              <a:rPr lang="en-US" err="1"/>
              <a:t>Gezondheid</a:t>
            </a:r>
            <a:r>
              <a:rPr lang="en-US"/>
              <a:t> </a:t>
            </a:r>
            <a:r>
              <a:rPr lang="en-US" err="1"/>
              <a:t>gaat</a:t>
            </a:r>
            <a:r>
              <a:rPr lang="en-US"/>
              <a:t> over </a:t>
            </a:r>
            <a:r>
              <a:rPr lang="en-US" b="1" err="1"/>
              <a:t>goed</a:t>
            </a:r>
            <a:r>
              <a:rPr lang="en-US" b="1"/>
              <a:t> </a:t>
            </a:r>
            <a:r>
              <a:rPr lang="en-US" b="1" err="1"/>
              <a:t>zorgen</a:t>
            </a:r>
            <a:r>
              <a:rPr lang="en-US" b="1"/>
              <a:t> </a:t>
            </a:r>
            <a:r>
              <a:rPr lang="en-US" b="1" err="1"/>
              <a:t>voor</a:t>
            </a:r>
            <a:r>
              <a:rPr lang="en-US" b="1"/>
              <a:t> </a:t>
            </a:r>
            <a:r>
              <a:rPr lang="en-US" b="1" err="1"/>
              <a:t>jezelf</a:t>
            </a:r>
            <a:r>
              <a:rPr lang="en-US" b="1"/>
              <a:t> </a:t>
            </a:r>
            <a:r>
              <a:rPr lang="en-US" b="1" err="1"/>
              <a:t>én</a:t>
            </a:r>
            <a:r>
              <a:rPr lang="en-US" b="1"/>
              <a:t> </a:t>
            </a:r>
            <a:r>
              <a:rPr lang="en-US" b="1" err="1"/>
              <a:t>voor</a:t>
            </a:r>
            <a:r>
              <a:rPr lang="en-US" b="1"/>
              <a:t> </a:t>
            </a:r>
            <a:r>
              <a:rPr lang="en-US" b="1" err="1"/>
              <a:t>anderen</a:t>
            </a:r>
            <a:r>
              <a:rPr lang="en-US"/>
              <a:t>. Dat </a:t>
            </a:r>
            <a:r>
              <a:rPr lang="en-US" err="1"/>
              <a:t>betekent</a:t>
            </a:r>
            <a:r>
              <a:rPr lang="en-US"/>
              <a:t> </a:t>
            </a:r>
            <a:r>
              <a:rPr lang="en-US" err="1"/>
              <a:t>aandacht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je </a:t>
            </a:r>
            <a:r>
              <a:rPr lang="en-US" err="1"/>
              <a:t>lichaam</a:t>
            </a:r>
            <a:r>
              <a:rPr lang="en-US"/>
              <a:t>, je </a:t>
            </a:r>
            <a:r>
              <a:rPr lang="en-US" err="1"/>
              <a:t>hoofd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je </a:t>
            </a:r>
            <a:r>
              <a:rPr lang="en-US" err="1"/>
              <a:t>gevoel</a:t>
            </a:r>
            <a:r>
              <a:rPr lang="en-US"/>
              <a:t>. Je </a:t>
            </a:r>
            <a:r>
              <a:rPr lang="en-US" err="1"/>
              <a:t>leert</a:t>
            </a:r>
            <a:r>
              <a:rPr lang="en-US"/>
              <a:t> hoe je </a:t>
            </a:r>
            <a:r>
              <a:rPr lang="en-US" err="1"/>
              <a:t>gezonde</a:t>
            </a:r>
            <a:r>
              <a:rPr lang="en-US"/>
              <a:t> </a:t>
            </a:r>
            <a:r>
              <a:rPr lang="en-US" err="1"/>
              <a:t>keuzes</a:t>
            </a:r>
            <a:r>
              <a:rPr lang="en-US"/>
              <a:t> </a:t>
            </a:r>
            <a:r>
              <a:rPr lang="en-US" err="1"/>
              <a:t>maakt</a:t>
            </a:r>
            <a:r>
              <a:rPr lang="en-US"/>
              <a:t>, </a:t>
            </a:r>
            <a:r>
              <a:rPr lang="en-US" err="1"/>
              <a:t>grenzen</a:t>
            </a:r>
            <a:r>
              <a:rPr lang="en-US"/>
              <a:t> </a:t>
            </a:r>
            <a:r>
              <a:rPr lang="en-US" err="1"/>
              <a:t>stelt</a:t>
            </a:r>
            <a:r>
              <a:rPr lang="en-US"/>
              <a:t>, met stress </a:t>
            </a:r>
            <a:r>
              <a:rPr lang="en-US" err="1"/>
              <a:t>omgaat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hoe </a:t>
            </a:r>
            <a:r>
              <a:rPr lang="en-US" err="1"/>
              <a:t>relaties</a:t>
            </a:r>
            <a:r>
              <a:rPr lang="en-US"/>
              <a:t> </a:t>
            </a:r>
            <a:r>
              <a:rPr lang="en-US" err="1"/>
              <a:t>invloed</a:t>
            </a:r>
            <a:r>
              <a:rPr lang="en-US"/>
              <a:t> </a:t>
            </a:r>
            <a:r>
              <a:rPr lang="en-US" err="1"/>
              <a:t>hebben</a:t>
            </a:r>
            <a:r>
              <a:rPr lang="en-US"/>
              <a:t> op je </a:t>
            </a:r>
            <a:r>
              <a:rPr lang="en-US" err="1"/>
              <a:t>welzijn</a:t>
            </a:r>
            <a:r>
              <a:rPr lang="en-US"/>
              <a:t>.</a:t>
            </a:r>
            <a:endParaRPr lang="nl-NL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C7A48-8C9F-4BFA-8109-A7B5F763A5AB}" type="slidenum"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4354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7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9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1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2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4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4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svg"/><Relationship Id="rId5" Type="http://schemas.openxmlformats.org/officeDocument/2006/relationships/image" Target="../media/image15.svg"/><Relationship Id="rId4" Type="http://schemas.openxmlformats.org/officeDocument/2006/relationships/image" Target="../media/image6.sv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Praktisch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htergrond kleur">
            <a:extLst>
              <a:ext uri="{FF2B5EF4-FFF2-40B4-BE49-F238E27FC236}">
                <a16:creationId xmlns:a16="http://schemas.microsoft.com/office/drawing/2014/main" id="{DF3B5280-C97D-1CD9-19A5-3E94B0849950}"/>
              </a:ext>
            </a:extLst>
          </p:cNvPr>
          <p:cNvSpPr/>
          <p:nvPr userDrawn="1"/>
        </p:nvSpPr>
        <p:spPr>
          <a:xfrm>
            <a:off x="0" y="2999984"/>
            <a:ext cx="12192000" cy="3858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organisch vlak">
            <a:extLst>
              <a:ext uri="{FF2B5EF4-FFF2-40B4-BE49-F238E27FC236}">
                <a16:creationId xmlns:a16="http://schemas.microsoft.com/office/drawing/2014/main" id="{E48519C1-367C-40F1-F347-2EF9DE74D1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3723504" y="-3915259"/>
            <a:ext cx="4847334" cy="12691917"/>
          </a:xfrm>
          <a:prstGeom prst="rect">
            <a:avLst/>
          </a:prstGeom>
        </p:spPr>
      </p:pic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44C697AD-CC0C-4568-44F8-CC5B61EBC36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55346" y="1550504"/>
            <a:ext cx="4141694" cy="5311880"/>
          </a:xfr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Transparante afbeelding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C72FB40E-7657-54F9-F375-EEA978318C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94193"/>
            <a:ext cx="5835041" cy="2387600"/>
          </a:xfrm>
        </p:spPr>
        <p:txBody>
          <a:bodyPr lIns="0" tIns="0" rIns="0" bIns="0" anchor="ctr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nl-NL"/>
              <a:t>HIER KOMT EEN TITEL IN KAPITALEN</a:t>
            </a:r>
          </a:p>
        </p:txBody>
      </p:sp>
      <p:sp>
        <p:nvSpPr>
          <p:cNvPr id="19" name="Introtekst">
            <a:extLst>
              <a:ext uri="{FF2B5EF4-FFF2-40B4-BE49-F238E27FC236}">
                <a16:creationId xmlns:a16="http://schemas.microsoft.com/office/drawing/2014/main" id="{7466F3FF-5A9F-49FB-6F2C-A7F99E7B8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4928992"/>
            <a:ext cx="4141694" cy="51507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/>
              <a:t>Hier kan een tekst komen</a:t>
            </a:r>
          </a:p>
        </p:txBody>
      </p:sp>
      <p:pic>
        <p:nvPicPr>
          <p:cNvPr id="23" name="Logo PB WIT">
            <a:extLst>
              <a:ext uri="{FF2B5EF4-FFF2-40B4-BE49-F238E27FC236}">
                <a16:creationId xmlns:a16="http://schemas.microsoft.com/office/drawing/2014/main" id="{3CE2F3B0-6B2D-CE7E-2D03-57EB5379B2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4215" y="457962"/>
            <a:ext cx="969034" cy="969034"/>
          </a:xfrm>
          <a:prstGeom prst="rect">
            <a:avLst/>
          </a:prstGeom>
        </p:spPr>
      </p:pic>
      <p:pic>
        <p:nvPicPr>
          <p:cNvPr id="27" name="kringeltje">
            <a:extLst>
              <a:ext uri="{FF2B5EF4-FFF2-40B4-BE49-F238E27FC236}">
                <a16:creationId xmlns:a16="http://schemas.microsoft.com/office/drawing/2014/main" id="{4D025D01-D284-B003-44FD-813F2ADAA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76371" flipH="1">
            <a:off x="103147" y="4098099"/>
            <a:ext cx="644625" cy="66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3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9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0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2" presetID="2" presetClass="entr" presetSubtype="1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7" presetID="49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2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2" grpId="0"/>
          <p:bldP spid="19" grpId="0" build="p">
            <p:tmplLst>
              <p:tmpl lvl="1"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2" presetID="2" presetClass="entr" presetSubtype="1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7" presetID="49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2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2" grpId="0"/>
          <p:bldP spid="19" grpId="0" build="p">
            <p:tmplLst>
              <p:tmpl lvl="1"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Plezi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htergrond kleur">
            <a:extLst>
              <a:ext uri="{FF2B5EF4-FFF2-40B4-BE49-F238E27FC236}">
                <a16:creationId xmlns:a16="http://schemas.microsoft.com/office/drawing/2014/main" id="{DF3B5280-C97D-1CD9-19A5-3E94B0849950}"/>
              </a:ext>
            </a:extLst>
          </p:cNvPr>
          <p:cNvSpPr/>
          <p:nvPr userDrawn="1"/>
        </p:nvSpPr>
        <p:spPr>
          <a:xfrm>
            <a:off x="0" y="2999984"/>
            <a:ext cx="12192000" cy="385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organisch vlak">
            <a:extLst>
              <a:ext uri="{FF2B5EF4-FFF2-40B4-BE49-F238E27FC236}">
                <a16:creationId xmlns:a16="http://schemas.microsoft.com/office/drawing/2014/main" id="{E48519C1-367C-40F1-F347-2EF9DE74D1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3723504" y="-3915259"/>
            <a:ext cx="4847334" cy="12691917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C72FB40E-7657-54F9-F375-EEA978318C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94193"/>
            <a:ext cx="5835041" cy="2387600"/>
          </a:xfrm>
        </p:spPr>
        <p:txBody>
          <a:bodyPr lIns="0" tIns="0" rIns="0" bIns="0" anchor="ctr" anchorCtr="0"/>
          <a:lstStyle>
            <a:lvl1pPr algn="l">
              <a:defRPr sz="6000">
                <a:solidFill>
                  <a:schemeClr val="accent6"/>
                </a:solidFill>
              </a:defRPr>
            </a:lvl1pPr>
          </a:lstStyle>
          <a:p>
            <a:r>
              <a:rPr lang="nl-NL"/>
              <a:t>HIER KOMT EEN TITEL IN KAPITALEN</a:t>
            </a:r>
          </a:p>
        </p:txBody>
      </p:sp>
      <p:pic>
        <p:nvPicPr>
          <p:cNvPr id="23" name="Logo PB WIT">
            <a:extLst>
              <a:ext uri="{FF2B5EF4-FFF2-40B4-BE49-F238E27FC236}">
                <a16:creationId xmlns:a16="http://schemas.microsoft.com/office/drawing/2014/main" id="{3CE2F3B0-6B2D-CE7E-2D03-57EB5379B2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4215" y="457962"/>
            <a:ext cx="969034" cy="969034"/>
          </a:xfrm>
          <a:prstGeom prst="rect">
            <a:avLst/>
          </a:prstGeom>
        </p:spPr>
      </p:pic>
      <p:pic>
        <p:nvPicPr>
          <p:cNvPr id="27" name="kringeltje">
            <a:extLst>
              <a:ext uri="{FF2B5EF4-FFF2-40B4-BE49-F238E27FC236}">
                <a16:creationId xmlns:a16="http://schemas.microsoft.com/office/drawing/2014/main" id="{4D025D01-D284-B003-44FD-813F2ADAA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76371" flipH="1">
            <a:off x="103147" y="4098099"/>
            <a:ext cx="644625" cy="661879"/>
          </a:xfrm>
          <a:prstGeom prst="rect">
            <a:avLst/>
          </a:prstGeom>
        </p:spPr>
      </p:pic>
      <p:sp>
        <p:nvSpPr>
          <p:cNvPr id="6" name="Introtekst">
            <a:extLst>
              <a:ext uri="{FF2B5EF4-FFF2-40B4-BE49-F238E27FC236}">
                <a16:creationId xmlns:a16="http://schemas.microsoft.com/office/drawing/2014/main" id="{A13897A1-1913-DBF0-2D9A-B536034285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4928992"/>
            <a:ext cx="4141694" cy="51507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/>
              <a:t>Hier kan een tekst komen</a:t>
            </a:r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28035B9E-20D3-05DA-3FAC-1C711868BA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55346" y="1550504"/>
            <a:ext cx="4141694" cy="5311880"/>
          </a:xfr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Transparante afbeelding</a:t>
            </a:r>
          </a:p>
        </p:txBody>
      </p:sp>
    </p:spTree>
    <p:extLst>
      <p:ext uri="{BB962C8B-B14F-4D97-AF65-F5344CB8AC3E}">
        <p14:creationId xmlns:p14="http://schemas.microsoft.com/office/powerpoint/2010/main" val="141612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8" presetID="2" presetClass="entr" presetSubtype="1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1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3" presetID="49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2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6" grpId="0" build="p">
            <p:tmplLst>
              <p:tmpl lvl="1"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8" presetID="2" presetClass="entr" presetSubtype="1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3" presetID="49" presetClass="entr" presetSubtype="0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2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6" grpId="0" build="p">
            <p:tmplLst>
              <p:tmpl lvl="1"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4" grpId="0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raktisc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8494" y="365125"/>
            <a:ext cx="4758369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AGENDA</a:t>
            </a:r>
          </a:p>
        </p:txBody>
      </p:sp>
      <p:pic>
        <p:nvPicPr>
          <p:cNvPr id="7" name="kringeltje">
            <a:extLst>
              <a:ext uri="{FF2B5EF4-FFF2-40B4-BE49-F238E27FC236}">
                <a16:creationId xmlns:a16="http://schemas.microsoft.com/office/drawing/2014/main" id="{C96D5CF8-A881-56EE-7225-822C36B932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931973" flipH="1">
            <a:off x="5834077" y="5974086"/>
            <a:ext cx="644625" cy="661879"/>
          </a:xfrm>
          <a:prstGeom prst="rect">
            <a:avLst/>
          </a:prstGeom>
        </p:spPr>
      </p:pic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sp>
        <p:nvSpPr>
          <p:cNvPr id="4" name="Tijdelijke aanduiding voor afbeelding 4">
            <a:extLst>
              <a:ext uri="{FF2B5EF4-FFF2-40B4-BE49-F238E27FC236}">
                <a16:creationId xmlns:a16="http://schemas.microsoft.com/office/drawing/2014/main" id="{8A29C75B-3575-EC49-197E-5E49F5ED5D6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57110" y="168007"/>
            <a:ext cx="5899279" cy="6542985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284 w 10000"/>
              <a:gd name="connsiteY0" fmla="*/ 232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284 w 10000"/>
              <a:gd name="connsiteY10" fmla="*/ 232 h 10000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29 h 10297"/>
              <a:gd name="connsiteX1" fmla="*/ 2311 w 10000"/>
              <a:gd name="connsiteY1" fmla="*/ 27 h 10297"/>
              <a:gd name="connsiteX2" fmla="*/ 3638 w 10000"/>
              <a:gd name="connsiteY2" fmla="*/ 1175 h 10297"/>
              <a:gd name="connsiteX3" fmla="*/ 7500 w 10000"/>
              <a:gd name="connsiteY3" fmla="*/ 297 h 10297"/>
              <a:gd name="connsiteX4" fmla="*/ 10000 w 10000"/>
              <a:gd name="connsiteY4" fmla="*/ 1297 h 10297"/>
              <a:gd name="connsiteX5" fmla="*/ 10000 w 10000"/>
              <a:gd name="connsiteY5" fmla="*/ 9297 h 10297"/>
              <a:gd name="connsiteX6" fmla="*/ 7500 w 10000"/>
              <a:gd name="connsiteY6" fmla="*/ 8297 h 10297"/>
              <a:gd name="connsiteX7" fmla="*/ 5000 w 10000"/>
              <a:gd name="connsiteY7" fmla="*/ 9297 h 10297"/>
              <a:gd name="connsiteX8" fmla="*/ 2500 w 10000"/>
              <a:gd name="connsiteY8" fmla="*/ 10297 h 10297"/>
              <a:gd name="connsiteX9" fmla="*/ 0 w 10000"/>
              <a:gd name="connsiteY9" fmla="*/ 9297 h 10297"/>
              <a:gd name="connsiteX10" fmla="*/ 284 w 10000"/>
              <a:gd name="connsiteY10" fmla="*/ 529 h 10297"/>
              <a:gd name="connsiteX0" fmla="*/ 284 w 10000"/>
              <a:gd name="connsiteY0" fmla="*/ 510 h 10278"/>
              <a:gd name="connsiteX1" fmla="*/ 1944 w 10000"/>
              <a:gd name="connsiteY1" fmla="*/ 30 h 10278"/>
              <a:gd name="connsiteX2" fmla="*/ 3638 w 10000"/>
              <a:gd name="connsiteY2" fmla="*/ 1156 h 10278"/>
              <a:gd name="connsiteX3" fmla="*/ 7500 w 10000"/>
              <a:gd name="connsiteY3" fmla="*/ 278 h 10278"/>
              <a:gd name="connsiteX4" fmla="*/ 10000 w 10000"/>
              <a:gd name="connsiteY4" fmla="*/ 1278 h 10278"/>
              <a:gd name="connsiteX5" fmla="*/ 10000 w 10000"/>
              <a:gd name="connsiteY5" fmla="*/ 9278 h 10278"/>
              <a:gd name="connsiteX6" fmla="*/ 7500 w 10000"/>
              <a:gd name="connsiteY6" fmla="*/ 8278 h 10278"/>
              <a:gd name="connsiteX7" fmla="*/ 5000 w 10000"/>
              <a:gd name="connsiteY7" fmla="*/ 9278 h 10278"/>
              <a:gd name="connsiteX8" fmla="*/ 2500 w 10000"/>
              <a:gd name="connsiteY8" fmla="*/ 10278 h 10278"/>
              <a:gd name="connsiteX9" fmla="*/ 0 w 10000"/>
              <a:gd name="connsiteY9" fmla="*/ 9278 h 10278"/>
              <a:gd name="connsiteX10" fmla="*/ 284 w 10000"/>
              <a:gd name="connsiteY10" fmla="*/ 510 h 10278"/>
              <a:gd name="connsiteX0" fmla="*/ 284 w 10000"/>
              <a:gd name="connsiteY0" fmla="*/ 483 h 10251"/>
              <a:gd name="connsiteX1" fmla="*/ 1944 w 10000"/>
              <a:gd name="connsiteY1" fmla="*/ 3 h 10251"/>
              <a:gd name="connsiteX2" fmla="*/ 3638 w 10000"/>
              <a:gd name="connsiteY2" fmla="*/ 1129 h 10251"/>
              <a:gd name="connsiteX3" fmla="*/ 7500 w 10000"/>
              <a:gd name="connsiteY3" fmla="*/ 251 h 10251"/>
              <a:gd name="connsiteX4" fmla="*/ 10000 w 10000"/>
              <a:gd name="connsiteY4" fmla="*/ 1251 h 10251"/>
              <a:gd name="connsiteX5" fmla="*/ 10000 w 10000"/>
              <a:gd name="connsiteY5" fmla="*/ 9251 h 10251"/>
              <a:gd name="connsiteX6" fmla="*/ 7500 w 10000"/>
              <a:gd name="connsiteY6" fmla="*/ 8251 h 10251"/>
              <a:gd name="connsiteX7" fmla="*/ 5000 w 10000"/>
              <a:gd name="connsiteY7" fmla="*/ 9251 h 10251"/>
              <a:gd name="connsiteX8" fmla="*/ 2500 w 10000"/>
              <a:gd name="connsiteY8" fmla="*/ 10251 h 10251"/>
              <a:gd name="connsiteX9" fmla="*/ 0 w 10000"/>
              <a:gd name="connsiteY9" fmla="*/ 9251 h 10251"/>
              <a:gd name="connsiteX10" fmla="*/ 284 w 10000"/>
              <a:gd name="connsiteY10" fmla="*/ 483 h 10251"/>
              <a:gd name="connsiteX0" fmla="*/ 284 w 10000"/>
              <a:gd name="connsiteY0" fmla="*/ 501 h 10269"/>
              <a:gd name="connsiteX1" fmla="*/ 1944 w 10000"/>
              <a:gd name="connsiteY1" fmla="*/ 21 h 10269"/>
              <a:gd name="connsiteX2" fmla="*/ 4100 w 10000"/>
              <a:gd name="connsiteY2" fmla="*/ 101 h 10269"/>
              <a:gd name="connsiteX3" fmla="*/ 7500 w 10000"/>
              <a:gd name="connsiteY3" fmla="*/ 269 h 10269"/>
              <a:gd name="connsiteX4" fmla="*/ 10000 w 10000"/>
              <a:gd name="connsiteY4" fmla="*/ 1269 h 10269"/>
              <a:gd name="connsiteX5" fmla="*/ 10000 w 10000"/>
              <a:gd name="connsiteY5" fmla="*/ 9269 h 10269"/>
              <a:gd name="connsiteX6" fmla="*/ 7500 w 10000"/>
              <a:gd name="connsiteY6" fmla="*/ 8269 h 10269"/>
              <a:gd name="connsiteX7" fmla="*/ 5000 w 10000"/>
              <a:gd name="connsiteY7" fmla="*/ 9269 h 10269"/>
              <a:gd name="connsiteX8" fmla="*/ 2500 w 10000"/>
              <a:gd name="connsiteY8" fmla="*/ 10269 h 10269"/>
              <a:gd name="connsiteX9" fmla="*/ 0 w 10000"/>
              <a:gd name="connsiteY9" fmla="*/ 9269 h 10269"/>
              <a:gd name="connsiteX10" fmla="*/ 284 w 10000"/>
              <a:gd name="connsiteY10" fmla="*/ 501 h 10269"/>
              <a:gd name="connsiteX0" fmla="*/ 284 w 10000"/>
              <a:gd name="connsiteY0" fmla="*/ 496 h 10264"/>
              <a:gd name="connsiteX1" fmla="*/ 1944 w 10000"/>
              <a:gd name="connsiteY1" fmla="*/ 16 h 10264"/>
              <a:gd name="connsiteX2" fmla="*/ 4100 w 10000"/>
              <a:gd name="connsiteY2" fmla="*/ 96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20 h 10288"/>
              <a:gd name="connsiteX1" fmla="*/ 1443 w 10000"/>
              <a:gd name="connsiteY1" fmla="*/ 40 h 10288"/>
              <a:gd name="connsiteX2" fmla="*/ 4349 w 10000"/>
              <a:gd name="connsiteY2" fmla="*/ 53 h 10288"/>
              <a:gd name="connsiteX3" fmla="*/ 7500 w 10000"/>
              <a:gd name="connsiteY3" fmla="*/ 288 h 10288"/>
              <a:gd name="connsiteX4" fmla="*/ 10000 w 10000"/>
              <a:gd name="connsiteY4" fmla="*/ 1288 h 10288"/>
              <a:gd name="connsiteX5" fmla="*/ 10000 w 10000"/>
              <a:gd name="connsiteY5" fmla="*/ 9288 h 10288"/>
              <a:gd name="connsiteX6" fmla="*/ 7500 w 10000"/>
              <a:gd name="connsiteY6" fmla="*/ 8288 h 10288"/>
              <a:gd name="connsiteX7" fmla="*/ 5000 w 10000"/>
              <a:gd name="connsiteY7" fmla="*/ 9288 h 10288"/>
              <a:gd name="connsiteX8" fmla="*/ 2500 w 10000"/>
              <a:gd name="connsiteY8" fmla="*/ 10288 h 10288"/>
              <a:gd name="connsiteX9" fmla="*/ 0 w 10000"/>
              <a:gd name="connsiteY9" fmla="*/ 9288 h 10288"/>
              <a:gd name="connsiteX10" fmla="*/ 284 w 10000"/>
              <a:gd name="connsiteY10" fmla="*/ 520 h 10288"/>
              <a:gd name="connsiteX0" fmla="*/ 284 w 10000"/>
              <a:gd name="connsiteY0" fmla="*/ 496 h 10264"/>
              <a:gd name="connsiteX1" fmla="*/ 1443 w 10000"/>
              <a:gd name="connsiteY1" fmla="*/ 16 h 10264"/>
              <a:gd name="connsiteX2" fmla="*/ 4349 w 10000"/>
              <a:gd name="connsiteY2" fmla="*/ 29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491 h 10259"/>
              <a:gd name="connsiteX1" fmla="*/ 1733 w 10000"/>
              <a:gd name="connsiteY1" fmla="*/ 18 h 10259"/>
              <a:gd name="connsiteX2" fmla="*/ 4349 w 10000"/>
              <a:gd name="connsiteY2" fmla="*/ 24 h 10259"/>
              <a:gd name="connsiteX3" fmla="*/ 7500 w 10000"/>
              <a:gd name="connsiteY3" fmla="*/ 259 h 10259"/>
              <a:gd name="connsiteX4" fmla="*/ 10000 w 10000"/>
              <a:gd name="connsiteY4" fmla="*/ 1259 h 10259"/>
              <a:gd name="connsiteX5" fmla="*/ 10000 w 10000"/>
              <a:gd name="connsiteY5" fmla="*/ 9259 h 10259"/>
              <a:gd name="connsiteX6" fmla="*/ 7500 w 10000"/>
              <a:gd name="connsiteY6" fmla="*/ 8259 h 10259"/>
              <a:gd name="connsiteX7" fmla="*/ 5000 w 10000"/>
              <a:gd name="connsiteY7" fmla="*/ 9259 h 10259"/>
              <a:gd name="connsiteX8" fmla="*/ 2500 w 10000"/>
              <a:gd name="connsiteY8" fmla="*/ 10259 h 10259"/>
              <a:gd name="connsiteX9" fmla="*/ 0 w 10000"/>
              <a:gd name="connsiteY9" fmla="*/ 9259 h 10259"/>
              <a:gd name="connsiteX10" fmla="*/ 284 w 10000"/>
              <a:gd name="connsiteY10" fmla="*/ 491 h 10259"/>
              <a:gd name="connsiteX0" fmla="*/ 284 w 10000"/>
              <a:gd name="connsiteY0" fmla="*/ 488 h 10256"/>
              <a:gd name="connsiteX1" fmla="*/ 1733 w 10000"/>
              <a:gd name="connsiteY1" fmla="*/ 15 h 10256"/>
              <a:gd name="connsiteX2" fmla="*/ 4349 w 10000"/>
              <a:gd name="connsiteY2" fmla="*/ 21 h 10256"/>
              <a:gd name="connsiteX3" fmla="*/ 7500 w 10000"/>
              <a:gd name="connsiteY3" fmla="*/ 256 h 10256"/>
              <a:gd name="connsiteX4" fmla="*/ 10000 w 10000"/>
              <a:gd name="connsiteY4" fmla="*/ 1256 h 10256"/>
              <a:gd name="connsiteX5" fmla="*/ 10000 w 10000"/>
              <a:gd name="connsiteY5" fmla="*/ 9256 h 10256"/>
              <a:gd name="connsiteX6" fmla="*/ 7500 w 10000"/>
              <a:gd name="connsiteY6" fmla="*/ 8256 h 10256"/>
              <a:gd name="connsiteX7" fmla="*/ 5000 w 10000"/>
              <a:gd name="connsiteY7" fmla="*/ 9256 h 10256"/>
              <a:gd name="connsiteX8" fmla="*/ 2500 w 10000"/>
              <a:gd name="connsiteY8" fmla="*/ 10256 h 10256"/>
              <a:gd name="connsiteX9" fmla="*/ 0 w 10000"/>
              <a:gd name="connsiteY9" fmla="*/ 9256 h 10256"/>
              <a:gd name="connsiteX10" fmla="*/ 284 w 10000"/>
              <a:gd name="connsiteY10" fmla="*/ 488 h 10256"/>
              <a:gd name="connsiteX0" fmla="*/ 284 w 10000"/>
              <a:gd name="connsiteY0" fmla="*/ 593 h 10361"/>
              <a:gd name="connsiteX1" fmla="*/ 1733 w 10000"/>
              <a:gd name="connsiteY1" fmla="*/ 120 h 10361"/>
              <a:gd name="connsiteX2" fmla="*/ 4349 w 10000"/>
              <a:gd name="connsiteY2" fmla="*/ 126 h 10361"/>
              <a:gd name="connsiteX3" fmla="*/ 7493 w 10000"/>
              <a:gd name="connsiteY3" fmla="*/ 82 h 10361"/>
              <a:gd name="connsiteX4" fmla="*/ 10000 w 10000"/>
              <a:gd name="connsiteY4" fmla="*/ 1361 h 10361"/>
              <a:gd name="connsiteX5" fmla="*/ 10000 w 10000"/>
              <a:gd name="connsiteY5" fmla="*/ 9361 h 10361"/>
              <a:gd name="connsiteX6" fmla="*/ 7500 w 10000"/>
              <a:gd name="connsiteY6" fmla="*/ 8361 h 10361"/>
              <a:gd name="connsiteX7" fmla="*/ 5000 w 10000"/>
              <a:gd name="connsiteY7" fmla="*/ 9361 h 10361"/>
              <a:gd name="connsiteX8" fmla="*/ 2500 w 10000"/>
              <a:gd name="connsiteY8" fmla="*/ 10361 h 10361"/>
              <a:gd name="connsiteX9" fmla="*/ 0 w 10000"/>
              <a:gd name="connsiteY9" fmla="*/ 9361 h 10361"/>
              <a:gd name="connsiteX10" fmla="*/ 284 w 10000"/>
              <a:gd name="connsiteY10" fmla="*/ 593 h 10361"/>
              <a:gd name="connsiteX0" fmla="*/ 284 w 10000"/>
              <a:gd name="connsiteY0" fmla="*/ 511 h 10279"/>
              <a:gd name="connsiteX1" fmla="*/ 1733 w 10000"/>
              <a:gd name="connsiteY1" fmla="*/ 38 h 10279"/>
              <a:gd name="connsiteX2" fmla="*/ 4349 w 10000"/>
              <a:gd name="connsiteY2" fmla="*/ 44 h 10279"/>
              <a:gd name="connsiteX3" fmla="*/ 7493 w 10000"/>
              <a:gd name="connsiteY3" fmla="*/ 0 h 10279"/>
              <a:gd name="connsiteX4" fmla="*/ 10000 w 10000"/>
              <a:gd name="connsiteY4" fmla="*/ 1279 h 10279"/>
              <a:gd name="connsiteX5" fmla="*/ 10000 w 10000"/>
              <a:gd name="connsiteY5" fmla="*/ 9279 h 10279"/>
              <a:gd name="connsiteX6" fmla="*/ 7500 w 10000"/>
              <a:gd name="connsiteY6" fmla="*/ 8279 h 10279"/>
              <a:gd name="connsiteX7" fmla="*/ 5000 w 10000"/>
              <a:gd name="connsiteY7" fmla="*/ 9279 h 10279"/>
              <a:gd name="connsiteX8" fmla="*/ 2500 w 10000"/>
              <a:gd name="connsiteY8" fmla="*/ 10279 h 10279"/>
              <a:gd name="connsiteX9" fmla="*/ 0 w 10000"/>
              <a:gd name="connsiteY9" fmla="*/ 9279 h 10279"/>
              <a:gd name="connsiteX10" fmla="*/ 284 w 10000"/>
              <a:gd name="connsiteY10" fmla="*/ 511 h 10279"/>
              <a:gd name="connsiteX0" fmla="*/ 284 w 10092"/>
              <a:gd name="connsiteY0" fmla="*/ 535 h 10303"/>
              <a:gd name="connsiteX1" fmla="*/ 1733 w 10092"/>
              <a:gd name="connsiteY1" fmla="*/ 62 h 10303"/>
              <a:gd name="connsiteX2" fmla="*/ 4349 w 10092"/>
              <a:gd name="connsiteY2" fmla="*/ 68 h 10303"/>
              <a:gd name="connsiteX3" fmla="*/ 7493 w 10092"/>
              <a:gd name="connsiteY3" fmla="*/ 24 h 10303"/>
              <a:gd name="connsiteX4" fmla="*/ 10092 w 10092"/>
              <a:gd name="connsiteY4" fmla="*/ 354 h 10303"/>
              <a:gd name="connsiteX5" fmla="*/ 10000 w 10092"/>
              <a:gd name="connsiteY5" fmla="*/ 9303 h 10303"/>
              <a:gd name="connsiteX6" fmla="*/ 7500 w 10092"/>
              <a:gd name="connsiteY6" fmla="*/ 8303 h 10303"/>
              <a:gd name="connsiteX7" fmla="*/ 5000 w 10092"/>
              <a:gd name="connsiteY7" fmla="*/ 9303 h 10303"/>
              <a:gd name="connsiteX8" fmla="*/ 2500 w 10092"/>
              <a:gd name="connsiteY8" fmla="*/ 10303 h 10303"/>
              <a:gd name="connsiteX9" fmla="*/ 0 w 10092"/>
              <a:gd name="connsiteY9" fmla="*/ 9303 h 10303"/>
              <a:gd name="connsiteX10" fmla="*/ 284 w 10092"/>
              <a:gd name="connsiteY10" fmla="*/ 535 h 10303"/>
              <a:gd name="connsiteX0" fmla="*/ 284 w 10092"/>
              <a:gd name="connsiteY0" fmla="*/ 557 h 10325"/>
              <a:gd name="connsiteX1" fmla="*/ 1733 w 10092"/>
              <a:gd name="connsiteY1" fmla="*/ 84 h 10325"/>
              <a:gd name="connsiteX2" fmla="*/ 4349 w 10092"/>
              <a:gd name="connsiteY2" fmla="*/ 90 h 10325"/>
              <a:gd name="connsiteX3" fmla="*/ 7493 w 10092"/>
              <a:gd name="connsiteY3" fmla="*/ 46 h 10325"/>
              <a:gd name="connsiteX4" fmla="*/ 10092 w 10092"/>
              <a:gd name="connsiteY4" fmla="*/ 376 h 10325"/>
              <a:gd name="connsiteX5" fmla="*/ 10000 w 10092"/>
              <a:gd name="connsiteY5" fmla="*/ 9325 h 10325"/>
              <a:gd name="connsiteX6" fmla="*/ 7500 w 10092"/>
              <a:gd name="connsiteY6" fmla="*/ 8325 h 10325"/>
              <a:gd name="connsiteX7" fmla="*/ 5000 w 10092"/>
              <a:gd name="connsiteY7" fmla="*/ 9325 h 10325"/>
              <a:gd name="connsiteX8" fmla="*/ 2500 w 10092"/>
              <a:gd name="connsiteY8" fmla="*/ 10325 h 10325"/>
              <a:gd name="connsiteX9" fmla="*/ 0 w 10092"/>
              <a:gd name="connsiteY9" fmla="*/ 9325 h 10325"/>
              <a:gd name="connsiteX10" fmla="*/ 284 w 10092"/>
              <a:gd name="connsiteY10" fmla="*/ 557 h 10325"/>
              <a:gd name="connsiteX0" fmla="*/ 284 w 10134"/>
              <a:gd name="connsiteY0" fmla="*/ 561 h 10329"/>
              <a:gd name="connsiteX1" fmla="*/ 1733 w 10134"/>
              <a:gd name="connsiteY1" fmla="*/ 88 h 10329"/>
              <a:gd name="connsiteX2" fmla="*/ 4349 w 10134"/>
              <a:gd name="connsiteY2" fmla="*/ 94 h 10329"/>
              <a:gd name="connsiteX3" fmla="*/ 7493 w 10134"/>
              <a:gd name="connsiteY3" fmla="*/ 50 h 10329"/>
              <a:gd name="connsiteX4" fmla="*/ 10134 w 10134"/>
              <a:gd name="connsiteY4" fmla="*/ 373 h 10329"/>
              <a:gd name="connsiteX5" fmla="*/ 10000 w 10134"/>
              <a:gd name="connsiteY5" fmla="*/ 9329 h 10329"/>
              <a:gd name="connsiteX6" fmla="*/ 7500 w 10134"/>
              <a:gd name="connsiteY6" fmla="*/ 8329 h 10329"/>
              <a:gd name="connsiteX7" fmla="*/ 5000 w 10134"/>
              <a:gd name="connsiteY7" fmla="*/ 9329 h 10329"/>
              <a:gd name="connsiteX8" fmla="*/ 2500 w 10134"/>
              <a:gd name="connsiteY8" fmla="*/ 10329 h 10329"/>
              <a:gd name="connsiteX9" fmla="*/ 0 w 10134"/>
              <a:gd name="connsiteY9" fmla="*/ 9329 h 10329"/>
              <a:gd name="connsiteX10" fmla="*/ 284 w 10134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402"/>
              <a:gd name="connsiteX1" fmla="*/ 1733 w 10136"/>
              <a:gd name="connsiteY1" fmla="*/ 88 h 10402"/>
              <a:gd name="connsiteX2" fmla="*/ 4349 w 10136"/>
              <a:gd name="connsiteY2" fmla="*/ 94 h 10402"/>
              <a:gd name="connsiteX3" fmla="*/ 7493 w 10136"/>
              <a:gd name="connsiteY3" fmla="*/ 50 h 10402"/>
              <a:gd name="connsiteX4" fmla="*/ 10134 w 10136"/>
              <a:gd name="connsiteY4" fmla="*/ 373 h 10402"/>
              <a:gd name="connsiteX5" fmla="*/ 10127 w 10136"/>
              <a:gd name="connsiteY5" fmla="*/ 9555 h 10402"/>
              <a:gd name="connsiteX6" fmla="*/ 9082 w 10136"/>
              <a:gd name="connsiteY6" fmla="*/ 10399 h 10402"/>
              <a:gd name="connsiteX7" fmla="*/ 5000 w 10136"/>
              <a:gd name="connsiteY7" fmla="*/ 9329 h 10402"/>
              <a:gd name="connsiteX8" fmla="*/ 2500 w 10136"/>
              <a:gd name="connsiteY8" fmla="*/ 10329 h 10402"/>
              <a:gd name="connsiteX9" fmla="*/ 0 w 10136"/>
              <a:gd name="connsiteY9" fmla="*/ 9329 h 10402"/>
              <a:gd name="connsiteX10" fmla="*/ 284 w 10136"/>
              <a:gd name="connsiteY10" fmla="*/ 561 h 10402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461"/>
              <a:gd name="connsiteX1" fmla="*/ 1733 w 10136"/>
              <a:gd name="connsiteY1" fmla="*/ 88 h 10461"/>
              <a:gd name="connsiteX2" fmla="*/ 4349 w 10136"/>
              <a:gd name="connsiteY2" fmla="*/ 94 h 10461"/>
              <a:gd name="connsiteX3" fmla="*/ 7493 w 10136"/>
              <a:gd name="connsiteY3" fmla="*/ 50 h 10461"/>
              <a:gd name="connsiteX4" fmla="*/ 10134 w 10136"/>
              <a:gd name="connsiteY4" fmla="*/ 373 h 10461"/>
              <a:gd name="connsiteX5" fmla="*/ 10127 w 10136"/>
              <a:gd name="connsiteY5" fmla="*/ 9555 h 10461"/>
              <a:gd name="connsiteX6" fmla="*/ 9082 w 10136"/>
              <a:gd name="connsiteY6" fmla="*/ 10399 h 10461"/>
              <a:gd name="connsiteX7" fmla="*/ 5219 w 10136"/>
              <a:gd name="connsiteY7" fmla="*/ 10391 h 10461"/>
              <a:gd name="connsiteX8" fmla="*/ 2500 w 10136"/>
              <a:gd name="connsiteY8" fmla="*/ 10329 h 10461"/>
              <a:gd name="connsiteX9" fmla="*/ 0 w 10136"/>
              <a:gd name="connsiteY9" fmla="*/ 9329 h 10461"/>
              <a:gd name="connsiteX10" fmla="*/ 284 w 10136"/>
              <a:gd name="connsiteY10" fmla="*/ 561 h 10461"/>
              <a:gd name="connsiteX0" fmla="*/ 284 w 10136"/>
              <a:gd name="connsiteY0" fmla="*/ 561 h 10401"/>
              <a:gd name="connsiteX1" fmla="*/ 1733 w 10136"/>
              <a:gd name="connsiteY1" fmla="*/ 88 h 10401"/>
              <a:gd name="connsiteX2" fmla="*/ 4349 w 10136"/>
              <a:gd name="connsiteY2" fmla="*/ 94 h 10401"/>
              <a:gd name="connsiteX3" fmla="*/ 7493 w 10136"/>
              <a:gd name="connsiteY3" fmla="*/ 50 h 10401"/>
              <a:gd name="connsiteX4" fmla="*/ 10134 w 10136"/>
              <a:gd name="connsiteY4" fmla="*/ 373 h 10401"/>
              <a:gd name="connsiteX5" fmla="*/ 10127 w 10136"/>
              <a:gd name="connsiteY5" fmla="*/ 9555 h 10401"/>
              <a:gd name="connsiteX6" fmla="*/ 9082 w 10136"/>
              <a:gd name="connsiteY6" fmla="*/ 10399 h 10401"/>
              <a:gd name="connsiteX7" fmla="*/ 5219 w 10136"/>
              <a:gd name="connsiteY7" fmla="*/ 10391 h 10401"/>
              <a:gd name="connsiteX8" fmla="*/ 2500 w 10136"/>
              <a:gd name="connsiteY8" fmla="*/ 10329 h 10401"/>
              <a:gd name="connsiteX9" fmla="*/ 0 w 10136"/>
              <a:gd name="connsiteY9" fmla="*/ 9329 h 10401"/>
              <a:gd name="connsiteX10" fmla="*/ 284 w 10136"/>
              <a:gd name="connsiteY10" fmla="*/ 561 h 10401"/>
              <a:gd name="connsiteX0" fmla="*/ 284 w 10136"/>
              <a:gd name="connsiteY0" fmla="*/ 561 h 10455"/>
              <a:gd name="connsiteX1" fmla="*/ 1733 w 10136"/>
              <a:gd name="connsiteY1" fmla="*/ 88 h 10455"/>
              <a:gd name="connsiteX2" fmla="*/ 4349 w 10136"/>
              <a:gd name="connsiteY2" fmla="*/ 94 h 10455"/>
              <a:gd name="connsiteX3" fmla="*/ 7493 w 10136"/>
              <a:gd name="connsiteY3" fmla="*/ 50 h 10455"/>
              <a:gd name="connsiteX4" fmla="*/ 10134 w 10136"/>
              <a:gd name="connsiteY4" fmla="*/ 373 h 10455"/>
              <a:gd name="connsiteX5" fmla="*/ 10127 w 10136"/>
              <a:gd name="connsiteY5" fmla="*/ 9555 h 10455"/>
              <a:gd name="connsiteX6" fmla="*/ 9082 w 10136"/>
              <a:gd name="connsiteY6" fmla="*/ 10399 h 10455"/>
              <a:gd name="connsiteX7" fmla="*/ 5219 w 10136"/>
              <a:gd name="connsiteY7" fmla="*/ 10391 h 10455"/>
              <a:gd name="connsiteX8" fmla="*/ 2465 w 10136"/>
              <a:gd name="connsiteY8" fmla="*/ 10455 h 10455"/>
              <a:gd name="connsiteX9" fmla="*/ 0 w 10136"/>
              <a:gd name="connsiteY9" fmla="*/ 9329 h 10455"/>
              <a:gd name="connsiteX10" fmla="*/ 284 w 10136"/>
              <a:gd name="connsiteY10" fmla="*/ 561 h 10455"/>
              <a:gd name="connsiteX0" fmla="*/ 242 w 10094"/>
              <a:gd name="connsiteY0" fmla="*/ 561 h 10483"/>
              <a:gd name="connsiteX1" fmla="*/ 1691 w 10094"/>
              <a:gd name="connsiteY1" fmla="*/ 88 h 10483"/>
              <a:gd name="connsiteX2" fmla="*/ 4307 w 10094"/>
              <a:gd name="connsiteY2" fmla="*/ 94 h 10483"/>
              <a:gd name="connsiteX3" fmla="*/ 7451 w 10094"/>
              <a:gd name="connsiteY3" fmla="*/ 50 h 10483"/>
              <a:gd name="connsiteX4" fmla="*/ 10092 w 10094"/>
              <a:gd name="connsiteY4" fmla="*/ 373 h 10483"/>
              <a:gd name="connsiteX5" fmla="*/ 10085 w 10094"/>
              <a:gd name="connsiteY5" fmla="*/ 9555 h 10483"/>
              <a:gd name="connsiteX6" fmla="*/ 9040 w 10094"/>
              <a:gd name="connsiteY6" fmla="*/ 10399 h 10483"/>
              <a:gd name="connsiteX7" fmla="*/ 5177 w 10094"/>
              <a:gd name="connsiteY7" fmla="*/ 10391 h 10483"/>
              <a:gd name="connsiteX8" fmla="*/ 2423 w 10094"/>
              <a:gd name="connsiteY8" fmla="*/ 10455 h 10483"/>
              <a:gd name="connsiteX9" fmla="*/ 0 w 10094"/>
              <a:gd name="connsiteY9" fmla="*/ 10085 h 10483"/>
              <a:gd name="connsiteX10" fmla="*/ 242 w 10094"/>
              <a:gd name="connsiteY10" fmla="*/ 561 h 10483"/>
              <a:gd name="connsiteX0" fmla="*/ 242 w 10094"/>
              <a:gd name="connsiteY0" fmla="*/ 561 h 10455"/>
              <a:gd name="connsiteX1" fmla="*/ 1691 w 10094"/>
              <a:gd name="connsiteY1" fmla="*/ 88 h 10455"/>
              <a:gd name="connsiteX2" fmla="*/ 4307 w 10094"/>
              <a:gd name="connsiteY2" fmla="*/ 94 h 10455"/>
              <a:gd name="connsiteX3" fmla="*/ 7451 w 10094"/>
              <a:gd name="connsiteY3" fmla="*/ 50 h 10455"/>
              <a:gd name="connsiteX4" fmla="*/ 10092 w 10094"/>
              <a:gd name="connsiteY4" fmla="*/ 373 h 10455"/>
              <a:gd name="connsiteX5" fmla="*/ 10085 w 10094"/>
              <a:gd name="connsiteY5" fmla="*/ 9555 h 10455"/>
              <a:gd name="connsiteX6" fmla="*/ 9040 w 10094"/>
              <a:gd name="connsiteY6" fmla="*/ 10399 h 10455"/>
              <a:gd name="connsiteX7" fmla="*/ 5177 w 10094"/>
              <a:gd name="connsiteY7" fmla="*/ 10391 h 10455"/>
              <a:gd name="connsiteX8" fmla="*/ 2423 w 10094"/>
              <a:gd name="connsiteY8" fmla="*/ 10455 h 10455"/>
              <a:gd name="connsiteX9" fmla="*/ 0 w 10094"/>
              <a:gd name="connsiteY9" fmla="*/ 10085 h 10455"/>
              <a:gd name="connsiteX10" fmla="*/ 242 w 10094"/>
              <a:gd name="connsiteY10" fmla="*/ 561 h 10455"/>
              <a:gd name="connsiteX0" fmla="*/ 15 w 9867"/>
              <a:gd name="connsiteY0" fmla="*/ 561 h 10550"/>
              <a:gd name="connsiteX1" fmla="*/ 1464 w 9867"/>
              <a:gd name="connsiteY1" fmla="*/ 88 h 10550"/>
              <a:gd name="connsiteX2" fmla="*/ 4080 w 9867"/>
              <a:gd name="connsiteY2" fmla="*/ 94 h 10550"/>
              <a:gd name="connsiteX3" fmla="*/ 7224 w 9867"/>
              <a:gd name="connsiteY3" fmla="*/ 50 h 10550"/>
              <a:gd name="connsiteX4" fmla="*/ 9865 w 9867"/>
              <a:gd name="connsiteY4" fmla="*/ 373 h 10550"/>
              <a:gd name="connsiteX5" fmla="*/ 9858 w 9867"/>
              <a:gd name="connsiteY5" fmla="*/ 9555 h 10550"/>
              <a:gd name="connsiteX6" fmla="*/ 8813 w 9867"/>
              <a:gd name="connsiteY6" fmla="*/ 10399 h 10550"/>
              <a:gd name="connsiteX7" fmla="*/ 4950 w 9867"/>
              <a:gd name="connsiteY7" fmla="*/ 10391 h 10550"/>
              <a:gd name="connsiteX8" fmla="*/ 2196 w 9867"/>
              <a:gd name="connsiteY8" fmla="*/ 10455 h 10550"/>
              <a:gd name="connsiteX9" fmla="*/ 225 w 9867"/>
              <a:gd name="connsiteY9" fmla="*/ 10423 h 10550"/>
              <a:gd name="connsiteX10" fmla="*/ 15 w 9867"/>
              <a:gd name="connsiteY10" fmla="*/ 561 h 10550"/>
              <a:gd name="connsiteX0" fmla="*/ 15 w 10000"/>
              <a:gd name="connsiteY0" fmla="*/ 532 h 10000"/>
              <a:gd name="connsiteX1" fmla="*/ 1484 w 10000"/>
              <a:gd name="connsiteY1" fmla="*/ 83 h 10000"/>
              <a:gd name="connsiteX2" fmla="*/ 4135 w 10000"/>
              <a:gd name="connsiteY2" fmla="*/ 89 h 10000"/>
              <a:gd name="connsiteX3" fmla="*/ 7321 w 10000"/>
              <a:gd name="connsiteY3" fmla="*/ 47 h 10000"/>
              <a:gd name="connsiteX4" fmla="*/ 9998 w 10000"/>
              <a:gd name="connsiteY4" fmla="*/ 354 h 10000"/>
              <a:gd name="connsiteX5" fmla="*/ 9991 w 10000"/>
              <a:gd name="connsiteY5" fmla="*/ 9057 h 10000"/>
              <a:gd name="connsiteX6" fmla="*/ 8932 w 10000"/>
              <a:gd name="connsiteY6" fmla="*/ 9857 h 10000"/>
              <a:gd name="connsiteX7" fmla="*/ 5017 w 10000"/>
              <a:gd name="connsiteY7" fmla="*/ 9849 h 10000"/>
              <a:gd name="connsiteX8" fmla="*/ 2226 w 10000"/>
              <a:gd name="connsiteY8" fmla="*/ 9910 h 10000"/>
              <a:gd name="connsiteX9" fmla="*/ 228 w 10000"/>
              <a:gd name="connsiteY9" fmla="*/ 9880 h 10000"/>
              <a:gd name="connsiteX10" fmla="*/ 15 w 10000"/>
              <a:gd name="connsiteY10" fmla="*/ 532 h 10000"/>
              <a:gd name="connsiteX0" fmla="*/ 19 w 10004"/>
              <a:gd name="connsiteY0" fmla="*/ 532 h 10005"/>
              <a:gd name="connsiteX1" fmla="*/ 1488 w 10004"/>
              <a:gd name="connsiteY1" fmla="*/ 83 h 10005"/>
              <a:gd name="connsiteX2" fmla="*/ 4139 w 10004"/>
              <a:gd name="connsiteY2" fmla="*/ 89 h 10005"/>
              <a:gd name="connsiteX3" fmla="*/ 7325 w 10004"/>
              <a:gd name="connsiteY3" fmla="*/ 47 h 10005"/>
              <a:gd name="connsiteX4" fmla="*/ 10002 w 10004"/>
              <a:gd name="connsiteY4" fmla="*/ 354 h 10005"/>
              <a:gd name="connsiteX5" fmla="*/ 9995 w 10004"/>
              <a:gd name="connsiteY5" fmla="*/ 9057 h 10005"/>
              <a:gd name="connsiteX6" fmla="*/ 8936 w 10004"/>
              <a:gd name="connsiteY6" fmla="*/ 9857 h 10005"/>
              <a:gd name="connsiteX7" fmla="*/ 5021 w 10004"/>
              <a:gd name="connsiteY7" fmla="*/ 9849 h 10005"/>
              <a:gd name="connsiteX8" fmla="*/ 2230 w 10004"/>
              <a:gd name="connsiteY8" fmla="*/ 9910 h 10005"/>
              <a:gd name="connsiteX9" fmla="*/ 125 w 10004"/>
              <a:gd name="connsiteY9" fmla="*/ 9886 h 10005"/>
              <a:gd name="connsiteX10" fmla="*/ 19 w 10004"/>
              <a:gd name="connsiteY10" fmla="*/ 532 h 10005"/>
              <a:gd name="connsiteX0" fmla="*/ 53 w 10038"/>
              <a:gd name="connsiteY0" fmla="*/ 532 h 10005"/>
              <a:gd name="connsiteX1" fmla="*/ 1522 w 10038"/>
              <a:gd name="connsiteY1" fmla="*/ 83 h 10005"/>
              <a:gd name="connsiteX2" fmla="*/ 4173 w 10038"/>
              <a:gd name="connsiteY2" fmla="*/ 89 h 10005"/>
              <a:gd name="connsiteX3" fmla="*/ 7359 w 10038"/>
              <a:gd name="connsiteY3" fmla="*/ 47 h 10005"/>
              <a:gd name="connsiteX4" fmla="*/ 10036 w 10038"/>
              <a:gd name="connsiteY4" fmla="*/ 354 h 10005"/>
              <a:gd name="connsiteX5" fmla="*/ 10029 w 10038"/>
              <a:gd name="connsiteY5" fmla="*/ 9057 h 10005"/>
              <a:gd name="connsiteX6" fmla="*/ 8970 w 10038"/>
              <a:gd name="connsiteY6" fmla="*/ 9857 h 10005"/>
              <a:gd name="connsiteX7" fmla="*/ 5055 w 10038"/>
              <a:gd name="connsiteY7" fmla="*/ 9849 h 10005"/>
              <a:gd name="connsiteX8" fmla="*/ 2264 w 10038"/>
              <a:gd name="connsiteY8" fmla="*/ 9910 h 10005"/>
              <a:gd name="connsiteX9" fmla="*/ 159 w 10038"/>
              <a:gd name="connsiteY9" fmla="*/ 9886 h 10005"/>
              <a:gd name="connsiteX10" fmla="*/ 53 w 10038"/>
              <a:gd name="connsiteY10" fmla="*/ 532 h 10005"/>
              <a:gd name="connsiteX0" fmla="*/ 294 w 10279"/>
              <a:gd name="connsiteY0" fmla="*/ 532 h 10023"/>
              <a:gd name="connsiteX1" fmla="*/ 1763 w 10279"/>
              <a:gd name="connsiteY1" fmla="*/ 83 h 10023"/>
              <a:gd name="connsiteX2" fmla="*/ 4414 w 10279"/>
              <a:gd name="connsiteY2" fmla="*/ 89 h 10023"/>
              <a:gd name="connsiteX3" fmla="*/ 7600 w 10279"/>
              <a:gd name="connsiteY3" fmla="*/ 47 h 10023"/>
              <a:gd name="connsiteX4" fmla="*/ 10277 w 10279"/>
              <a:gd name="connsiteY4" fmla="*/ 354 h 10023"/>
              <a:gd name="connsiteX5" fmla="*/ 10270 w 10279"/>
              <a:gd name="connsiteY5" fmla="*/ 9057 h 10023"/>
              <a:gd name="connsiteX6" fmla="*/ 9211 w 10279"/>
              <a:gd name="connsiteY6" fmla="*/ 9857 h 10023"/>
              <a:gd name="connsiteX7" fmla="*/ 5296 w 10279"/>
              <a:gd name="connsiteY7" fmla="*/ 9849 h 10023"/>
              <a:gd name="connsiteX8" fmla="*/ 2505 w 10279"/>
              <a:gd name="connsiteY8" fmla="*/ 9910 h 10023"/>
              <a:gd name="connsiteX9" fmla="*/ 400 w 10279"/>
              <a:gd name="connsiteY9" fmla="*/ 9886 h 10023"/>
              <a:gd name="connsiteX10" fmla="*/ 2 w 10279"/>
              <a:gd name="connsiteY10" fmla="*/ 9047 h 10023"/>
              <a:gd name="connsiteX11" fmla="*/ 294 w 10279"/>
              <a:gd name="connsiteY11" fmla="*/ 532 h 10023"/>
              <a:gd name="connsiteX0" fmla="*/ 294 w 10279"/>
              <a:gd name="connsiteY0" fmla="*/ 532 h 9926"/>
              <a:gd name="connsiteX1" fmla="*/ 1763 w 10279"/>
              <a:gd name="connsiteY1" fmla="*/ 83 h 9926"/>
              <a:gd name="connsiteX2" fmla="*/ 4414 w 10279"/>
              <a:gd name="connsiteY2" fmla="*/ 89 h 9926"/>
              <a:gd name="connsiteX3" fmla="*/ 7600 w 10279"/>
              <a:gd name="connsiteY3" fmla="*/ 47 h 9926"/>
              <a:gd name="connsiteX4" fmla="*/ 10277 w 10279"/>
              <a:gd name="connsiteY4" fmla="*/ 354 h 9926"/>
              <a:gd name="connsiteX5" fmla="*/ 10270 w 10279"/>
              <a:gd name="connsiteY5" fmla="*/ 9057 h 9926"/>
              <a:gd name="connsiteX6" fmla="*/ 9211 w 10279"/>
              <a:gd name="connsiteY6" fmla="*/ 9857 h 9926"/>
              <a:gd name="connsiteX7" fmla="*/ 5296 w 10279"/>
              <a:gd name="connsiteY7" fmla="*/ 9849 h 9926"/>
              <a:gd name="connsiteX8" fmla="*/ 2505 w 10279"/>
              <a:gd name="connsiteY8" fmla="*/ 9910 h 9926"/>
              <a:gd name="connsiteX9" fmla="*/ 400 w 10279"/>
              <a:gd name="connsiteY9" fmla="*/ 9886 h 9926"/>
              <a:gd name="connsiteX10" fmla="*/ 2 w 10279"/>
              <a:gd name="connsiteY10" fmla="*/ 9047 h 9926"/>
              <a:gd name="connsiteX11" fmla="*/ 294 w 10279"/>
              <a:gd name="connsiteY11" fmla="*/ 532 h 9926"/>
              <a:gd name="connsiteX0" fmla="*/ 439 w 10153"/>
              <a:gd name="connsiteY0" fmla="*/ 536 h 10005"/>
              <a:gd name="connsiteX1" fmla="*/ 1868 w 10153"/>
              <a:gd name="connsiteY1" fmla="*/ 84 h 10005"/>
              <a:gd name="connsiteX2" fmla="*/ 4447 w 10153"/>
              <a:gd name="connsiteY2" fmla="*/ 90 h 10005"/>
              <a:gd name="connsiteX3" fmla="*/ 7547 w 10153"/>
              <a:gd name="connsiteY3" fmla="*/ 47 h 10005"/>
              <a:gd name="connsiteX4" fmla="*/ 10151 w 10153"/>
              <a:gd name="connsiteY4" fmla="*/ 357 h 10005"/>
              <a:gd name="connsiteX5" fmla="*/ 10144 w 10153"/>
              <a:gd name="connsiteY5" fmla="*/ 9125 h 10005"/>
              <a:gd name="connsiteX6" fmla="*/ 9114 w 10153"/>
              <a:gd name="connsiteY6" fmla="*/ 9930 h 10005"/>
              <a:gd name="connsiteX7" fmla="*/ 5305 w 10153"/>
              <a:gd name="connsiteY7" fmla="*/ 9922 h 10005"/>
              <a:gd name="connsiteX8" fmla="*/ 2590 w 10153"/>
              <a:gd name="connsiteY8" fmla="*/ 9984 h 10005"/>
              <a:gd name="connsiteX9" fmla="*/ 542 w 10153"/>
              <a:gd name="connsiteY9" fmla="*/ 9960 h 10005"/>
              <a:gd name="connsiteX10" fmla="*/ 15 w 10153"/>
              <a:gd name="connsiteY10" fmla="*/ 9602 h 10005"/>
              <a:gd name="connsiteX11" fmla="*/ 155 w 10153"/>
              <a:gd name="connsiteY11" fmla="*/ 9114 h 10005"/>
              <a:gd name="connsiteX12" fmla="*/ 439 w 10153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80"/>
              <a:gd name="connsiteX1" fmla="*/ 1853 w 10138"/>
              <a:gd name="connsiteY1" fmla="*/ 84 h 10080"/>
              <a:gd name="connsiteX2" fmla="*/ 4432 w 10138"/>
              <a:gd name="connsiteY2" fmla="*/ 90 h 10080"/>
              <a:gd name="connsiteX3" fmla="*/ 7532 w 10138"/>
              <a:gd name="connsiteY3" fmla="*/ 47 h 10080"/>
              <a:gd name="connsiteX4" fmla="*/ 10136 w 10138"/>
              <a:gd name="connsiteY4" fmla="*/ 357 h 10080"/>
              <a:gd name="connsiteX5" fmla="*/ 10129 w 10138"/>
              <a:gd name="connsiteY5" fmla="*/ 9125 h 10080"/>
              <a:gd name="connsiteX6" fmla="*/ 9099 w 10138"/>
              <a:gd name="connsiteY6" fmla="*/ 9930 h 10080"/>
              <a:gd name="connsiteX7" fmla="*/ 5290 w 10138"/>
              <a:gd name="connsiteY7" fmla="*/ 9922 h 10080"/>
              <a:gd name="connsiteX8" fmla="*/ 2575 w 10138"/>
              <a:gd name="connsiteY8" fmla="*/ 9984 h 10080"/>
              <a:gd name="connsiteX9" fmla="*/ 771 w 10138"/>
              <a:gd name="connsiteY9" fmla="*/ 10055 h 10080"/>
              <a:gd name="connsiteX10" fmla="*/ 0 w 10138"/>
              <a:gd name="connsiteY10" fmla="*/ 9602 h 10080"/>
              <a:gd name="connsiteX11" fmla="*/ 140 w 10138"/>
              <a:gd name="connsiteY11" fmla="*/ 9114 h 10080"/>
              <a:gd name="connsiteX12" fmla="*/ 424 w 1013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1 w 10097"/>
              <a:gd name="connsiteY10" fmla="*/ 96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34 w 10048"/>
              <a:gd name="connsiteY0" fmla="*/ 536 h 10080"/>
              <a:gd name="connsiteX1" fmla="*/ 1763 w 10048"/>
              <a:gd name="connsiteY1" fmla="*/ 84 h 10080"/>
              <a:gd name="connsiteX2" fmla="*/ 4342 w 10048"/>
              <a:gd name="connsiteY2" fmla="*/ 90 h 10080"/>
              <a:gd name="connsiteX3" fmla="*/ 7442 w 10048"/>
              <a:gd name="connsiteY3" fmla="*/ 47 h 10080"/>
              <a:gd name="connsiteX4" fmla="*/ 10046 w 10048"/>
              <a:gd name="connsiteY4" fmla="*/ 357 h 10080"/>
              <a:gd name="connsiteX5" fmla="*/ 10039 w 10048"/>
              <a:gd name="connsiteY5" fmla="*/ 9125 h 10080"/>
              <a:gd name="connsiteX6" fmla="*/ 9009 w 10048"/>
              <a:gd name="connsiteY6" fmla="*/ 9930 h 10080"/>
              <a:gd name="connsiteX7" fmla="*/ 5200 w 10048"/>
              <a:gd name="connsiteY7" fmla="*/ 9922 h 10080"/>
              <a:gd name="connsiteX8" fmla="*/ 2485 w 10048"/>
              <a:gd name="connsiteY8" fmla="*/ 9984 h 10080"/>
              <a:gd name="connsiteX9" fmla="*/ 681 w 10048"/>
              <a:gd name="connsiteY9" fmla="*/ 10055 h 10080"/>
              <a:gd name="connsiteX10" fmla="*/ 29 w 10048"/>
              <a:gd name="connsiteY10" fmla="*/ 9741 h 10080"/>
              <a:gd name="connsiteX11" fmla="*/ 50 w 10048"/>
              <a:gd name="connsiteY11" fmla="*/ 9114 h 10080"/>
              <a:gd name="connsiteX12" fmla="*/ 334 w 10048"/>
              <a:gd name="connsiteY12" fmla="*/ 536 h 10080"/>
              <a:gd name="connsiteX0" fmla="*/ 317 w 10031"/>
              <a:gd name="connsiteY0" fmla="*/ 536 h 10080"/>
              <a:gd name="connsiteX1" fmla="*/ 1746 w 10031"/>
              <a:gd name="connsiteY1" fmla="*/ 84 h 10080"/>
              <a:gd name="connsiteX2" fmla="*/ 4325 w 10031"/>
              <a:gd name="connsiteY2" fmla="*/ 90 h 10080"/>
              <a:gd name="connsiteX3" fmla="*/ 7425 w 10031"/>
              <a:gd name="connsiteY3" fmla="*/ 47 h 10080"/>
              <a:gd name="connsiteX4" fmla="*/ 10029 w 10031"/>
              <a:gd name="connsiteY4" fmla="*/ 357 h 10080"/>
              <a:gd name="connsiteX5" fmla="*/ 10022 w 10031"/>
              <a:gd name="connsiteY5" fmla="*/ 9125 h 10080"/>
              <a:gd name="connsiteX6" fmla="*/ 8992 w 10031"/>
              <a:gd name="connsiteY6" fmla="*/ 9930 h 10080"/>
              <a:gd name="connsiteX7" fmla="*/ 5183 w 10031"/>
              <a:gd name="connsiteY7" fmla="*/ 9922 h 10080"/>
              <a:gd name="connsiteX8" fmla="*/ 2468 w 10031"/>
              <a:gd name="connsiteY8" fmla="*/ 9984 h 10080"/>
              <a:gd name="connsiteX9" fmla="*/ 664 w 10031"/>
              <a:gd name="connsiteY9" fmla="*/ 10055 h 10080"/>
              <a:gd name="connsiteX10" fmla="*/ 82 w 10031"/>
              <a:gd name="connsiteY10" fmla="*/ 9652 h 10080"/>
              <a:gd name="connsiteX11" fmla="*/ 33 w 10031"/>
              <a:gd name="connsiteY11" fmla="*/ 9114 h 10080"/>
              <a:gd name="connsiteX12" fmla="*/ 317 w 10031"/>
              <a:gd name="connsiteY12" fmla="*/ 536 h 10080"/>
              <a:gd name="connsiteX0" fmla="*/ 329 w 10043"/>
              <a:gd name="connsiteY0" fmla="*/ 536 h 10080"/>
              <a:gd name="connsiteX1" fmla="*/ 1758 w 10043"/>
              <a:gd name="connsiteY1" fmla="*/ 84 h 10080"/>
              <a:gd name="connsiteX2" fmla="*/ 4337 w 10043"/>
              <a:gd name="connsiteY2" fmla="*/ 90 h 10080"/>
              <a:gd name="connsiteX3" fmla="*/ 7437 w 10043"/>
              <a:gd name="connsiteY3" fmla="*/ 47 h 10080"/>
              <a:gd name="connsiteX4" fmla="*/ 10041 w 10043"/>
              <a:gd name="connsiteY4" fmla="*/ 357 h 10080"/>
              <a:gd name="connsiteX5" fmla="*/ 10034 w 10043"/>
              <a:gd name="connsiteY5" fmla="*/ 9125 h 10080"/>
              <a:gd name="connsiteX6" fmla="*/ 9004 w 10043"/>
              <a:gd name="connsiteY6" fmla="*/ 9930 h 10080"/>
              <a:gd name="connsiteX7" fmla="*/ 5195 w 10043"/>
              <a:gd name="connsiteY7" fmla="*/ 9922 h 10080"/>
              <a:gd name="connsiteX8" fmla="*/ 2480 w 10043"/>
              <a:gd name="connsiteY8" fmla="*/ 9984 h 10080"/>
              <a:gd name="connsiteX9" fmla="*/ 676 w 10043"/>
              <a:gd name="connsiteY9" fmla="*/ 10055 h 10080"/>
              <a:gd name="connsiteX10" fmla="*/ 94 w 10043"/>
              <a:gd name="connsiteY10" fmla="*/ 9652 h 10080"/>
              <a:gd name="connsiteX11" fmla="*/ 45 w 10043"/>
              <a:gd name="connsiteY11" fmla="*/ 9114 h 10080"/>
              <a:gd name="connsiteX12" fmla="*/ 329 w 10043"/>
              <a:gd name="connsiteY12" fmla="*/ 536 h 10080"/>
              <a:gd name="connsiteX0" fmla="*/ 354 w 10068"/>
              <a:gd name="connsiteY0" fmla="*/ 536 h 10080"/>
              <a:gd name="connsiteX1" fmla="*/ 1783 w 10068"/>
              <a:gd name="connsiteY1" fmla="*/ 84 h 10080"/>
              <a:gd name="connsiteX2" fmla="*/ 4362 w 10068"/>
              <a:gd name="connsiteY2" fmla="*/ 90 h 10080"/>
              <a:gd name="connsiteX3" fmla="*/ 7462 w 10068"/>
              <a:gd name="connsiteY3" fmla="*/ 47 h 10080"/>
              <a:gd name="connsiteX4" fmla="*/ 10066 w 10068"/>
              <a:gd name="connsiteY4" fmla="*/ 357 h 10080"/>
              <a:gd name="connsiteX5" fmla="*/ 10059 w 10068"/>
              <a:gd name="connsiteY5" fmla="*/ 9125 h 10080"/>
              <a:gd name="connsiteX6" fmla="*/ 9029 w 10068"/>
              <a:gd name="connsiteY6" fmla="*/ 9930 h 10080"/>
              <a:gd name="connsiteX7" fmla="*/ 5220 w 10068"/>
              <a:gd name="connsiteY7" fmla="*/ 9922 h 10080"/>
              <a:gd name="connsiteX8" fmla="*/ 2505 w 10068"/>
              <a:gd name="connsiteY8" fmla="*/ 9984 h 10080"/>
              <a:gd name="connsiteX9" fmla="*/ 701 w 10068"/>
              <a:gd name="connsiteY9" fmla="*/ 10055 h 10080"/>
              <a:gd name="connsiteX10" fmla="*/ 54 w 10068"/>
              <a:gd name="connsiteY10" fmla="*/ 9740 h 10080"/>
              <a:gd name="connsiteX11" fmla="*/ 70 w 10068"/>
              <a:gd name="connsiteY11" fmla="*/ 9114 h 10080"/>
              <a:gd name="connsiteX12" fmla="*/ 354 w 1006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04 w 10095"/>
              <a:gd name="connsiteY6" fmla="*/ 9802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264"/>
              <a:gd name="connsiteY0" fmla="*/ 505 h 10057"/>
              <a:gd name="connsiteX1" fmla="*/ 1812 w 10264"/>
              <a:gd name="connsiteY1" fmla="*/ 53 h 10057"/>
              <a:gd name="connsiteX2" fmla="*/ 4391 w 10264"/>
              <a:gd name="connsiteY2" fmla="*/ 59 h 10057"/>
              <a:gd name="connsiteX3" fmla="*/ 7491 w 10264"/>
              <a:gd name="connsiteY3" fmla="*/ 16 h 10057"/>
              <a:gd name="connsiteX4" fmla="*/ 10095 w 10264"/>
              <a:gd name="connsiteY4" fmla="*/ 326 h 10057"/>
              <a:gd name="connsiteX5" fmla="*/ 9987 w 10264"/>
              <a:gd name="connsiteY5" fmla="*/ 3016 h 10057"/>
              <a:gd name="connsiteX6" fmla="*/ 9942 w 10264"/>
              <a:gd name="connsiteY6" fmla="*/ 9094 h 10057"/>
              <a:gd name="connsiteX7" fmla="*/ 9831 w 10264"/>
              <a:gd name="connsiteY7" fmla="*/ 9683 h 10057"/>
              <a:gd name="connsiteX8" fmla="*/ 9058 w 10264"/>
              <a:gd name="connsiteY8" fmla="*/ 9899 h 10057"/>
              <a:gd name="connsiteX9" fmla="*/ 5249 w 10264"/>
              <a:gd name="connsiteY9" fmla="*/ 9891 h 10057"/>
              <a:gd name="connsiteX10" fmla="*/ 2534 w 10264"/>
              <a:gd name="connsiteY10" fmla="*/ 9953 h 10057"/>
              <a:gd name="connsiteX11" fmla="*/ 730 w 10264"/>
              <a:gd name="connsiteY11" fmla="*/ 10024 h 10057"/>
              <a:gd name="connsiteX12" fmla="*/ 83 w 10264"/>
              <a:gd name="connsiteY12" fmla="*/ 9709 h 10057"/>
              <a:gd name="connsiteX13" fmla="*/ 99 w 10264"/>
              <a:gd name="connsiteY13" fmla="*/ 9083 h 10057"/>
              <a:gd name="connsiteX14" fmla="*/ 383 w 10264"/>
              <a:gd name="connsiteY14" fmla="*/ 505 h 10057"/>
              <a:gd name="connsiteX0" fmla="*/ 383 w 10148"/>
              <a:gd name="connsiteY0" fmla="*/ 557 h 10109"/>
              <a:gd name="connsiteX1" fmla="*/ 1812 w 10148"/>
              <a:gd name="connsiteY1" fmla="*/ 105 h 10109"/>
              <a:gd name="connsiteX2" fmla="*/ 4391 w 10148"/>
              <a:gd name="connsiteY2" fmla="*/ 111 h 10109"/>
              <a:gd name="connsiteX3" fmla="*/ 7491 w 10148"/>
              <a:gd name="connsiteY3" fmla="*/ 68 h 10109"/>
              <a:gd name="connsiteX4" fmla="*/ 9939 w 10148"/>
              <a:gd name="connsiteY4" fmla="*/ 285 h 10109"/>
              <a:gd name="connsiteX5" fmla="*/ 9987 w 10148"/>
              <a:gd name="connsiteY5" fmla="*/ 3068 h 10109"/>
              <a:gd name="connsiteX6" fmla="*/ 9942 w 10148"/>
              <a:gd name="connsiteY6" fmla="*/ 9146 h 10109"/>
              <a:gd name="connsiteX7" fmla="*/ 9831 w 10148"/>
              <a:gd name="connsiteY7" fmla="*/ 9735 h 10109"/>
              <a:gd name="connsiteX8" fmla="*/ 9058 w 10148"/>
              <a:gd name="connsiteY8" fmla="*/ 9951 h 10109"/>
              <a:gd name="connsiteX9" fmla="*/ 5249 w 10148"/>
              <a:gd name="connsiteY9" fmla="*/ 9943 h 10109"/>
              <a:gd name="connsiteX10" fmla="*/ 2534 w 10148"/>
              <a:gd name="connsiteY10" fmla="*/ 10005 h 10109"/>
              <a:gd name="connsiteX11" fmla="*/ 730 w 10148"/>
              <a:gd name="connsiteY11" fmla="*/ 10076 h 10109"/>
              <a:gd name="connsiteX12" fmla="*/ 83 w 10148"/>
              <a:gd name="connsiteY12" fmla="*/ 9761 h 10109"/>
              <a:gd name="connsiteX13" fmla="*/ 99 w 10148"/>
              <a:gd name="connsiteY13" fmla="*/ 9135 h 10109"/>
              <a:gd name="connsiteX14" fmla="*/ 383 w 10148"/>
              <a:gd name="connsiteY14" fmla="*/ 557 h 10109"/>
              <a:gd name="connsiteX0" fmla="*/ 383 w 10023"/>
              <a:gd name="connsiteY0" fmla="*/ 557 h 10109"/>
              <a:gd name="connsiteX1" fmla="*/ 1812 w 10023"/>
              <a:gd name="connsiteY1" fmla="*/ 105 h 10109"/>
              <a:gd name="connsiteX2" fmla="*/ 4391 w 10023"/>
              <a:gd name="connsiteY2" fmla="*/ 111 h 10109"/>
              <a:gd name="connsiteX3" fmla="*/ 7491 w 10023"/>
              <a:gd name="connsiteY3" fmla="*/ 68 h 10109"/>
              <a:gd name="connsiteX4" fmla="*/ 9939 w 10023"/>
              <a:gd name="connsiteY4" fmla="*/ 285 h 10109"/>
              <a:gd name="connsiteX5" fmla="*/ 9987 w 10023"/>
              <a:gd name="connsiteY5" fmla="*/ 3068 h 10109"/>
              <a:gd name="connsiteX6" fmla="*/ 9942 w 10023"/>
              <a:gd name="connsiteY6" fmla="*/ 9146 h 10109"/>
              <a:gd name="connsiteX7" fmla="*/ 9831 w 10023"/>
              <a:gd name="connsiteY7" fmla="*/ 9735 h 10109"/>
              <a:gd name="connsiteX8" fmla="*/ 9058 w 10023"/>
              <a:gd name="connsiteY8" fmla="*/ 9951 h 10109"/>
              <a:gd name="connsiteX9" fmla="*/ 5249 w 10023"/>
              <a:gd name="connsiteY9" fmla="*/ 9943 h 10109"/>
              <a:gd name="connsiteX10" fmla="*/ 2534 w 10023"/>
              <a:gd name="connsiteY10" fmla="*/ 10005 h 10109"/>
              <a:gd name="connsiteX11" fmla="*/ 730 w 10023"/>
              <a:gd name="connsiteY11" fmla="*/ 10076 h 10109"/>
              <a:gd name="connsiteX12" fmla="*/ 83 w 10023"/>
              <a:gd name="connsiteY12" fmla="*/ 9761 h 10109"/>
              <a:gd name="connsiteX13" fmla="*/ 99 w 10023"/>
              <a:gd name="connsiteY13" fmla="*/ 9135 h 10109"/>
              <a:gd name="connsiteX14" fmla="*/ 383 w 10023"/>
              <a:gd name="connsiteY14" fmla="*/ 557 h 10109"/>
              <a:gd name="connsiteX0" fmla="*/ 383 w 10006"/>
              <a:gd name="connsiteY0" fmla="*/ 557 h 10109"/>
              <a:gd name="connsiteX1" fmla="*/ 1812 w 10006"/>
              <a:gd name="connsiteY1" fmla="*/ 105 h 10109"/>
              <a:gd name="connsiteX2" fmla="*/ 4391 w 10006"/>
              <a:gd name="connsiteY2" fmla="*/ 111 h 10109"/>
              <a:gd name="connsiteX3" fmla="*/ 7491 w 10006"/>
              <a:gd name="connsiteY3" fmla="*/ 68 h 10109"/>
              <a:gd name="connsiteX4" fmla="*/ 9939 w 10006"/>
              <a:gd name="connsiteY4" fmla="*/ 285 h 10109"/>
              <a:gd name="connsiteX5" fmla="*/ 9987 w 10006"/>
              <a:gd name="connsiteY5" fmla="*/ 3068 h 10109"/>
              <a:gd name="connsiteX6" fmla="*/ 9942 w 10006"/>
              <a:gd name="connsiteY6" fmla="*/ 9146 h 10109"/>
              <a:gd name="connsiteX7" fmla="*/ 9831 w 10006"/>
              <a:gd name="connsiteY7" fmla="*/ 9735 h 10109"/>
              <a:gd name="connsiteX8" fmla="*/ 9058 w 10006"/>
              <a:gd name="connsiteY8" fmla="*/ 9951 h 10109"/>
              <a:gd name="connsiteX9" fmla="*/ 5249 w 10006"/>
              <a:gd name="connsiteY9" fmla="*/ 9943 h 10109"/>
              <a:gd name="connsiteX10" fmla="*/ 2534 w 10006"/>
              <a:gd name="connsiteY10" fmla="*/ 10005 h 10109"/>
              <a:gd name="connsiteX11" fmla="*/ 730 w 10006"/>
              <a:gd name="connsiteY11" fmla="*/ 10076 h 10109"/>
              <a:gd name="connsiteX12" fmla="*/ 83 w 10006"/>
              <a:gd name="connsiteY12" fmla="*/ 9761 h 10109"/>
              <a:gd name="connsiteX13" fmla="*/ 99 w 10006"/>
              <a:gd name="connsiteY13" fmla="*/ 9135 h 10109"/>
              <a:gd name="connsiteX14" fmla="*/ 383 w 10006"/>
              <a:gd name="connsiteY14" fmla="*/ 557 h 10109"/>
              <a:gd name="connsiteX0" fmla="*/ 383 w 10019"/>
              <a:gd name="connsiteY0" fmla="*/ 557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383 w 10019"/>
              <a:gd name="connsiteY14" fmla="*/ 557 h 10109"/>
              <a:gd name="connsiteX0" fmla="*/ 270 w 10019"/>
              <a:gd name="connsiteY0" fmla="*/ 562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562 h 10109"/>
              <a:gd name="connsiteX1" fmla="*/ 1774 w 10019"/>
              <a:gd name="connsiteY1" fmla="*/ 9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789 h 10336"/>
              <a:gd name="connsiteX1" fmla="*/ 1009 w 10019"/>
              <a:gd name="connsiteY1" fmla="*/ 327 h 10336"/>
              <a:gd name="connsiteX2" fmla="*/ 1774 w 10019"/>
              <a:gd name="connsiteY2" fmla="*/ 322 h 10336"/>
              <a:gd name="connsiteX3" fmla="*/ 4391 w 10019"/>
              <a:gd name="connsiteY3" fmla="*/ 338 h 10336"/>
              <a:gd name="connsiteX4" fmla="*/ 7491 w 10019"/>
              <a:gd name="connsiteY4" fmla="*/ 295 h 10336"/>
              <a:gd name="connsiteX5" fmla="*/ 9939 w 10019"/>
              <a:gd name="connsiteY5" fmla="*/ 512 h 10336"/>
              <a:gd name="connsiteX6" fmla="*/ 9987 w 10019"/>
              <a:gd name="connsiteY6" fmla="*/ 3295 h 10336"/>
              <a:gd name="connsiteX7" fmla="*/ 9942 w 10019"/>
              <a:gd name="connsiteY7" fmla="*/ 9373 h 10336"/>
              <a:gd name="connsiteX8" fmla="*/ 9831 w 10019"/>
              <a:gd name="connsiteY8" fmla="*/ 9962 h 10336"/>
              <a:gd name="connsiteX9" fmla="*/ 9058 w 10019"/>
              <a:gd name="connsiteY9" fmla="*/ 10178 h 10336"/>
              <a:gd name="connsiteX10" fmla="*/ 5249 w 10019"/>
              <a:gd name="connsiteY10" fmla="*/ 10170 h 10336"/>
              <a:gd name="connsiteX11" fmla="*/ 2534 w 10019"/>
              <a:gd name="connsiteY11" fmla="*/ 10232 h 10336"/>
              <a:gd name="connsiteX12" fmla="*/ 730 w 10019"/>
              <a:gd name="connsiteY12" fmla="*/ 10303 h 10336"/>
              <a:gd name="connsiteX13" fmla="*/ 83 w 10019"/>
              <a:gd name="connsiteY13" fmla="*/ 9988 h 10336"/>
              <a:gd name="connsiteX14" fmla="*/ 99 w 10019"/>
              <a:gd name="connsiteY14" fmla="*/ 9362 h 10336"/>
              <a:gd name="connsiteX15" fmla="*/ 270 w 10019"/>
              <a:gd name="connsiteY15" fmla="*/ 789 h 10336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019" h="10110">
                <a:moveTo>
                  <a:pt x="270" y="563"/>
                </a:moveTo>
                <a:cubicBezTo>
                  <a:pt x="249" y="145"/>
                  <a:pt x="812" y="51"/>
                  <a:pt x="1009" y="101"/>
                </a:cubicBezTo>
                <a:cubicBezTo>
                  <a:pt x="1260" y="57"/>
                  <a:pt x="1210" y="94"/>
                  <a:pt x="1774" y="96"/>
                </a:cubicBezTo>
                <a:lnTo>
                  <a:pt x="4391" y="112"/>
                </a:lnTo>
                <a:cubicBezTo>
                  <a:pt x="5344" y="108"/>
                  <a:pt x="6566" y="40"/>
                  <a:pt x="7491" y="69"/>
                </a:cubicBezTo>
                <a:cubicBezTo>
                  <a:pt x="8416" y="98"/>
                  <a:pt x="9512" y="-211"/>
                  <a:pt x="9939" y="286"/>
                </a:cubicBezTo>
                <a:cubicBezTo>
                  <a:pt x="10064" y="415"/>
                  <a:pt x="10012" y="1608"/>
                  <a:pt x="9987" y="3069"/>
                </a:cubicBezTo>
                <a:cubicBezTo>
                  <a:pt x="9962" y="4530"/>
                  <a:pt x="9979" y="8033"/>
                  <a:pt x="9942" y="9147"/>
                </a:cubicBezTo>
                <a:cubicBezTo>
                  <a:pt x="9907" y="9528"/>
                  <a:pt x="9841" y="9739"/>
                  <a:pt x="9831" y="9736"/>
                </a:cubicBezTo>
                <a:cubicBezTo>
                  <a:pt x="9600" y="9885"/>
                  <a:pt x="9822" y="9917"/>
                  <a:pt x="9058" y="9952"/>
                </a:cubicBezTo>
                <a:cubicBezTo>
                  <a:pt x="8294" y="9987"/>
                  <a:pt x="6337" y="9936"/>
                  <a:pt x="5249" y="9944"/>
                </a:cubicBezTo>
                <a:cubicBezTo>
                  <a:pt x="4162" y="9953"/>
                  <a:pt x="3895" y="10006"/>
                  <a:pt x="2534" y="10006"/>
                </a:cubicBezTo>
                <a:cubicBezTo>
                  <a:pt x="1404" y="10065"/>
                  <a:pt x="1135" y="10163"/>
                  <a:pt x="730" y="10077"/>
                </a:cubicBezTo>
                <a:cubicBezTo>
                  <a:pt x="325" y="9991"/>
                  <a:pt x="304" y="10052"/>
                  <a:pt x="83" y="9762"/>
                </a:cubicBezTo>
                <a:cubicBezTo>
                  <a:pt x="-59" y="9645"/>
                  <a:pt x="4" y="9440"/>
                  <a:pt x="99" y="9136"/>
                </a:cubicBezTo>
                <a:cubicBezTo>
                  <a:pt x="81" y="7566"/>
                  <a:pt x="40" y="2139"/>
                  <a:pt x="270" y="563"/>
                </a:cubicBezTo>
                <a:close/>
              </a:path>
            </a:pathLst>
          </a:cu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Afbeelding invoegen</a:t>
            </a:r>
          </a:p>
        </p:txBody>
      </p:sp>
      <p:sp>
        <p:nvSpPr>
          <p:cNvPr id="8" name="Tijdelijke aanduiding voor tekst 5">
            <a:extLst>
              <a:ext uri="{FF2B5EF4-FFF2-40B4-BE49-F238E27FC236}">
                <a16:creationId xmlns:a16="http://schemas.microsoft.com/office/drawing/2014/main" id="{044E731E-B7D0-AE3A-B1D5-7984D9573A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08800" y="1917700"/>
            <a:ext cx="4757738" cy="3529013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1166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2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0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6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4" grpId="0"/>
          <p:bldP spid="8" grpId="0">
            <p:tmplLst>
              <p:tmpl>
                <p:tnLst>
                  <p:par>
                    <p:cTn presetID="2" presetClass="entr" presetSubtype="2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1+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2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0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6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4" grpId="0"/>
          <p:bldP spid="8" grpId="0">
            <p:tmplLst>
              <p:tmpl>
                <p:tnLst>
                  <p:par>
                    <p:cTn presetID="2" presetClass="entr" presetSubtype="2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1+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raktisch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758369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AGENDA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201EAD1F-78C2-D5E1-CBFC-2392BE24079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7469" y="157507"/>
            <a:ext cx="5899279" cy="6542985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284 w 10000"/>
              <a:gd name="connsiteY0" fmla="*/ 232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284 w 10000"/>
              <a:gd name="connsiteY10" fmla="*/ 232 h 10000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29 h 10297"/>
              <a:gd name="connsiteX1" fmla="*/ 2311 w 10000"/>
              <a:gd name="connsiteY1" fmla="*/ 27 h 10297"/>
              <a:gd name="connsiteX2" fmla="*/ 3638 w 10000"/>
              <a:gd name="connsiteY2" fmla="*/ 1175 h 10297"/>
              <a:gd name="connsiteX3" fmla="*/ 7500 w 10000"/>
              <a:gd name="connsiteY3" fmla="*/ 297 h 10297"/>
              <a:gd name="connsiteX4" fmla="*/ 10000 w 10000"/>
              <a:gd name="connsiteY4" fmla="*/ 1297 h 10297"/>
              <a:gd name="connsiteX5" fmla="*/ 10000 w 10000"/>
              <a:gd name="connsiteY5" fmla="*/ 9297 h 10297"/>
              <a:gd name="connsiteX6" fmla="*/ 7500 w 10000"/>
              <a:gd name="connsiteY6" fmla="*/ 8297 h 10297"/>
              <a:gd name="connsiteX7" fmla="*/ 5000 w 10000"/>
              <a:gd name="connsiteY7" fmla="*/ 9297 h 10297"/>
              <a:gd name="connsiteX8" fmla="*/ 2500 w 10000"/>
              <a:gd name="connsiteY8" fmla="*/ 10297 h 10297"/>
              <a:gd name="connsiteX9" fmla="*/ 0 w 10000"/>
              <a:gd name="connsiteY9" fmla="*/ 9297 h 10297"/>
              <a:gd name="connsiteX10" fmla="*/ 284 w 10000"/>
              <a:gd name="connsiteY10" fmla="*/ 529 h 10297"/>
              <a:gd name="connsiteX0" fmla="*/ 284 w 10000"/>
              <a:gd name="connsiteY0" fmla="*/ 510 h 10278"/>
              <a:gd name="connsiteX1" fmla="*/ 1944 w 10000"/>
              <a:gd name="connsiteY1" fmla="*/ 30 h 10278"/>
              <a:gd name="connsiteX2" fmla="*/ 3638 w 10000"/>
              <a:gd name="connsiteY2" fmla="*/ 1156 h 10278"/>
              <a:gd name="connsiteX3" fmla="*/ 7500 w 10000"/>
              <a:gd name="connsiteY3" fmla="*/ 278 h 10278"/>
              <a:gd name="connsiteX4" fmla="*/ 10000 w 10000"/>
              <a:gd name="connsiteY4" fmla="*/ 1278 h 10278"/>
              <a:gd name="connsiteX5" fmla="*/ 10000 w 10000"/>
              <a:gd name="connsiteY5" fmla="*/ 9278 h 10278"/>
              <a:gd name="connsiteX6" fmla="*/ 7500 w 10000"/>
              <a:gd name="connsiteY6" fmla="*/ 8278 h 10278"/>
              <a:gd name="connsiteX7" fmla="*/ 5000 w 10000"/>
              <a:gd name="connsiteY7" fmla="*/ 9278 h 10278"/>
              <a:gd name="connsiteX8" fmla="*/ 2500 w 10000"/>
              <a:gd name="connsiteY8" fmla="*/ 10278 h 10278"/>
              <a:gd name="connsiteX9" fmla="*/ 0 w 10000"/>
              <a:gd name="connsiteY9" fmla="*/ 9278 h 10278"/>
              <a:gd name="connsiteX10" fmla="*/ 284 w 10000"/>
              <a:gd name="connsiteY10" fmla="*/ 510 h 10278"/>
              <a:gd name="connsiteX0" fmla="*/ 284 w 10000"/>
              <a:gd name="connsiteY0" fmla="*/ 483 h 10251"/>
              <a:gd name="connsiteX1" fmla="*/ 1944 w 10000"/>
              <a:gd name="connsiteY1" fmla="*/ 3 h 10251"/>
              <a:gd name="connsiteX2" fmla="*/ 3638 w 10000"/>
              <a:gd name="connsiteY2" fmla="*/ 1129 h 10251"/>
              <a:gd name="connsiteX3" fmla="*/ 7500 w 10000"/>
              <a:gd name="connsiteY3" fmla="*/ 251 h 10251"/>
              <a:gd name="connsiteX4" fmla="*/ 10000 w 10000"/>
              <a:gd name="connsiteY4" fmla="*/ 1251 h 10251"/>
              <a:gd name="connsiteX5" fmla="*/ 10000 w 10000"/>
              <a:gd name="connsiteY5" fmla="*/ 9251 h 10251"/>
              <a:gd name="connsiteX6" fmla="*/ 7500 w 10000"/>
              <a:gd name="connsiteY6" fmla="*/ 8251 h 10251"/>
              <a:gd name="connsiteX7" fmla="*/ 5000 w 10000"/>
              <a:gd name="connsiteY7" fmla="*/ 9251 h 10251"/>
              <a:gd name="connsiteX8" fmla="*/ 2500 w 10000"/>
              <a:gd name="connsiteY8" fmla="*/ 10251 h 10251"/>
              <a:gd name="connsiteX9" fmla="*/ 0 w 10000"/>
              <a:gd name="connsiteY9" fmla="*/ 9251 h 10251"/>
              <a:gd name="connsiteX10" fmla="*/ 284 w 10000"/>
              <a:gd name="connsiteY10" fmla="*/ 483 h 10251"/>
              <a:gd name="connsiteX0" fmla="*/ 284 w 10000"/>
              <a:gd name="connsiteY0" fmla="*/ 501 h 10269"/>
              <a:gd name="connsiteX1" fmla="*/ 1944 w 10000"/>
              <a:gd name="connsiteY1" fmla="*/ 21 h 10269"/>
              <a:gd name="connsiteX2" fmla="*/ 4100 w 10000"/>
              <a:gd name="connsiteY2" fmla="*/ 101 h 10269"/>
              <a:gd name="connsiteX3" fmla="*/ 7500 w 10000"/>
              <a:gd name="connsiteY3" fmla="*/ 269 h 10269"/>
              <a:gd name="connsiteX4" fmla="*/ 10000 w 10000"/>
              <a:gd name="connsiteY4" fmla="*/ 1269 h 10269"/>
              <a:gd name="connsiteX5" fmla="*/ 10000 w 10000"/>
              <a:gd name="connsiteY5" fmla="*/ 9269 h 10269"/>
              <a:gd name="connsiteX6" fmla="*/ 7500 w 10000"/>
              <a:gd name="connsiteY6" fmla="*/ 8269 h 10269"/>
              <a:gd name="connsiteX7" fmla="*/ 5000 w 10000"/>
              <a:gd name="connsiteY7" fmla="*/ 9269 h 10269"/>
              <a:gd name="connsiteX8" fmla="*/ 2500 w 10000"/>
              <a:gd name="connsiteY8" fmla="*/ 10269 h 10269"/>
              <a:gd name="connsiteX9" fmla="*/ 0 w 10000"/>
              <a:gd name="connsiteY9" fmla="*/ 9269 h 10269"/>
              <a:gd name="connsiteX10" fmla="*/ 284 w 10000"/>
              <a:gd name="connsiteY10" fmla="*/ 501 h 10269"/>
              <a:gd name="connsiteX0" fmla="*/ 284 w 10000"/>
              <a:gd name="connsiteY0" fmla="*/ 496 h 10264"/>
              <a:gd name="connsiteX1" fmla="*/ 1944 w 10000"/>
              <a:gd name="connsiteY1" fmla="*/ 16 h 10264"/>
              <a:gd name="connsiteX2" fmla="*/ 4100 w 10000"/>
              <a:gd name="connsiteY2" fmla="*/ 96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20 h 10288"/>
              <a:gd name="connsiteX1" fmla="*/ 1443 w 10000"/>
              <a:gd name="connsiteY1" fmla="*/ 40 h 10288"/>
              <a:gd name="connsiteX2" fmla="*/ 4349 w 10000"/>
              <a:gd name="connsiteY2" fmla="*/ 53 h 10288"/>
              <a:gd name="connsiteX3" fmla="*/ 7500 w 10000"/>
              <a:gd name="connsiteY3" fmla="*/ 288 h 10288"/>
              <a:gd name="connsiteX4" fmla="*/ 10000 w 10000"/>
              <a:gd name="connsiteY4" fmla="*/ 1288 h 10288"/>
              <a:gd name="connsiteX5" fmla="*/ 10000 w 10000"/>
              <a:gd name="connsiteY5" fmla="*/ 9288 h 10288"/>
              <a:gd name="connsiteX6" fmla="*/ 7500 w 10000"/>
              <a:gd name="connsiteY6" fmla="*/ 8288 h 10288"/>
              <a:gd name="connsiteX7" fmla="*/ 5000 w 10000"/>
              <a:gd name="connsiteY7" fmla="*/ 9288 h 10288"/>
              <a:gd name="connsiteX8" fmla="*/ 2500 w 10000"/>
              <a:gd name="connsiteY8" fmla="*/ 10288 h 10288"/>
              <a:gd name="connsiteX9" fmla="*/ 0 w 10000"/>
              <a:gd name="connsiteY9" fmla="*/ 9288 h 10288"/>
              <a:gd name="connsiteX10" fmla="*/ 284 w 10000"/>
              <a:gd name="connsiteY10" fmla="*/ 520 h 10288"/>
              <a:gd name="connsiteX0" fmla="*/ 284 w 10000"/>
              <a:gd name="connsiteY0" fmla="*/ 496 h 10264"/>
              <a:gd name="connsiteX1" fmla="*/ 1443 w 10000"/>
              <a:gd name="connsiteY1" fmla="*/ 16 h 10264"/>
              <a:gd name="connsiteX2" fmla="*/ 4349 w 10000"/>
              <a:gd name="connsiteY2" fmla="*/ 29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491 h 10259"/>
              <a:gd name="connsiteX1" fmla="*/ 1733 w 10000"/>
              <a:gd name="connsiteY1" fmla="*/ 18 h 10259"/>
              <a:gd name="connsiteX2" fmla="*/ 4349 w 10000"/>
              <a:gd name="connsiteY2" fmla="*/ 24 h 10259"/>
              <a:gd name="connsiteX3" fmla="*/ 7500 w 10000"/>
              <a:gd name="connsiteY3" fmla="*/ 259 h 10259"/>
              <a:gd name="connsiteX4" fmla="*/ 10000 w 10000"/>
              <a:gd name="connsiteY4" fmla="*/ 1259 h 10259"/>
              <a:gd name="connsiteX5" fmla="*/ 10000 w 10000"/>
              <a:gd name="connsiteY5" fmla="*/ 9259 h 10259"/>
              <a:gd name="connsiteX6" fmla="*/ 7500 w 10000"/>
              <a:gd name="connsiteY6" fmla="*/ 8259 h 10259"/>
              <a:gd name="connsiteX7" fmla="*/ 5000 w 10000"/>
              <a:gd name="connsiteY7" fmla="*/ 9259 h 10259"/>
              <a:gd name="connsiteX8" fmla="*/ 2500 w 10000"/>
              <a:gd name="connsiteY8" fmla="*/ 10259 h 10259"/>
              <a:gd name="connsiteX9" fmla="*/ 0 w 10000"/>
              <a:gd name="connsiteY9" fmla="*/ 9259 h 10259"/>
              <a:gd name="connsiteX10" fmla="*/ 284 w 10000"/>
              <a:gd name="connsiteY10" fmla="*/ 491 h 10259"/>
              <a:gd name="connsiteX0" fmla="*/ 284 w 10000"/>
              <a:gd name="connsiteY0" fmla="*/ 488 h 10256"/>
              <a:gd name="connsiteX1" fmla="*/ 1733 w 10000"/>
              <a:gd name="connsiteY1" fmla="*/ 15 h 10256"/>
              <a:gd name="connsiteX2" fmla="*/ 4349 w 10000"/>
              <a:gd name="connsiteY2" fmla="*/ 21 h 10256"/>
              <a:gd name="connsiteX3" fmla="*/ 7500 w 10000"/>
              <a:gd name="connsiteY3" fmla="*/ 256 h 10256"/>
              <a:gd name="connsiteX4" fmla="*/ 10000 w 10000"/>
              <a:gd name="connsiteY4" fmla="*/ 1256 h 10256"/>
              <a:gd name="connsiteX5" fmla="*/ 10000 w 10000"/>
              <a:gd name="connsiteY5" fmla="*/ 9256 h 10256"/>
              <a:gd name="connsiteX6" fmla="*/ 7500 w 10000"/>
              <a:gd name="connsiteY6" fmla="*/ 8256 h 10256"/>
              <a:gd name="connsiteX7" fmla="*/ 5000 w 10000"/>
              <a:gd name="connsiteY7" fmla="*/ 9256 h 10256"/>
              <a:gd name="connsiteX8" fmla="*/ 2500 w 10000"/>
              <a:gd name="connsiteY8" fmla="*/ 10256 h 10256"/>
              <a:gd name="connsiteX9" fmla="*/ 0 w 10000"/>
              <a:gd name="connsiteY9" fmla="*/ 9256 h 10256"/>
              <a:gd name="connsiteX10" fmla="*/ 284 w 10000"/>
              <a:gd name="connsiteY10" fmla="*/ 488 h 10256"/>
              <a:gd name="connsiteX0" fmla="*/ 284 w 10000"/>
              <a:gd name="connsiteY0" fmla="*/ 593 h 10361"/>
              <a:gd name="connsiteX1" fmla="*/ 1733 w 10000"/>
              <a:gd name="connsiteY1" fmla="*/ 120 h 10361"/>
              <a:gd name="connsiteX2" fmla="*/ 4349 w 10000"/>
              <a:gd name="connsiteY2" fmla="*/ 126 h 10361"/>
              <a:gd name="connsiteX3" fmla="*/ 7493 w 10000"/>
              <a:gd name="connsiteY3" fmla="*/ 82 h 10361"/>
              <a:gd name="connsiteX4" fmla="*/ 10000 w 10000"/>
              <a:gd name="connsiteY4" fmla="*/ 1361 h 10361"/>
              <a:gd name="connsiteX5" fmla="*/ 10000 w 10000"/>
              <a:gd name="connsiteY5" fmla="*/ 9361 h 10361"/>
              <a:gd name="connsiteX6" fmla="*/ 7500 w 10000"/>
              <a:gd name="connsiteY6" fmla="*/ 8361 h 10361"/>
              <a:gd name="connsiteX7" fmla="*/ 5000 w 10000"/>
              <a:gd name="connsiteY7" fmla="*/ 9361 h 10361"/>
              <a:gd name="connsiteX8" fmla="*/ 2500 w 10000"/>
              <a:gd name="connsiteY8" fmla="*/ 10361 h 10361"/>
              <a:gd name="connsiteX9" fmla="*/ 0 w 10000"/>
              <a:gd name="connsiteY9" fmla="*/ 9361 h 10361"/>
              <a:gd name="connsiteX10" fmla="*/ 284 w 10000"/>
              <a:gd name="connsiteY10" fmla="*/ 593 h 10361"/>
              <a:gd name="connsiteX0" fmla="*/ 284 w 10000"/>
              <a:gd name="connsiteY0" fmla="*/ 511 h 10279"/>
              <a:gd name="connsiteX1" fmla="*/ 1733 w 10000"/>
              <a:gd name="connsiteY1" fmla="*/ 38 h 10279"/>
              <a:gd name="connsiteX2" fmla="*/ 4349 w 10000"/>
              <a:gd name="connsiteY2" fmla="*/ 44 h 10279"/>
              <a:gd name="connsiteX3" fmla="*/ 7493 w 10000"/>
              <a:gd name="connsiteY3" fmla="*/ 0 h 10279"/>
              <a:gd name="connsiteX4" fmla="*/ 10000 w 10000"/>
              <a:gd name="connsiteY4" fmla="*/ 1279 h 10279"/>
              <a:gd name="connsiteX5" fmla="*/ 10000 w 10000"/>
              <a:gd name="connsiteY5" fmla="*/ 9279 h 10279"/>
              <a:gd name="connsiteX6" fmla="*/ 7500 w 10000"/>
              <a:gd name="connsiteY6" fmla="*/ 8279 h 10279"/>
              <a:gd name="connsiteX7" fmla="*/ 5000 w 10000"/>
              <a:gd name="connsiteY7" fmla="*/ 9279 h 10279"/>
              <a:gd name="connsiteX8" fmla="*/ 2500 w 10000"/>
              <a:gd name="connsiteY8" fmla="*/ 10279 h 10279"/>
              <a:gd name="connsiteX9" fmla="*/ 0 w 10000"/>
              <a:gd name="connsiteY9" fmla="*/ 9279 h 10279"/>
              <a:gd name="connsiteX10" fmla="*/ 284 w 10000"/>
              <a:gd name="connsiteY10" fmla="*/ 511 h 10279"/>
              <a:gd name="connsiteX0" fmla="*/ 284 w 10092"/>
              <a:gd name="connsiteY0" fmla="*/ 535 h 10303"/>
              <a:gd name="connsiteX1" fmla="*/ 1733 w 10092"/>
              <a:gd name="connsiteY1" fmla="*/ 62 h 10303"/>
              <a:gd name="connsiteX2" fmla="*/ 4349 w 10092"/>
              <a:gd name="connsiteY2" fmla="*/ 68 h 10303"/>
              <a:gd name="connsiteX3" fmla="*/ 7493 w 10092"/>
              <a:gd name="connsiteY3" fmla="*/ 24 h 10303"/>
              <a:gd name="connsiteX4" fmla="*/ 10092 w 10092"/>
              <a:gd name="connsiteY4" fmla="*/ 354 h 10303"/>
              <a:gd name="connsiteX5" fmla="*/ 10000 w 10092"/>
              <a:gd name="connsiteY5" fmla="*/ 9303 h 10303"/>
              <a:gd name="connsiteX6" fmla="*/ 7500 w 10092"/>
              <a:gd name="connsiteY6" fmla="*/ 8303 h 10303"/>
              <a:gd name="connsiteX7" fmla="*/ 5000 w 10092"/>
              <a:gd name="connsiteY7" fmla="*/ 9303 h 10303"/>
              <a:gd name="connsiteX8" fmla="*/ 2500 w 10092"/>
              <a:gd name="connsiteY8" fmla="*/ 10303 h 10303"/>
              <a:gd name="connsiteX9" fmla="*/ 0 w 10092"/>
              <a:gd name="connsiteY9" fmla="*/ 9303 h 10303"/>
              <a:gd name="connsiteX10" fmla="*/ 284 w 10092"/>
              <a:gd name="connsiteY10" fmla="*/ 535 h 10303"/>
              <a:gd name="connsiteX0" fmla="*/ 284 w 10092"/>
              <a:gd name="connsiteY0" fmla="*/ 557 h 10325"/>
              <a:gd name="connsiteX1" fmla="*/ 1733 w 10092"/>
              <a:gd name="connsiteY1" fmla="*/ 84 h 10325"/>
              <a:gd name="connsiteX2" fmla="*/ 4349 w 10092"/>
              <a:gd name="connsiteY2" fmla="*/ 90 h 10325"/>
              <a:gd name="connsiteX3" fmla="*/ 7493 w 10092"/>
              <a:gd name="connsiteY3" fmla="*/ 46 h 10325"/>
              <a:gd name="connsiteX4" fmla="*/ 10092 w 10092"/>
              <a:gd name="connsiteY4" fmla="*/ 376 h 10325"/>
              <a:gd name="connsiteX5" fmla="*/ 10000 w 10092"/>
              <a:gd name="connsiteY5" fmla="*/ 9325 h 10325"/>
              <a:gd name="connsiteX6" fmla="*/ 7500 w 10092"/>
              <a:gd name="connsiteY6" fmla="*/ 8325 h 10325"/>
              <a:gd name="connsiteX7" fmla="*/ 5000 w 10092"/>
              <a:gd name="connsiteY7" fmla="*/ 9325 h 10325"/>
              <a:gd name="connsiteX8" fmla="*/ 2500 w 10092"/>
              <a:gd name="connsiteY8" fmla="*/ 10325 h 10325"/>
              <a:gd name="connsiteX9" fmla="*/ 0 w 10092"/>
              <a:gd name="connsiteY9" fmla="*/ 9325 h 10325"/>
              <a:gd name="connsiteX10" fmla="*/ 284 w 10092"/>
              <a:gd name="connsiteY10" fmla="*/ 557 h 10325"/>
              <a:gd name="connsiteX0" fmla="*/ 284 w 10134"/>
              <a:gd name="connsiteY0" fmla="*/ 561 h 10329"/>
              <a:gd name="connsiteX1" fmla="*/ 1733 w 10134"/>
              <a:gd name="connsiteY1" fmla="*/ 88 h 10329"/>
              <a:gd name="connsiteX2" fmla="*/ 4349 w 10134"/>
              <a:gd name="connsiteY2" fmla="*/ 94 h 10329"/>
              <a:gd name="connsiteX3" fmla="*/ 7493 w 10134"/>
              <a:gd name="connsiteY3" fmla="*/ 50 h 10329"/>
              <a:gd name="connsiteX4" fmla="*/ 10134 w 10134"/>
              <a:gd name="connsiteY4" fmla="*/ 373 h 10329"/>
              <a:gd name="connsiteX5" fmla="*/ 10000 w 10134"/>
              <a:gd name="connsiteY5" fmla="*/ 9329 h 10329"/>
              <a:gd name="connsiteX6" fmla="*/ 7500 w 10134"/>
              <a:gd name="connsiteY6" fmla="*/ 8329 h 10329"/>
              <a:gd name="connsiteX7" fmla="*/ 5000 w 10134"/>
              <a:gd name="connsiteY7" fmla="*/ 9329 h 10329"/>
              <a:gd name="connsiteX8" fmla="*/ 2500 w 10134"/>
              <a:gd name="connsiteY8" fmla="*/ 10329 h 10329"/>
              <a:gd name="connsiteX9" fmla="*/ 0 w 10134"/>
              <a:gd name="connsiteY9" fmla="*/ 9329 h 10329"/>
              <a:gd name="connsiteX10" fmla="*/ 284 w 10134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402"/>
              <a:gd name="connsiteX1" fmla="*/ 1733 w 10136"/>
              <a:gd name="connsiteY1" fmla="*/ 88 h 10402"/>
              <a:gd name="connsiteX2" fmla="*/ 4349 w 10136"/>
              <a:gd name="connsiteY2" fmla="*/ 94 h 10402"/>
              <a:gd name="connsiteX3" fmla="*/ 7493 w 10136"/>
              <a:gd name="connsiteY3" fmla="*/ 50 h 10402"/>
              <a:gd name="connsiteX4" fmla="*/ 10134 w 10136"/>
              <a:gd name="connsiteY4" fmla="*/ 373 h 10402"/>
              <a:gd name="connsiteX5" fmla="*/ 10127 w 10136"/>
              <a:gd name="connsiteY5" fmla="*/ 9555 h 10402"/>
              <a:gd name="connsiteX6" fmla="*/ 9082 w 10136"/>
              <a:gd name="connsiteY6" fmla="*/ 10399 h 10402"/>
              <a:gd name="connsiteX7" fmla="*/ 5000 w 10136"/>
              <a:gd name="connsiteY7" fmla="*/ 9329 h 10402"/>
              <a:gd name="connsiteX8" fmla="*/ 2500 w 10136"/>
              <a:gd name="connsiteY8" fmla="*/ 10329 h 10402"/>
              <a:gd name="connsiteX9" fmla="*/ 0 w 10136"/>
              <a:gd name="connsiteY9" fmla="*/ 9329 h 10402"/>
              <a:gd name="connsiteX10" fmla="*/ 284 w 10136"/>
              <a:gd name="connsiteY10" fmla="*/ 561 h 10402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461"/>
              <a:gd name="connsiteX1" fmla="*/ 1733 w 10136"/>
              <a:gd name="connsiteY1" fmla="*/ 88 h 10461"/>
              <a:gd name="connsiteX2" fmla="*/ 4349 w 10136"/>
              <a:gd name="connsiteY2" fmla="*/ 94 h 10461"/>
              <a:gd name="connsiteX3" fmla="*/ 7493 w 10136"/>
              <a:gd name="connsiteY3" fmla="*/ 50 h 10461"/>
              <a:gd name="connsiteX4" fmla="*/ 10134 w 10136"/>
              <a:gd name="connsiteY4" fmla="*/ 373 h 10461"/>
              <a:gd name="connsiteX5" fmla="*/ 10127 w 10136"/>
              <a:gd name="connsiteY5" fmla="*/ 9555 h 10461"/>
              <a:gd name="connsiteX6" fmla="*/ 9082 w 10136"/>
              <a:gd name="connsiteY6" fmla="*/ 10399 h 10461"/>
              <a:gd name="connsiteX7" fmla="*/ 5219 w 10136"/>
              <a:gd name="connsiteY7" fmla="*/ 10391 h 10461"/>
              <a:gd name="connsiteX8" fmla="*/ 2500 w 10136"/>
              <a:gd name="connsiteY8" fmla="*/ 10329 h 10461"/>
              <a:gd name="connsiteX9" fmla="*/ 0 w 10136"/>
              <a:gd name="connsiteY9" fmla="*/ 9329 h 10461"/>
              <a:gd name="connsiteX10" fmla="*/ 284 w 10136"/>
              <a:gd name="connsiteY10" fmla="*/ 561 h 10461"/>
              <a:gd name="connsiteX0" fmla="*/ 284 w 10136"/>
              <a:gd name="connsiteY0" fmla="*/ 561 h 10401"/>
              <a:gd name="connsiteX1" fmla="*/ 1733 w 10136"/>
              <a:gd name="connsiteY1" fmla="*/ 88 h 10401"/>
              <a:gd name="connsiteX2" fmla="*/ 4349 w 10136"/>
              <a:gd name="connsiteY2" fmla="*/ 94 h 10401"/>
              <a:gd name="connsiteX3" fmla="*/ 7493 w 10136"/>
              <a:gd name="connsiteY3" fmla="*/ 50 h 10401"/>
              <a:gd name="connsiteX4" fmla="*/ 10134 w 10136"/>
              <a:gd name="connsiteY4" fmla="*/ 373 h 10401"/>
              <a:gd name="connsiteX5" fmla="*/ 10127 w 10136"/>
              <a:gd name="connsiteY5" fmla="*/ 9555 h 10401"/>
              <a:gd name="connsiteX6" fmla="*/ 9082 w 10136"/>
              <a:gd name="connsiteY6" fmla="*/ 10399 h 10401"/>
              <a:gd name="connsiteX7" fmla="*/ 5219 w 10136"/>
              <a:gd name="connsiteY7" fmla="*/ 10391 h 10401"/>
              <a:gd name="connsiteX8" fmla="*/ 2500 w 10136"/>
              <a:gd name="connsiteY8" fmla="*/ 10329 h 10401"/>
              <a:gd name="connsiteX9" fmla="*/ 0 w 10136"/>
              <a:gd name="connsiteY9" fmla="*/ 9329 h 10401"/>
              <a:gd name="connsiteX10" fmla="*/ 284 w 10136"/>
              <a:gd name="connsiteY10" fmla="*/ 561 h 10401"/>
              <a:gd name="connsiteX0" fmla="*/ 284 w 10136"/>
              <a:gd name="connsiteY0" fmla="*/ 561 h 10455"/>
              <a:gd name="connsiteX1" fmla="*/ 1733 w 10136"/>
              <a:gd name="connsiteY1" fmla="*/ 88 h 10455"/>
              <a:gd name="connsiteX2" fmla="*/ 4349 w 10136"/>
              <a:gd name="connsiteY2" fmla="*/ 94 h 10455"/>
              <a:gd name="connsiteX3" fmla="*/ 7493 w 10136"/>
              <a:gd name="connsiteY3" fmla="*/ 50 h 10455"/>
              <a:gd name="connsiteX4" fmla="*/ 10134 w 10136"/>
              <a:gd name="connsiteY4" fmla="*/ 373 h 10455"/>
              <a:gd name="connsiteX5" fmla="*/ 10127 w 10136"/>
              <a:gd name="connsiteY5" fmla="*/ 9555 h 10455"/>
              <a:gd name="connsiteX6" fmla="*/ 9082 w 10136"/>
              <a:gd name="connsiteY6" fmla="*/ 10399 h 10455"/>
              <a:gd name="connsiteX7" fmla="*/ 5219 w 10136"/>
              <a:gd name="connsiteY7" fmla="*/ 10391 h 10455"/>
              <a:gd name="connsiteX8" fmla="*/ 2465 w 10136"/>
              <a:gd name="connsiteY8" fmla="*/ 10455 h 10455"/>
              <a:gd name="connsiteX9" fmla="*/ 0 w 10136"/>
              <a:gd name="connsiteY9" fmla="*/ 9329 h 10455"/>
              <a:gd name="connsiteX10" fmla="*/ 284 w 10136"/>
              <a:gd name="connsiteY10" fmla="*/ 561 h 10455"/>
              <a:gd name="connsiteX0" fmla="*/ 242 w 10094"/>
              <a:gd name="connsiteY0" fmla="*/ 561 h 10483"/>
              <a:gd name="connsiteX1" fmla="*/ 1691 w 10094"/>
              <a:gd name="connsiteY1" fmla="*/ 88 h 10483"/>
              <a:gd name="connsiteX2" fmla="*/ 4307 w 10094"/>
              <a:gd name="connsiteY2" fmla="*/ 94 h 10483"/>
              <a:gd name="connsiteX3" fmla="*/ 7451 w 10094"/>
              <a:gd name="connsiteY3" fmla="*/ 50 h 10483"/>
              <a:gd name="connsiteX4" fmla="*/ 10092 w 10094"/>
              <a:gd name="connsiteY4" fmla="*/ 373 h 10483"/>
              <a:gd name="connsiteX5" fmla="*/ 10085 w 10094"/>
              <a:gd name="connsiteY5" fmla="*/ 9555 h 10483"/>
              <a:gd name="connsiteX6" fmla="*/ 9040 w 10094"/>
              <a:gd name="connsiteY6" fmla="*/ 10399 h 10483"/>
              <a:gd name="connsiteX7" fmla="*/ 5177 w 10094"/>
              <a:gd name="connsiteY7" fmla="*/ 10391 h 10483"/>
              <a:gd name="connsiteX8" fmla="*/ 2423 w 10094"/>
              <a:gd name="connsiteY8" fmla="*/ 10455 h 10483"/>
              <a:gd name="connsiteX9" fmla="*/ 0 w 10094"/>
              <a:gd name="connsiteY9" fmla="*/ 10085 h 10483"/>
              <a:gd name="connsiteX10" fmla="*/ 242 w 10094"/>
              <a:gd name="connsiteY10" fmla="*/ 561 h 10483"/>
              <a:gd name="connsiteX0" fmla="*/ 242 w 10094"/>
              <a:gd name="connsiteY0" fmla="*/ 561 h 10455"/>
              <a:gd name="connsiteX1" fmla="*/ 1691 w 10094"/>
              <a:gd name="connsiteY1" fmla="*/ 88 h 10455"/>
              <a:gd name="connsiteX2" fmla="*/ 4307 w 10094"/>
              <a:gd name="connsiteY2" fmla="*/ 94 h 10455"/>
              <a:gd name="connsiteX3" fmla="*/ 7451 w 10094"/>
              <a:gd name="connsiteY3" fmla="*/ 50 h 10455"/>
              <a:gd name="connsiteX4" fmla="*/ 10092 w 10094"/>
              <a:gd name="connsiteY4" fmla="*/ 373 h 10455"/>
              <a:gd name="connsiteX5" fmla="*/ 10085 w 10094"/>
              <a:gd name="connsiteY5" fmla="*/ 9555 h 10455"/>
              <a:gd name="connsiteX6" fmla="*/ 9040 w 10094"/>
              <a:gd name="connsiteY6" fmla="*/ 10399 h 10455"/>
              <a:gd name="connsiteX7" fmla="*/ 5177 w 10094"/>
              <a:gd name="connsiteY7" fmla="*/ 10391 h 10455"/>
              <a:gd name="connsiteX8" fmla="*/ 2423 w 10094"/>
              <a:gd name="connsiteY8" fmla="*/ 10455 h 10455"/>
              <a:gd name="connsiteX9" fmla="*/ 0 w 10094"/>
              <a:gd name="connsiteY9" fmla="*/ 10085 h 10455"/>
              <a:gd name="connsiteX10" fmla="*/ 242 w 10094"/>
              <a:gd name="connsiteY10" fmla="*/ 561 h 10455"/>
              <a:gd name="connsiteX0" fmla="*/ 15 w 9867"/>
              <a:gd name="connsiteY0" fmla="*/ 561 h 10550"/>
              <a:gd name="connsiteX1" fmla="*/ 1464 w 9867"/>
              <a:gd name="connsiteY1" fmla="*/ 88 h 10550"/>
              <a:gd name="connsiteX2" fmla="*/ 4080 w 9867"/>
              <a:gd name="connsiteY2" fmla="*/ 94 h 10550"/>
              <a:gd name="connsiteX3" fmla="*/ 7224 w 9867"/>
              <a:gd name="connsiteY3" fmla="*/ 50 h 10550"/>
              <a:gd name="connsiteX4" fmla="*/ 9865 w 9867"/>
              <a:gd name="connsiteY4" fmla="*/ 373 h 10550"/>
              <a:gd name="connsiteX5" fmla="*/ 9858 w 9867"/>
              <a:gd name="connsiteY5" fmla="*/ 9555 h 10550"/>
              <a:gd name="connsiteX6" fmla="*/ 8813 w 9867"/>
              <a:gd name="connsiteY6" fmla="*/ 10399 h 10550"/>
              <a:gd name="connsiteX7" fmla="*/ 4950 w 9867"/>
              <a:gd name="connsiteY7" fmla="*/ 10391 h 10550"/>
              <a:gd name="connsiteX8" fmla="*/ 2196 w 9867"/>
              <a:gd name="connsiteY8" fmla="*/ 10455 h 10550"/>
              <a:gd name="connsiteX9" fmla="*/ 225 w 9867"/>
              <a:gd name="connsiteY9" fmla="*/ 10423 h 10550"/>
              <a:gd name="connsiteX10" fmla="*/ 15 w 9867"/>
              <a:gd name="connsiteY10" fmla="*/ 561 h 10550"/>
              <a:gd name="connsiteX0" fmla="*/ 15 w 10000"/>
              <a:gd name="connsiteY0" fmla="*/ 532 h 10000"/>
              <a:gd name="connsiteX1" fmla="*/ 1484 w 10000"/>
              <a:gd name="connsiteY1" fmla="*/ 83 h 10000"/>
              <a:gd name="connsiteX2" fmla="*/ 4135 w 10000"/>
              <a:gd name="connsiteY2" fmla="*/ 89 h 10000"/>
              <a:gd name="connsiteX3" fmla="*/ 7321 w 10000"/>
              <a:gd name="connsiteY3" fmla="*/ 47 h 10000"/>
              <a:gd name="connsiteX4" fmla="*/ 9998 w 10000"/>
              <a:gd name="connsiteY4" fmla="*/ 354 h 10000"/>
              <a:gd name="connsiteX5" fmla="*/ 9991 w 10000"/>
              <a:gd name="connsiteY5" fmla="*/ 9057 h 10000"/>
              <a:gd name="connsiteX6" fmla="*/ 8932 w 10000"/>
              <a:gd name="connsiteY6" fmla="*/ 9857 h 10000"/>
              <a:gd name="connsiteX7" fmla="*/ 5017 w 10000"/>
              <a:gd name="connsiteY7" fmla="*/ 9849 h 10000"/>
              <a:gd name="connsiteX8" fmla="*/ 2226 w 10000"/>
              <a:gd name="connsiteY8" fmla="*/ 9910 h 10000"/>
              <a:gd name="connsiteX9" fmla="*/ 228 w 10000"/>
              <a:gd name="connsiteY9" fmla="*/ 9880 h 10000"/>
              <a:gd name="connsiteX10" fmla="*/ 15 w 10000"/>
              <a:gd name="connsiteY10" fmla="*/ 532 h 10000"/>
              <a:gd name="connsiteX0" fmla="*/ 19 w 10004"/>
              <a:gd name="connsiteY0" fmla="*/ 532 h 10005"/>
              <a:gd name="connsiteX1" fmla="*/ 1488 w 10004"/>
              <a:gd name="connsiteY1" fmla="*/ 83 h 10005"/>
              <a:gd name="connsiteX2" fmla="*/ 4139 w 10004"/>
              <a:gd name="connsiteY2" fmla="*/ 89 h 10005"/>
              <a:gd name="connsiteX3" fmla="*/ 7325 w 10004"/>
              <a:gd name="connsiteY3" fmla="*/ 47 h 10005"/>
              <a:gd name="connsiteX4" fmla="*/ 10002 w 10004"/>
              <a:gd name="connsiteY4" fmla="*/ 354 h 10005"/>
              <a:gd name="connsiteX5" fmla="*/ 9995 w 10004"/>
              <a:gd name="connsiteY5" fmla="*/ 9057 h 10005"/>
              <a:gd name="connsiteX6" fmla="*/ 8936 w 10004"/>
              <a:gd name="connsiteY6" fmla="*/ 9857 h 10005"/>
              <a:gd name="connsiteX7" fmla="*/ 5021 w 10004"/>
              <a:gd name="connsiteY7" fmla="*/ 9849 h 10005"/>
              <a:gd name="connsiteX8" fmla="*/ 2230 w 10004"/>
              <a:gd name="connsiteY8" fmla="*/ 9910 h 10005"/>
              <a:gd name="connsiteX9" fmla="*/ 125 w 10004"/>
              <a:gd name="connsiteY9" fmla="*/ 9886 h 10005"/>
              <a:gd name="connsiteX10" fmla="*/ 19 w 10004"/>
              <a:gd name="connsiteY10" fmla="*/ 532 h 10005"/>
              <a:gd name="connsiteX0" fmla="*/ 53 w 10038"/>
              <a:gd name="connsiteY0" fmla="*/ 532 h 10005"/>
              <a:gd name="connsiteX1" fmla="*/ 1522 w 10038"/>
              <a:gd name="connsiteY1" fmla="*/ 83 h 10005"/>
              <a:gd name="connsiteX2" fmla="*/ 4173 w 10038"/>
              <a:gd name="connsiteY2" fmla="*/ 89 h 10005"/>
              <a:gd name="connsiteX3" fmla="*/ 7359 w 10038"/>
              <a:gd name="connsiteY3" fmla="*/ 47 h 10005"/>
              <a:gd name="connsiteX4" fmla="*/ 10036 w 10038"/>
              <a:gd name="connsiteY4" fmla="*/ 354 h 10005"/>
              <a:gd name="connsiteX5" fmla="*/ 10029 w 10038"/>
              <a:gd name="connsiteY5" fmla="*/ 9057 h 10005"/>
              <a:gd name="connsiteX6" fmla="*/ 8970 w 10038"/>
              <a:gd name="connsiteY6" fmla="*/ 9857 h 10005"/>
              <a:gd name="connsiteX7" fmla="*/ 5055 w 10038"/>
              <a:gd name="connsiteY7" fmla="*/ 9849 h 10005"/>
              <a:gd name="connsiteX8" fmla="*/ 2264 w 10038"/>
              <a:gd name="connsiteY8" fmla="*/ 9910 h 10005"/>
              <a:gd name="connsiteX9" fmla="*/ 159 w 10038"/>
              <a:gd name="connsiteY9" fmla="*/ 9886 h 10005"/>
              <a:gd name="connsiteX10" fmla="*/ 53 w 10038"/>
              <a:gd name="connsiteY10" fmla="*/ 532 h 10005"/>
              <a:gd name="connsiteX0" fmla="*/ 294 w 10279"/>
              <a:gd name="connsiteY0" fmla="*/ 532 h 10023"/>
              <a:gd name="connsiteX1" fmla="*/ 1763 w 10279"/>
              <a:gd name="connsiteY1" fmla="*/ 83 h 10023"/>
              <a:gd name="connsiteX2" fmla="*/ 4414 w 10279"/>
              <a:gd name="connsiteY2" fmla="*/ 89 h 10023"/>
              <a:gd name="connsiteX3" fmla="*/ 7600 w 10279"/>
              <a:gd name="connsiteY3" fmla="*/ 47 h 10023"/>
              <a:gd name="connsiteX4" fmla="*/ 10277 w 10279"/>
              <a:gd name="connsiteY4" fmla="*/ 354 h 10023"/>
              <a:gd name="connsiteX5" fmla="*/ 10270 w 10279"/>
              <a:gd name="connsiteY5" fmla="*/ 9057 h 10023"/>
              <a:gd name="connsiteX6" fmla="*/ 9211 w 10279"/>
              <a:gd name="connsiteY6" fmla="*/ 9857 h 10023"/>
              <a:gd name="connsiteX7" fmla="*/ 5296 w 10279"/>
              <a:gd name="connsiteY7" fmla="*/ 9849 h 10023"/>
              <a:gd name="connsiteX8" fmla="*/ 2505 w 10279"/>
              <a:gd name="connsiteY8" fmla="*/ 9910 h 10023"/>
              <a:gd name="connsiteX9" fmla="*/ 400 w 10279"/>
              <a:gd name="connsiteY9" fmla="*/ 9886 h 10023"/>
              <a:gd name="connsiteX10" fmla="*/ 2 w 10279"/>
              <a:gd name="connsiteY10" fmla="*/ 9047 h 10023"/>
              <a:gd name="connsiteX11" fmla="*/ 294 w 10279"/>
              <a:gd name="connsiteY11" fmla="*/ 532 h 10023"/>
              <a:gd name="connsiteX0" fmla="*/ 294 w 10279"/>
              <a:gd name="connsiteY0" fmla="*/ 532 h 9926"/>
              <a:gd name="connsiteX1" fmla="*/ 1763 w 10279"/>
              <a:gd name="connsiteY1" fmla="*/ 83 h 9926"/>
              <a:gd name="connsiteX2" fmla="*/ 4414 w 10279"/>
              <a:gd name="connsiteY2" fmla="*/ 89 h 9926"/>
              <a:gd name="connsiteX3" fmla="*/ 7600 w 10279"/>
              <a:gd name="connsiteY3" fmla="*/ 47 h 9926"/>
              <a:gd name="connsiteX4" fmla="*/ 10277 w 10279"/>
              <a:gd name="connsiteY4" fmla="*/ 354 h 9926"/>
              <a:gd name="connsiteX5" fmla="*/ 10270 w 10279"/>
              <a:gd name="connsiteY5" fmla="*/ 9057 h 9926"/>
              <a:gd name="connsiteX6" fmla="*/ 9211 w 10279"/>
              <a:gd name="connsiteY6" fmla="*/ 9857 h 9926"/>
              <a:gd name="connsiteX7" fmla="*/ 5296 w 10279"/>
              <a:gd name="connsiteY7" fmla="*/ 9849 h 9926"/>
              <a:gd name="connsiteX8" fmla="*/ 2505 w 10279"/>
              <a:gd name="connsiteY8" fmla="*/ 9910 h 9926"/>
              <a:gd name="connsiteX9" fmla="*/ 400 w 10279"/>
              <a:gd name="connsiteY9" fmla="*/ 9886 h 9926"/>
              <a:gd name="connsiteX10" fmla="*/ 2 w 10279"/>
              <a:gd name="connsiteY10" fmla="*/ 9047 h 9926"/>
              <a:gd name="connsiteX11" fmla="*/ 294 w 10279"/>
              <a:gd name="connsiteY11" fmla="*/ 532 h 9926"/>
              <a:gd name="connsiteX0" fmla="*/ 439 w 10153"/>
              <a:gd name="connsiteY0" fmla="*/ 536 h 10005"/>
              <a:gd name="connsiteX1" fmla="*/ 1868 w 10153"/>
              <a:gd name="connsiteY1" fmla="*/ 84 h 10005"/>
              <a:gd name="connsiteX2" fmla="*/ 4447 w 10153"/>
              <a:gd name="connsiteY2" fmla="*/ 90 h 10005"/>
              <a:gd name="connsiteX3" fmla="*/ 7547 w 10153"/>
              <a:gd name="connsiteY3" fmla="*/ 47 h 10005"/>
              <a:gd name="connsiteX4" fmla="*/ 10151 w 10153"/>
              <a:gd name="connsiteY4" fmla="*/ 357 h 10005"/>
              <a:gd name="connsiteX5" fmla="*/ 10144 w 10153"/>
              <a:gd name="connsiteY5" fmla="*/ 9125 h 10005"/>
              <a:gd name="connsiteX6" fmla="*/ 9114 w 10153"/>
              <a:gd name="connsiteY6" fmla="*/ 9930 h 10005"/>
              <a:gd name="connsiteX7" fmla="*/ 5305 w 10153"/>
              <a:gd name="connsiteY7" fmla="*/ 9922 h 10005"/>
              <a:gd name="connsiteX8" fmla="*/ 2590 w 10153"/>
              <a:gd name="connsiteY8" fmla="*/ 9984 h 10005"/>
              <a:gd name="connsiteX9" fmla="*/ 542 w 10153"/>
              <a:gd name="connsiteY9" fmla="*/ 9960 h 10005"/>
              <a:gd name="connsiteX10" fmla="*/ 15 w 10153"/>
              <a:gd name="connsiteY10" fmla="*/ 9602 h 10005"/>
              <a:gd name="connsiteX11" fmla="*/ 155 w 10153"/>
              <a:gd name="connsiteY11" fmla="*/ 9114 h 10005"/>
              <a:gd name="connsiteX12" fmla="*/ 439 w 10153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80"/>
              <a:gd name="connsiteX1" fmla="*/ 1853 w 10138"/>
              <a:gd name="connsiteY1" fmla="*/ 84 h 10080"/>
              <a:gd name="connsiteX2" fmla="*/ 4432 w 10138"/>
              <a:gd name="connsiteY2" fmla="*/ 90 h 10080"/>
              <a:gd name="connsiteX3" fmla="*/ 7532 w 10138"/>
              <a:gd name="connsiteY3" fmla="*/ 47 h 10080"/>
              <a:gd name="connsiteX4" fmla="*/ 10136 w 10138"/>
              <a:gd name="connsiteY4" fmla="*/ 357 h 10080"/>
              <a:gd name="connsiteX5" fmla="*/ 10129 w 10138"/>
              <a:gd name="connsiteY5" fmla="*/ 9125 h 10080"/>
              <a:gd name="connsiteX6" fmla="*/ 9099 w 10138"/>
              <a:gd name="connsiteY6" fmla="*/ 9930 h 10080"/>
              <a:gd name="connsiteX7" fmla="*/ 5290 w 10138"/>
              <a:gd name="connsiteY7" fmla="*/ 9922 h 10080"/>
              <a:gd name="connsiteX8" fmla="*/ 2575 w 10138"/>
              <a:gd name="connsiteY8" fmla="*/ 9984 h 10080"/>
              <a:gd name="connsiteX9" fmla="*/ 771 w 10138"/>
              <a:gd name="connsiteY9" fmla="*/ 10055 h 10080"/>
              <a:gd name="connsiteX10" fmla="*/ 0 w 10138"/>
              <a:gd name="connsiteY10" fmla="*/ 9602 h 10080"/>
              <a:gd name="connsiteX11" fmla="*/ 140 w 10138"/>
              <a:gd name="connsiteY11" fmla="*/ 9114 h 10080"/>
              <a:gd name="connsiteX12" fmla="*/ 424 w 1013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1 w 10097"/>
              <a:gd name="connsiteY10" fmla="*/ 96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34 w 10048"/>
              <a:gd name="connsiteY0" fmla="*/ 536 h 10080"/>
              <a:gd name="connsiteX1" fmla="*/ 1763 w 10048"/>
              <a:gd name="connsiteY1" fmla="*/ 84 h 10080"/>
              <a:gd name="connsiteX2" fmla="*/ 4342 w 10048"/>
              <a:gd name="connsiteY2" fmla="*/ 90 h 10080"/>
              <a:gd name="connsiteX3" fmla="*/ 7442 w 10048"/>
              <a:gd name="connsiteY3" fmla="*/ 47 h 10080"/>
              <a:gd name="connsiteX4" fmla="*/ 10046 w 10048"/>
              <a:gd name="connsiteY4" fmla="*/ 357 h 10080"/>
              <a:gd name="connsiteX5" fmla="*/ 10039 w 10048"/>
              <a:gd name="connsiteY5" fmla="*/ 9125 h 10080"/>
              <a:gd name="connsiteX6" fmla="*/ 9009 w 10048"/>
              <a:gd name="connsiteY6" fmla="*/ 9930 h 10080"/>
              <a:gd name="connsiteX7" fmla="*/ 5200 w 10048"/>
              <a:gd name="connsiteY7" fmla="*/ 9922 h 10080"/>
              <a:gd name="connsiteX8" fmla="*/ 2485 w 10048"/>
              <a:gd name="connsiteY8" fmla="*/ 9984 h 10080"/>
              <a:gd name="connsiteX9" fmla="*/ 681 w 10048"/>
              <a:gd name="connsiteY9" fmla="*/ 10055 h 10080"/>
              <a:gd name="connsiteX10" fmla="*/ 29 w 10048"/>
              <a:gd name="connsiteY10" fmla="*/ 9741 h 10080"/>
              <a:gd name="connsiteX11" fmla="*/ 50 w 10048"/>
              <a:gd name="connsiteY11" fmla="*/ 9114 h 10080"/>
              <a:gd name="connsiteX12" fmla="*/ 334 w 10048"/>
              <a:gd name="connsiteY12" fmla="*/ 536 h 10080"/>
              <a:gd name="connsiteX0" fmla="*/ 317 w 10031"/>
              <a:gd name="connsiteY0" fmla="*/ 536 h 10080"/>
              <a:gd name="connsiteX1" fmla="*/ 1746 w 10031"/>
              <a:gd name="connsiteY1" fmla="*/ 84 h 10080"/>
              <a:gd name="connsiteX2" fmla="*/ 4325 w 10031"/>
              <a:gd name="connsiteY2" fmla="*/ 90 h 10080"/>
              <a:gd name="connsiteX3" fmla="*/ 7425 w 10031"/>
              <a:gd name="connsiteY3" fmla="*/ 47 h 10080"/>
              <a:gd name="connsiteX4" fmla="*/ 10029 w 10031"/>
              <a:gd name="connsiteY4" fmla="*/ 357 h 10080"/>
              <a:gd name="connsiteX5" fmla="*/ 10022 w 10031"/>
              <a:gd name="connsiteY5" fmla="*/ 9125 h 10080"/>
              <a:gd name="connsiteX6" fmla="*/ 8992 w 10031"/>
              <a:gd name="connsiteY6" fmla="*/ 9930 h 10080"/>
              <a:gd name="connsiteX7" fmla="*/ 5183 w 10031"/>
              <a:gd name="connsiteY7" fmla="*/ 9922 h 10080"/>
              <a:gd name="connsiteX8" fmla="*/ 2468 w 10031"/>
              <a:gd name="connsiteY8" fmla="*/ 9984 h 10080"/>
              <a:gd name="connsiteX9" fmla="*/ 664 w 10031"/>
              <a:gd name="connsiteY9" fmla="*/ 10055 h 10080"/>
              <a:gd name="connsiteX10" fmla="*/ 82 w 10031"/>
              <a:gd name="connsiteY10" fmla="*/ 9652 h 10080"/>
              <a:gd name="connsiteX11" fmla="*/ 33 w 10031"/>
              <a:gd name="connsiteY11" fmla="*/ 9114 h 10080"/>
              <a:gd name="connsiteX12" fmla="*/ 317 w 10031"/>
              <a:gd name="connsiteY12" fmla="*/ 536 h 10080"/>
              <a:gd name="connsiteX0" fmla="*/ 329 w 10043"/>
              <a:gd name="connsiteY0" fmla="*/ 536 h 10080"/>
              <a:gd name="connsiteX1" fmla="*/ 1758 w 10043"/>
              <a:gd name="connsiteY1" fmla="*/ 84 h 10080"/>
              <a:gd name="connsiteX2" fmla="*/ 4337 w 10043"/>
              <a:gd name="connsiteY2" fmla="*/ 90 h 10080"/>
              <a:gd name="connsiteX3" fmla="*/ 7437 w 10043"/>
              <a:gd name="connsiteY3" fmla="*/ 47 h 10080"/>
              <a:gd name="connsiteX4" fmla="*/ 10041 w 10043"/>
              <a:gd name="connsiteY4" fmla="*/ 357 h 10080"/>
              <a:gd name="connsiteX5" fmla="*/ 10034 w 10043"/>
              <a:gd name="connsiteY5" fmla="*/ 9125 h 10080"/>
              <a:gd name="connsiteX6" fmla="*/ 9004 w 10043"/>
              <a:gd name="connsiteY6" fmla="*/ 9930 h 10080"/>
              <a:gd name="connsiteX7" fmla="*/ 5195 w 10043"/>
              <a:gd name="connsiteY7" fmla="*/ 9922 h 10080"/>
              <a:gd name="connsiteX8" fmla="*/ 2480 w 10043"/>
              <a:gd name="connsiteY8" fmla="*/ 9984 h 10080"/>
              <a:gd name="connsiteX9" fmla="*/ 676 w 10043"/>
              <a:gd name="connsiteY9" fmla="*/ 10055 h 10080"/>
              <a:gd name="connsiteX10" fmla="*/ 94 w 10043"/>
              <a:gd name="connsiteY10" fmla="*/ 9652 h 10080"/>
              <a:gd name="connsiteX11" fmla="*/ 45 w 10043"/>
              <a:gd name="connsiteY11" fmla="*/ 9114 h 10080"/>
              <a:gd name="connsiteX12" fmla="*/ 329 w 10043"/>
              <a:gd name="connsiteY12" fmla="*/ 536 h 10080"/>
              <a:gd name="connsiteX0" fmla="*/ 354 w 10068"/>
              <a:gd name="connsiteY0" fmla="*/ 536 h 10080"/>
              <a:gd name="connsiteX1" fmla="*/ 1783 w 10068"/>
              <a:gd name="connsiteY1" fmla="*/ 84 h 10080"/>
              <a:gd name="connsiteX2" fmla="*/ 4362 w 10068"/>
              <a:gd name="connsiteY2" fmla="*/ 90 h 10080"/>
              <a:gd name="connsiteX3" fmla="*/ 7462 w 10068"/>
              <a:gd name="connsiteY3" fmla="*/ 47 h 10080"/>
              <a:gd name="connsiteX4" fmla="*/ 10066 w 10068"/>
              <a:gd name="connsiteY4" fmla="*/ 357 h 10080"/>
              <a:gd name="connsiteX5" fmla="*/ 10059 w 10068"/>
              <a:gd name="connsiteY5" fmla="*/ 9125 h 10080"/>
              <a:gd name="connsiteX6" fmla="*/ 9029 w 10068"/>
              <a:gd name="connsiteY6" fmla="*/ 9930 h 10080"/>
              <a:gd name="connsiteX7" fmla="*/ 5220 w 10068"/>
              <a:gd name="connsiteY7" fmla="*/ 9922 h 10080"/>
              <a:gd name="connsiteX8" fmla="*/ 2505 w 10068"/>
              <a:gd name="connsiteY8" fmla="*/ 9984 h 10080"/>
              <a:gd name="connsiteX9" fmla="*/ 701 w 10068"/>
              <a:gd name="connsiteY9" fmla="*/ 10055 h 10080"/>
              <a:gd name="connsiteX10" fmla="*/ 54 w 10068"/>
              <a:gd name="connsiteY10" fmla="*/ 9740 h 10080"/>
              <a:gd name="connsiteX11" fmla="*/ 70 w 10068"/>
              <a:gd name="connsiteY11" fmla="*/ 9114 h 10080"/>
              <a:gd name="connsiteX12" fmla="*/ 354 w 1006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04 w 10095"/>
              <a:gd name="connsiteY6" fmla="*/ 9802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264"/>
              <a:gd name="connsiteY0" fmla="*/ 505 h 10057"/>
              <a:gd name="connsiteX1" fmla="*/ 1812 w 10264"/>
              <a:gd name="connsiteY1" fmla="*/ 53 h 10057"/>
              <a:gd name="connsiteX2" fmla="*/ 4391 w 10264"/>
              <a:gd name="connsiteY2" fmla="*/ 59 h 10057"/>
              <a:gd name="connsiteX3" fmla="*/ 7491 w 10264"/>
              <a:gd name="connsiteY3" fmla="*/ 16 h 10057"/>
              <a:gd name="connsiteX4" fmla="*/ 10095 w 10264"/>
              <a:gd name="connsiteY4" fmla="*/ 326 h 10057"/>
              <a:gd name="connsiteX5" fmla="*/ 9987 w 10264"/>
              <a:gd name="connsiteY5" fmla="*/ 3016 h 10057"/>
              <a:gd name="connsiteX6" fmla="*/ 9942 w 10264"/>
              <a:gd name="connsiteY6" fmla="*/ 9094 h 10057"/>
              <a:gd name="connsiteX7" fmla="*/ 9831 w 10264"/>
              <a:gd name="connsiteY7" fmla="*/ 9683 h 10057"/>
              <a:gd name="connsiteX8" fmla="*/ 9058 w 10264"/>
              <a:gd name="connsiteY8" fmla="*/ 9899 h 10057"/>
              <a:gd name="connsiteX9" fmla="*/ 5249 w 10264"/>
              <a:gd name="connsiteY9" fmla="*/ 9891 h 10057"/>
              <a:gd name="connsiteX10" fmla="*/ 2534 w 10264"/>
              <a:gd name="connsiteY10" fmla="*/ 9953 h 10057"/>
              <a:gd name="connsiteX11" fmla="*/ 730 w 10264"/>
              <a:gd name="connsiteY11" fmla="*/ 10024 h 10057"/>
              <a:gd name="connsiteX12" fmla="*/ 83 w 10264"/>
              <a:gd name="connsiteY12" fmla="*/ 9709 h 10057"/>
              <a:gd name="connsiteX13" fmla="*/ 99 w 10264"/>
              <a:gd name="connsiteY13" fmla="*/ 9083 h 10057"/>
              <a:gd name="connsiteX14" fmla="*/ 383 w 10264"/>
              <a:gd name="connsiteY14" fmla="*/ 505 h 10057"/>
              <a:gd name="connsiteX0" fmla="*/ 383 w 10148"/>
              <a:gd name="connsiteY0" fmla="*/ 557 h 10109"/>
              <a:gd name="connsiteX1" fmla="*/ 1812 w 10148"/>
              <a:gd name="connsiteY1" fmla="*/ 105 h 10109"/>
              <a:gd name="connsiteX2" fmla="*/ 4391 w 10148"/>
              <a:gd name="connsiteY2" fmla="*/ 111 h 10109"/>
              <a:gd name="connsiteX3" fmla="*/ 7491 w 10148"/>
              <a:gd name="connsiteY3" fmla="*/ 68 h 10109"/>
              <a:gd name="connsiteX4" fmla="*/ 9939 w 10148"/>
              <a:gd name="connsiteY4" fmla="*/ 285 h 10109"/>
              <a:gd name="connsiteX5" fmla="*/ 9987 w 10148"/>
              <a:gd name="connsiteY5" fmla="*/ 3068 h 10109"/>
              <a:gd name="connsiteX6" fmla="*/ 9942 w 10148"/>
              <a:gd name="connsiteY6" fmla="*/ 9146 h 10109"/>
              <a:gd name="connsiteX7" fmla="*/ 9831 w 10148"/>
              <a:gd name="connsiteY7" fmla="*/ 9735 h 10109"/>
              <a:gd name="connsiteX8" fmla="*/ 9058 w 10148"/>
              <a:gd name="connsiteY8" fmla="*/ 9951 h 10109"/>
              <a:gd name="connsiteX9" fmla="*/ 5249 w 10148"/>
              <a:gd name="connsiteY9" fmla="*/ 9943 h 10109"/>
              <a:gd name="connsiteX10" fmla="*/ 2534 w 10148"/>
              <a:gd name="connsiteY10" fmla="*/ 10005 h 10109"/>
              <a:gd name="connsiteX11" fmla="*/ 730 w 10148"/>
              <a:gd name="connsiteY11" fmla="*/ 10076 h 10109"/>
              <a:gd name="connsiteX12" fmla="*/ 83 w 10148"/>
              <a:gd name="connsiteY12" fmla="*/ 9761 h 10109"/>
              <a:gd name="connsiteX13" fmla="*/ 99 w 10148"/>
              <a:gd name="connsiteY13" fmla="*/ 9135 h 10109"/>
              <a:gd name="connsiteX14" fmla="*/ 383 w 10148"/>
              <a:gd name="connsiteY14" fmla="*/ 557 h 10109"/>
              <a:gd name="connsiteX0" fmla="*/ 383 w 10023"/>
              <a:gd name="connsiteY0" fmla="*/ 557 h 10109"/>
              <a:gd name="connsiteX1" fmla="*/ 1812 w 10023"/>
              <a:gd name="connsiteY1" fmla="*/ 105 h 10109"/>
              <a:gd name="connsiteX2" fmla="*/ 4391 w 10023"/>
              <a:gd name="connsiteY2" fmla="*/ 111 h 10109"/>
              <a:gd name="connsiteX3" fmla="*/ 7491 w 10023"/>
              <a:gd name="connsiteY3" fmla="*/ 68 h 10109"/>
              <a:gd name="connsiteX4" fmla="*/ 9939 w 10023"/>
              <a:gd name="connsiteY4" fmla="*/ 285 h 10109"/>
              <a:gd name="connsiteX5" fmla="*/ 9987 w 10023"/>
              <a:gd name="connsiteY5" fmla="*/ 3068 h 10109"/>
              <a:gd name="connsiteX6" fmla="*/ 9942 w 10023"/>
              <a:gd name="connsiteY6" fmla="*/ 9146 h 10109"/>
              <a:gd name="connsiteX7" fmla="*/ 9831 w 10023"/>
              <a:gd name="connsiteY7" fmla="*/ 9735 h 10109"/>
              <a:gd name="connsiteX8" fmla="*/ 9058 w 10023"/>
              <a:gd name="connsiteY8" fmla="*/ 9951 h 10109"/>
              <a:gd name="connsiteX9" fmla="*/ 5249 w 10023"/>
              <a:gd name="connsiteY9" fmla="*/ 9943 h 10109"/>
              <a:gd name="connsiteX10" fmla="*/ 2534 w 10023"/>
              <a:gd name="connsiteY10" fmla="*/ 10005 h 10109"/>
              <a:gd name="connsiteX11" fmla="*/ 730 w 10023"/>
              <a:gd name="connsiteY11" fmla="*/ 10076 h 10109"/>
              <a:gd name="connsiteX12" fmla="*/ 83 w 10023"/>
              <a:gd name="connsiteY12" fmla="*/ 9761 h 10109"/>
              <a:gd name="connsiteX13" fmla="*/ 99 w 10023"/>
              <a:gd name="connsiteY13" fmla="*/ 9135 h 10109"/>
              <a:gd name="connsiteX14" fmla="*/ 383 w 10023"/>
              <a:gd name="connsiteY14" fmla="*/ 557 h 10109"/>
              <a:gd name="connsiteX0" fmla="*/ 383 w 10006"/>
              <a:gd name="connsiteY0" fmla="*/ 557 h 10109"/>
              <a:gd name="connsiteX1" fmla="*/ 1812 w 10006"/>
              <a:gd name="connsiteY1" fmla="*/ 105 h 10109"/>
              <a:gd name="connsiteX2" fmla="*/ 4391 w 10006"/>
              <a:gd name="connsiteY2" fmla="*/ 111 h 10109"/>
              <a:gd name="connsiteX3" fmla="*/ 7491 w 10006"/>
              <a:gd name="connsiteY3" fmla="*/ 68 h 10109"/>
              <a:gd name="connsiteX4" fmla="*/ 9939 w 10006"/>
              <a:gd name="connsiteY4" fmla="*/ 285 h 10109"/>
              <a:gd name="connsiteX5" fmla="*/ 9987 w 10006"/>
              <a:gd name="connsiteY5" fmla="*/ 3068 h 10109"/>
              <a:gd name="connsiteX6" fmla="*/ 9942 w 10006"/>
              <a:gd name="connsiteY6" fmla="*/ 9146 h 10109"/>
              <a:gd name="connsiteX7" fmla="*/ 9831 w 10006"/>
              <a:gd name="connsiteY7" fmla="*/ 9735 h 10109"/>
              <a:gd name="connsiteX8" fmla="*/ 9058 w 10006"/>
              <a:gd name="connsiteY8" fmla="*/ 9951 h 10109"/>
              <a:gd name="connsiteX9" fmla="*/ 5249 w 10006"/>
              <a:gd name="connsiteY9" fmla="*/ 9943 h 10109"/>
              <a:gd name="connsiteX10" fmla="*/ 2534 w 10006"/>
              <a:gd name="connsiteY10" fmla="*/ 10005 h 10109"/>
              <a:gd name="connsiteX11" fmla="*/ 730 w 10006"/>
              <a:gd name="connsiteY11" fmla="*/ 10076 h 10109"/>
              <a:gd name="connsiteX12" fmla="*/ 83 w 10006"/>
              <a:gd name="connsiteY12" fmla="*/ 9761 h 10109"/>
              <a:gd name="connsiteX13" fmla="*/ 99 w 10006"/>
              <a:gd name="connsiteY13" fmla="*/ 9135 h 10109"/>
              <a:gd name="connsiteX14" fmla="*/ 383 w 10006"/>
              <a:gd name="connsiteY14" fmla="*/ 557 h 10109"/>
              <a:gd name="connsiteX0" fmla="*/ 383 w 10019"/>
              <a:gd name="connsiteY0" fmla="*/ 557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383 w 10019"/>
              <a:gd name="connsiteY14" fmla="*/ 557 h 10109"/>
              <a:gd name="connsiteX0" fmla="*/ 270 w 10019"/>
              <a:gd name="connsiteY0" fmla="*/ 562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562 h 10109"/>
              <a:gd name="connsiteX1" fmla="*/ 1774 w 10019"/>
              <a:gd name="connsiteY1" fmla="*/ 9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789 h 10336"/>
              <a:gd name="connsiteX1" fmla="*/ 1009 w 10019"/>
              <a:gd name="connsiteY1" fmla="*/ 327 h 10336"/>
              <a:gd name="connsiteX2" fmla="*/ 1774 w 10019"/>
              <a:gd name="connsiteY2" fmla="*/ 322 h 10336"/>
              <a:gd name="connsiteX3" fmla="*/ 4391 w 10019"/>
              <a:gd name="connsiteY3" fmla="*/ 338 h 10336"/>
              <a:gd name="connsiteX4" fmla="*/ 7491 w 10019"/>
              <a:gd name="connsiteY4" fmla="*/ 295 h 10336"/>
              <a:gd name="connsiteX5" fmla="*/ 9939 w 10019"/>
              <a:gd name="connsiteY5" fmla="*/ 512 h 10336"/>
              <a:gd name="connsiteX6" fmla="*/ 9987 w 10019"/>
              <a:gd name="connsiteY6" fmla="*/ 3295 h 10336"/>
              <a:gd name="connsiteX7" fmla="*/ 9942 w 10019"/>
              <a:gd name="connsiteY7" fmla="*/ 9373 h 10336"/>
              <a:gd name="connsiteX8" fmla="*/ 9831 w 10019"/>
              <a:gd name="connsiteY8" fmla="*/ 9962 h 10336"/>
              <a:gd name="connsiteX9" fmla="*/ 9058 w 10019"/>
              <a:gd name="connsiteY9" fmla="*/ 10178 h 10336"/>
              <a:gd name="connsiteX10" fmla="*/ 5249 w 10019"/>
              <a:gd name="connsiteY10" fmla="*/ 10170 h 10336"/>
              <a:gd name="connsiteX11" fmla="*/ 2534 w 10019"/>
              <a:gd name="connsiteY11" fmla="*/ 10232 h 10336"/>
              <a:gd name="connsiteX12" fmla="*/ 730 w 10019"/>
              <a:gd name="connsiteY12" fmla="*/ 10303 h 10336"/>
              <a:gd name="connsiteX13" fmla="*/ 83 w 10019"/>
              <a:gd name="connsiteY13" fmla="*/ 9988 h 10336"/>
              <a:gd name="connsiteX14" fmla="*/ 99 w 10019"/>
              <a:gd name="connsiteY14" fmla="*/ 9362 h 10336"/>
              <a:gd name="connsiteX15" fmla="*/ 270 w 10019"/>
              <a:gd name="connsiteY15" fmla="*/ 789 h 10336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019" h="10110">
                <a:moveTo>
                  <a:pt x="270" y="563"/>
                </a:moveTo>
                <a:cubicBezTo>
                  <a:pt x="249" y="145"/>
                  <a:pt x="812" y="51"/>
                  <a:pt x="1009" y="101"/>
                </a:cubicBezTo>
                <a:cubicBezTo>
                  <a:pt x="1260" y="57"/>
                  <a:pt x="1210" y="94"/>
                  <a:pt x="1774" y="96"/>
                </a:cubicBezTo>
                <a:lnTo>
                  <a:pt x="4391" y="112"/>
                </a:lnTo>
                <a:cubicBezTo>
                  <a:pt x="5344" y="108"/>
                  <a:pt x="6566" y="40"/>
                  <a:pt x="7491" y="69"/>
                </a:cubicBezTo>
                <a:cubicBezTo>
                  <a:pt x="8416" y="98"/>
                  <a:pt x="9512" y="-211"/>
                  <a:pt x="9939" y="286"/>
                </a:cubicBezTo>
                <a:cubicBezTo>
                  <a:pt x="10064" y="415"/>
                  <a:pt x="10012" y="1608"/>
                  <a:pt x="9987" y="3069"/>
                </a:cubicBezTo>
                <a:cubicBezTo>
                  <a:pt x="9962" y="4530"/>
                  <a:pt x="9979" y="8033"/>
                  <a:pt x="9942" y="9147"/>
                </a:cubicBezTo>
                <a:cubicBezTo>
                  <a:pt x="9907" y="9528"/>
                  <a:pt x="9841" y="9739"/>
                  <a:pt x="9831" y="9736"/>
                </a:cubicBezTo>
                <a:cubicBezTo>
                  <a:pt x="9600" y="9885"/>
                  <a:pt x="9822" y="9917"/>
                  <a:pt x="9058" y="9952"/>
                </a:cubicBezTo>
                <a:cubicBezTo>
                  <a:pt x="8294" y="9987"/>
                  <a:pt x="6337" y="9936"/>
                  <a:pt x="5249" y="9944"/>
                </a:cubicBezTo>
                <a:cubicBezTo>
                  <a:pt x="4162" y="9953"/>
                  <a:pt x="3895" y="10006"/>
                  <a:pt x="2534" y="10006"/>
                </a:cubicBezTo>
                <a:cubicBezTo>
                  <a:pt x="1404" y="10065"/>
                  <a:pt x="1135" y="10163"/>
                  <a:pt x="730" y="10077"/>
                </a:cubicBezTo>
                <a:cubicBezTo>
                  <a:pt x="325" y="9991"/>
                  <a:pt x="304" y="10052"/>
                  <a:pt x="83" y="9762"/>
                </a:cubicBezTo>
                <a:cubicBezTo>
                  <a:pt x="-59" y="9645"/>
                  <a:pt x="4" y="9440"/>
                  <a:pt x="99" y="9136"/>
                </a:cubicBezTo>
                <a:cubicBezTo>
                  <a:pt x="81" y="7566"/>
                  <a:pt x="40" y="2139"/>
                  <a:pt x="270" y="563"/>
                </a:cubicBezTo>
                <a:close/>
              </a:path>
            </a:pathLst>
          </a:cu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Afbeelding invoegen</a:t>
            </a:r>
          </a:p>
        </p:txBody>
      </p:sp>
      <p:pic>
        <p:nvPicPr>
          <p:cNvPr id="7" name="kringeltje">
            <a:extLst>
              <a:ext uri="{FF2B5EF4-FFF2-40B4-BE49-F238E27FC236}">
                <a16:creationId xmlns:a16="http://schemas.microsoft.com/office/drawing/2014/main" id="{C96D5CF8-A881-56EE-7225-822C36B932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668027">
            <a:off x="5865125" y="6100777"/>
            <a:ext cx="644625" cy="661879"/>
          </a:xfrm>
          <a:prstGeom prst="rect">
            <a:avLst/>
          </a:prstGeom>
        </p:spPr>
      </p:pic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A39A206-487D-4AE5-A20D-64BCA7751B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4757738" cy="3529013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0524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>
        <p:tmplLst>
          <p:tmpl>
            <p:tnLst>
              <p:par>
                <p:cTn presetID="2" presetClass="entr" presetSubtype="2" accel="50000" decel="5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Praktisc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TITEL</a:t>
            </a:r>
          </a:p>
        </p:txBody>
      </p:sp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90CA0C92-7F71-4C97-9D25-435B7D4EE60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0969" y="4045267"/>
            <a:ext cx="11782910" cy="2605710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284 w 10000"/>
              <a:gd name="connsiteY0" fmla="*/ 232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284 w 10000"/>
              <a:gd name="connsiteY10" fmla="*/ 232 h 10000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29 h 10297"/>
              <a:gd name="connsiteX1" fmla="*/ 2311 w 10000"/>
              <a:gd name="connsiteY1" fmla="*/ 27 h 10297"/>
              <a:gd name="connsiteX2" fmla="*/ 3638 w 10000"/>
              <a:gd name="connsiteY2" fmla="*/ 1175 h 10297"/>
              <a:gd name="connsiteX3" fmla="*/ 7500 w 10000"/>
              <a:gd name="connsiteY3" fmla="*/ 297 h 10297"/>
              <a:gd name="connsiteX4" fmla="*/ 10000 w 10000"/>
              <a:gd name="connsiteY4" fmla="*/ 1297 h 10297"/>
              <a:gd name="connsiteX5" fmla="*/ 10000 w 10000"/>
              <a:gd name="connsiteY5" fmla="*/ 9297 h 10297"/>
              <a:gd name="connsiteX6" fmla="*/ 7500 w 10000"/>
              <a:gd name="connsiteY6" fmla="*/ 8297 h 10297"/>
              <a:gd name="connsiteX7" fmla="*/ 5000 w 10000"/>
              <a:gd name="connsiteY7" fmla="*/ 9297 h 10297"/>
              <a:gd name="connsiteX8" fmla="*/ 2500 w 10000"/>
              <a:gd name="connsiteY8" fmla="*/ 10297 h 10297"/>
              <a:gd name="connsiteX9" fmla="*/ 0 w 10000"/>
              <a:gd name="connsiteY9" fmla="*/ 9297 h 10297"/>
              <a:gd name="connsiteX10" fmla="*/ 284 w 10000"/>
              <a:gd name="connsiteY10" fmla="*/ 529 h 10297"/>
              <a:gd name="connsiteX0" fmla="*/ 284 w 10000"/>
              <a:gd name="connsiteY0" fmla="*/ 510 h 10278"/>
              <a:gd name="connsiteX1" fmla="*/ 1944 w 10000"/>
              <a:gd name="connsiteY1" fmla="*/ 30 h 10278"/>
              <a:gd name="connsiteX2" fmla="*/ 3638 w 10000"/>
              <a:gd name="connsiteY2" fmla="*/ 1156 h 10278"/>
              <a:gd name="connsiteX3" fmla="*/ 7500 w 10000"/>
              <a:gd name="connsiteY3" fmla="*/ 278 h 10278"/>
              <a:gd name="connsiteX4" fmla="*/ 10000 w 10000"/>
              <a:gd name="connsiteY4" fmla="*/ 1278 h 10278"/>
              <a:gd name="connsiteX5" fmla="*/ 10000 w 10000"/>
              <a:gd name="connsiteY5" fmla="*/ 9278 h 10278"/>
              <a:gd name="connsiteX6" fmla="*/ 7500 w 10000"/>
              <a:gd name="connsiteY6" fmla="*/ 8278 h 10278"/>
              <a:gd name="connsiteX7" fmla="*/ 5000 w 10000"/>
              <a:gd name="connsiteY7" fmla="*/ 9278 h 10278"/>
              <a:gd name="connsiteX8" fmla="*/ 2500 w 10000"/>
              <a:gd name="connsiteY8" fmla="*/ 10278 h 10278"/>
              <a:gd name="connsiteX9" fmla="*/ 0 w 10000"/>
              <a:gd name="connsiteY9" fmla="*/ 9278 h 10278"/>
              <a:gd name="connsiteX10" fmla="*/ 284 w 10000"/>
              <a:gd name="connsiteY10" fmla="*/ 510 h 10278"/>
              <a:gd name="connsiteX0" fmla="*/ 284 w 10000"/>
              <a:gd name="connsiteY0" fmla="*/ 483 h 10251"/>
              <a:gd name="connsiteX1" fmla="*/ 1944 w 10000"/>
              <a:gd name="connsiteY1" fmla="*/ 3 h 10251"/>
              <a:gd name="connsiteX2" fmla="*/ 3638 w 10000"/>
              <a:gd name="connsiteY2" fmla="*/ 1129 h 10251"/>
              <a:gd name="connsiteX3" fmla="*/ 7500 w 10000"/>
              <a:gd name="connsiteY3" fmla="*/ 251 h 10251"/>
              <a:gd name="connsiteX4" fmla="*/ 10000 w 10000"/>
              <a:gd name="connsiteY4" fmla="*/ 1251 h 10251"/>
              <a:gd name="connsiteX5" fmla="*/ 10000 w 10000"/>
              <a:gd name="connsiteY5" fmla="*/ 9251 h 10251"/>
              <a:gd name="connsiteX6" fmla="*/ 7500 w 10000"/>
              <a:gd name="connsiteY6" fmla="*/ 8251 h 10251"/>
              <a:gd name="connsiteX7" fmla="*/ 5000 w 10000"/>
              <a:gd name="connsiteY7" fmla="*/ 9251 h 10251"/>
              <a:gd name="connsiteX8" fmla="*/ 2500 w 10000"/>
              <a:gd name="connsiteY8" fmla="*/ 10251 h 10251"/>
              <a:gd name="connsiteX9" fmla="*/ 0 w 10000"/>
              <a:gd name="connsiteY9" fmla="*/ 9251 h 10251"/>
              <a:gd name="connsiteX10" fmla="*/ 284 w 10000"/>
              <a:gd name="connsiteY10" fmla="*/ 483 h 10251"/>
              <a:gd name="connsiteX0" fmla="*/ 284 w 10000"/>
              <a:gd name="connsiteY0" fmla="*/ 501 h 10269"/>
              <a:gd name="connsiteX1" fmla="*/ 1944 w 10000"/>
              <a:gd name="connsiteY1" fmla="*/ 21 h 10269"/>
              <a:gd name="connsiteX2" fmla="*/ 4100 w 10000"/>
              <a:gd name="connsiteY2" fmla="*/ 101 h 10269"/>
              <a:gd name="connsiteX3" fmla="*/ 7500 w 10000"/>
              <a:gd name="connsiteY3" fmla="*/ 269 h 10269"/>
              <a:gd name="connsiteX4" fmla="*/ 10000 w 10000"/>
              <a:gd name="connsiteY4" fmla="*/ 1269 h 10269"/>
              <a:gd name="connsiteX5" fmla="*/ 10000 w 10000"/>
              <a:gd name="connsiteY5" fmla="*/ 9269 h 10269"/>
              <a:gd name="connsiteX6" fmla="*/ 7500 w 10000"/>
              <a:gd name="connsiteY6" fmla="*/ 8269 h 10269"/>
              <a:gd name="connsiteX7" fmla="*/ 5000 w 10000"/>
              <a:gd name="connsiteY7" fmla="*/ 9269 h 10269"/>
              <a:gd name="connsiteX8" fmla="*/ 2500 w 10000"/>
              <a:gd name="connsiteY8" fmla="*/ 10269 h 10269"/>
              <a:gd name="connsiteX9" fmla="*/ 0 w 10000"/>
              <a:gd name="connsiteY9" fmla="*/ 9269 h 10269"/>
              <a:gd name="connsiteX10" fmla="*/ 284 w 10000"/>
              <a:gd name="connsiteY10" fmla="*/ 501 h 10269"/>
              <a:gd name="connsiteX0" fmla="*/ 284 w 10000"/>
              <a:gd name="connsiteY0" fmla="*/ 496 h 10264"/>
              <a:gd name="connsiteX1" fmla="*/ 1944 w 10000"/>
              <a:gd name="connsiteY1" fmla="*/ 16 h 10264"/>
              <a:gd name="connsiteX2" fmla="*/ 4100 w 10000"/>
              <a:gd name="connsiteY2" fmla="*/ 96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20 h 10288"/>
              <a:gd name="connsiteX1" fmla="*/ 1443 w 10000"/>
              <a:gd name="connsiteY1" fmla="*/ 40 h 10288"/>
              <a:gd name="connsiteX2" fmla="*/ 4349 w 10000"/>
              <a:gd name="connsiteY2" fmla="*/ 53 h 10288"/>
              <a:gd name="connsiteX3" fmla="*/ 7500 w 10000"/>
              <a:gd name="connsiteY3" fmla="*/ 288 h 10288"/>
              <a:gd name="connsiteX4" fmla="*/ 10000 w 10000"/>
              <a:gd name="connsiteY4" fmla="*/ 1288 h 10288"/>
              <a:gd name="connsiteX5" fmla="*/ 10000 w 10000"/>
              <a:gd name="connsiteY5" fmla="*/ 9288 h 10288"/>
              <a:gd name="connsiteX6" fmla="*/ 7500 w 10000"/>
              <a:gd name="connsiteY6" fmla="*/ 8288 h 10288"/>
              <a:gd name="connsiteX7" fmla="*/ 5000 w 10000"/>
              <a:gd name="connsiteY7" fmla="*/ 9288 h 10288"/>
              <a:gd name="connsiteX8" fmla="*/ 2500 w 10000"/>
              <a:gd name="connsiteY8" fmla="*/ 10288 h 10288"/>
              <a:gd name="connsiteX9" fmla="*/ 0 w 10000"/>
              <a:gd name="connsiteY9" fmla="*/ 9288 h 10288"/>
              <a:gd name="connsiteX10" fmla="*/ 284 w 10000"/>
              <a:gd name="connsiteY10" fmla="*/ 520 h 10288"/>
              <a:gd name="connsiteX0" fmla="*/ 284 w 10000"/>
              <a:gd name="connsiteY0" fmla="*/ 496 h 10264"/>
              <a:gd name="connsiteX1" fmla="*/ 1443 w 10000"/>
              <a:gd name="connsiteY1" fmla="*/ 16 h 10264"/>
              <a:gd name="connsiteX2" fmla="*/ 4349 w 10000"/>
              <a:gd name="connsiteY2" fmla="*/ 29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491 h 10259"/>
              <a:gd name="connsiteX1" fmla="*/ 1733 w 10000"/>
              <a:gd name="connsiteY1" fmla="*/ 18 h 10259"/>
              <a:gd name="connsiteX2" fmla="*/ 4349 w 10000"/>
              <a:gd name="connsiteY2" fmla="*/ 24 h 10259"/>
              <a:gd name="connsiteX3" fmla="*/ 7500 w 10000"/>
              <a:gd name="connsiteY3" fmla="*/ 259 h 10259"/>
              <a:gd name="connsiteX4" fmla="*/ 10000 w 10000"/>
              <a:gd name="connsiteY4" fmla="*/ 1259 h 10259"/>
              <a:gd name="connsiteX5" fmla="*/ 10000 w 10000"/>
              <a:gd name="connsiteY5" fmla="*/ 9259 h 10259"/>
              <a:gd name="connsiteX6" fmla="*/ 7500 w 10000"/>
              <a:gd name="connsiteY6" fmla="*/ 8259 h 10259"/>
              <a:gd name="connsiteX7" fmla="*/ 5000 w 10000"/>
              <a:gd name="connsiteY7" fmla="*/ 9259 h 10259"/>
              <a:gd name="connsiteX8" fmla="*/ 2500 w 10000"/>
              <a:gd name="connsiteY8" fmla="*/ 10259 h 10259"/>
              <a:gd name="connsiteX9" fmla="*/ 0 w 10000"/>
              <a:gd name="connsiteY9" fmla="*/ 9259 h 10259"/>
              <a:gd name="connsiteX10" fmla="*/ 284 w 10000"/>
              <a:gd name="connsiteY10" fmla="*/ 491 h 10259"/>
              <a:gd name="connsiteX0" fmla="*/ 284 w 10000"/>
              <a:gd name="connsiteY0" fmla="*/ 488 h 10256"/>
              <a:gd name="connsiteX1" fmla="*/ 1733 w 10000"/>
              <a:gd name="connsiteY1" fmla="*/ 15 h 10256"/>
              <a:gd name="connsiteX2" fmla="*/ 4349 w 10000"/>
              <a:gd name="connsiteY2" fmla="*/ 21 h 10256"/>
              <a:gd name="connsiteX3" fmla="*/ 7500 w 10000"/>
              <a:gd name="connsiteY3" fmla="*/ 256 h 10256"/>
              <a:gd name="connsiteX4" fmla="*/ 10000 w 10000"/>
              <a:gd name="connsiteY4" fmla="*/ 1256 h 10256"/>
              <a:gd name="connsiteX5" fmla="*/ 10000 w 10000"/>
              <a:gd name="connsiteY5" fmla="*/ 9256 h 10256"/>
              <a:gd name="connsiteX6" fmla="*/ 7500 w 10000"/>
              <a:gd name="connsiteY6" fmla="*/ 8256 h 10256"/>
              <a:gd name="connsiteX7" fmla="*/ 5000 w 10000"/>
              <a:gd name="connsiteY7" fmla="*/ 9256 h 10256"/>
              <a:gd name="connsiteX8" fmla="*/ 2500 w 10000"/>
              <a:gd name="connsiteY8" fmla="*/ 10256 h 10256"/>
              <a:gd name="connsiteX9" fmla="*/ 0 w 10000"/>
              <a:gd name="connsiteY9" fmla="*/ 9256 h 10256"/>
              <a:gd name="connsiteX10" fmla="*/ 284 w 10000"/>
              <a:gd name="connsiteY10" fmla="*/ 488 h 10256"/>
              <a:gd name="connsiteX0" fmla="*/ 284 w 10000"/>
              <a:gd name="connsiteY0" fmla="*/ 593 h 10361"/>
              <a:gd name="connsiteX1" fmla="*/ 1733 w 10000"/>
              <a:gd name="connsiteY1" fmla="*/ 120 h 10361"/>
              <a:gd name="connsiteX2" fmla="*/ 4349 w 10000"/>
              <a:gd name="connsiteY2" fmla="*/ 126 h 10361"/>
              <a:gd name="connsiteX3" fmla="*/ 7493 w 10000"/>
              <a:gd name="connsiteY3" fmla="*/ 82 h 10361"/>
              <a:gd name="connsiteX4" fmla="*/ 10000 w 10000"/>
              <a:gd name="connsiteY4" fmla="*/ 1361 h 10361"/>
              <a:gd name="connsiteX5" fmla="*/ 10000 w 10000"/>
              <a:gd name="connsiteY5" fmla="*/ 9361 h 10361"/>
              <a:gd name="connsiteX6" fmla="*/ 7500 w 10000"/>
              <a:gd name="connsiteY6" fmla="*/ 8361 h 10361"/>
              <a:gd name="connsiteX7" fmla="*/ 5000 w 10000"/>
              <a:gd name="connsiteY7" fmla="*/ 9361 h 10361"/>
              <a:gd name="connsiteX8" fmla="*/ 2500 w 10000"/>
              <a:gd name="connsiteY8" fmla="*/ 10361 h 10361"/>
              <a:gd name="connsiteX9" fmla="*/ 0 w 10000"/>
              <a:gd name="connsiteY9" fmla="*/ 9361 h 10361"/>
              <a:gd name="connsiteX10" fmla="*/ 284 w 10000"/>
              <a:gd name="connsiteY10" fmla="*/ 593 h 10361"/>
              <a:gd name="connsiteX0" fmla="*/ 284 w 10000"/>
              <a:gd name="connsiteY0" fmla="*/ 511 h 10279"/>
              <a:gd name="connsiteX1" fmla="*/ 1733 w 10000"/>
              <a:gd name="connsiteY1" fmla="*/ 38 h 10279"/>
              <a:gd name="connsiteX2" fmla="*/ 4349 w 10000"/>
              <a:gd name="connsiteY2" fmla="*/ 44 h 10279"/>
              <a:gd name="connsiteX3" fmla="*/ 7493 w 10000"/>
              <a:gd name="connsiteY3" fmla="*/ 0 h 10279"/>
              <a:gd name="connsiteX4" fmla="*/ 10000 w 10000"/>
              <a:gd name="connsiteY4" fmla="*/ 1279 h 10279"/>
              <a:gd name="connsiteX5" fmla="*/ 10000 w 10000"/>
              <a:gd name="connsiteY5" fmla="*/ 9279 h 10279"/>
              <a:gd name="connsiteX6" fmla="*/ 7500 w 10000"/>
              <a:gd name="connsiteY6" fmla="*/ 8279 h 10279"/>
              <a:gd name="connsiteX7" fmla="*/ 5000 w 10000"/>
              <a:gd name="connsiteY7" fmla="*/ 9279 h 10279"/>
              <a:gd name="connsiteX8" fmla="*/ 2500 w 10000"/>
              <a:gd name="connsiteY8" fmla="*/ 10279 h 10279"/>
              <a:gd name="connsiteX9" fmla="*/ 0 w 10000"/>
              <a:gd name="connsiteY9" fmla="*/ 9279 h 10279"/>
              <a:gd name="connsiteX10" fmla="*/ 284 w 10000"/>
              <a:gd name="connsiteY10" fmla="*/ 511 h 10279"/>
              <a:gd name="connsiteX0" fmla="*/ 284 w 10092"/>
              <a:gd name="connsiteY0" fmla="*/ 535 h 10303"/>
              <a:gd name="connsiteX1" fmla="*/ 1733 w 10092"/>
              <a:gd name="connsiteY1" fmla="*/ 62 h 10303"/>
              <a:gd name="connsiteX2" fmla="*/ 4349 w 10092"/>
              <a:gd name="connsiteY2" fmla="*/ 68 h 10303"/>
              <a:gd name="connsiteX3" fmla="*/ 7493 w 10092"/>
              <a:gd name="connsiteY3" fmla="*/ 24 h 10303"/>
              <a:gd name="connsiteX4" fmla="*/ 10092 w 10092"/>
              <a:gd name="connsiteY4" fmla="*/ 354 h 10303"/>
              <a:gd name="connsiteX5" fmla="*/ 10000 w 10092"/>
              <a:gd name="connsiteY5" fmla="*/ 9303 h 10303"/>
              <a:gd name="connsiteX6" fmla="*/ 7500 w 10092"/>
              <a:gd name="connsiteY6" fmla="*/ 8303 h 10303"/>
              <a:gd name="connsiteX7" fmla="*/ 5000 w 10092"/>
              <a:gd name="connsiteY7" fmla="*/ 9303 h 10303"/>
              <a:gd name="connsiteX8" fmla="*/ 2500 w 10092"/>
              <a:gd name="connsiteY8" fmla="*/ 10303 h 10303"/>
              <a:gd name="connsiteX9" fmla="*/ 0 w 10092"/>
              <a:gd name="connsiteY9" fmla="*/ 9303 h 10303"/>
              <a:gd name="connsiteX10" fmla="*/ 284 w 10092"/>
              <a:gd name="connsiteY10" fmla="*/ 535 h 10303"/>
              <a:gd name="connsiteX0" fmla="*/ 284 w 10092"/>
              <a:gd name="connsiteY0" fmla="*/ 557 h 10325"/>
              <a:gd name="connsiteX1" fmla="*/ 1733 w 10092"/>
              <a:gd name="connsiteY1" fmla="*/ 84 h 10325"/>
              <a:gd name="connsiteX2" fmla="*/ 4349 w 10092"/>
              <a:gd name="connsiteY2" fmla="*/ 90 h 10325"/>
              <a:gd name="connsiteX3" fmla="*/ 7493 w 10092"/>
              <a:gd name="connsiteY3" fmla="*/ 46 h 10325"/>
              <a:gd name="connsiteX4" fmla="*/ 10092 w 10092"/>
              <a:gd name="connsiteY4" fmla="*/ 376 h 10325"/>
              <a:gd name="connsiteX5" fmla="*/ 10000 w 10092"/>
              <a:gd name="connsiteY5" fmla="*/ 9325 h 10325"/>
              <a:gd name="connsiteX6" fmla="*/ 7500 w 10092"/>
              <a:gd name="connsiteY6" fmla="*/ 8325 h 10325"/>
              <a:gd name="connsiteX7" fmla="*/ 5000 w 10092"/>
              <a:gd name="connsiteY7" fmla="*/ 9325 h 10325"/>
              <a:gd name="connsiteX8" fmla="*/ 2500 w 10092"/>
              <a:gd name="connsiteY8" fmla="*/ 10325 h 10325"/>
              <a:gd name="connsiteX9" fmla="*/ 0 w 10092"/>
              <a:gd name="connsiteY9" fmla="*/ 9325 h 10325"/>
              <a:gd name="connsiteX10" fmla="*/ 284 w 10092"/>
              <a:gd name="connsiteY10" fmla="*/ 557 h 10325"/>
              <a:gd name="connsiteX0" fmla="*/ 284 w 10134"/>
              <a:gd name="connsiteY0" fmla="*/ 561 h 10329"/>
              <a:gd name="connsiteX1" fmla="*/ 1733 w 10134"/>
              <a:gd name="connsiteY1" fmla="*/ 88 h 10329"/>
              <a:gd name="connsiteX2" fmla="*/ 4349 w 10134"/>
              <a:gd name="connsiteY2" fmla="*/ 94 h 10329"/>
              <a:gd name="connsiteX3" fmla="*/ 7493 w 10134"/>
              <a:gd name="connsiteY3" fmla="*/ 50 h 10329"/>
              <a:gd name="connsiteX4" fmla="*/ 10134 w 10134"/>
              <a:gd name="connsiteY4" fmla="*/ 373 h 10329"/>
              <a:gd name="connsiteX5" fmla="*/ 10000 w 10134"/>
              <a:gd name="connsiteY5" fmla="*/ 9329 h 10329"/>
              <a:gd name="connsiteX6" fmla="*/ 7500 w 10134"/>
              <a:gd name="connsiteY6" fmla="*/ 8329 h 10329"/>
              <a:gd name="connsiteX7" fmla="*/ 5000 w 10134"/>
              <a:gd name="connsiteY7" fmla="*/ 9329 h 10329"/>
              <a:gd name="connsiteX8" fmla="*/ 2500 w 10134"/>
              <a:gd name="connsiteY8" fmla="*/ 10329 h 10329"/>
              <a:gd name="connsiteX9" fmla="*/ 0 w 10134"/>
              <a:gd name="connsiteY9" fmla="*/ 9329 h 10329"/>
              <a:gd name="connsiteX10" fmla="*/ 284 w 10134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402"/>
              <a:gd name="connsiteX1" fmla="*/ 1733 w 10136"/>
              <a:gd name="connsiteY1" fmla="*/ 88 h 10402"/>
              <a:gd name="connsiteX2" fmla="*/ 4349 w 10136"/>
              <a:gd name="connsiteY2" fmla="*/ 94 h 10402"/>
              <a:gd name="connsiteX3" fmla="*/ 7493 w 10136"/>
              <a:gd name="connsiteY3" fmla="*/ 50 h 10402"/>
              <a:gd name="connsiteX4" fmla="*/ 10134 w 10136"/>
              <a:gd name="connsiteY4" fmla="*/ 373 h 10402"/>
              <a:gd name="connsiteX5" fmla="*/ 10127 w 10136"/>
              <a:gd name="connsiteY5" fmla="*/ 9555 h 10402"/>
              <a:gd name="connsiteX6" fmla="*/ 9082 w 10136"/>
              <a:gd name="connsiteY6" fmla="*/ 10399 h 10402"/>
              <a:gd name="connsiteX7" fmla="*/ 5000 w 10136"/>
              <a:gd name="connsiteY7" fmla="*/ 9329 h 10402"/>
              <a:gd name="connsiteX8" fmla="*/ 2500 w 10136"/>
              <a:gd name="connsiteY8" fmla="*/ 10329 h 10402"/>
              <a:gd name="connsiteX9" fmla="*/ 0 w 10136"/>
              <a:gd name="connsiteY9" fmla="*/ 9329 h 10402"/>
              <a:gd name="connsiteX10" fmla="*/ 284 w 10136"/>
              <a:gd name="connsiteY10" fmla="*/ 561 h 10402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461"/>
              <a:gd name="connsiteX1" fmla="*/ 1733 w 10136"/>
              <a:gd name="connsiteY1" fmla="*/ 88 h 10461"/>
              <a:gd name="connsiteX2" fmla="*/ 4349 w 10136"/>
              <a:gd name="connsiteY2" fmla="*/ 94 h 10461"/>
              <a:gd name="connsiteX3" fmla="*/ 7493 w 10136"/>
              <a:gd name="connsiteY3" fmla="*/ 50 h 10461"/>
              <a:gd name="connsiteX4" fmla="*/ 10134 w 10136"/>
              <a:gd name="connsiteY4" fmla="*/ 373 h 10461"/>
              <a:gd name="connsiteX5" fmla="*/ 10127 w 10136"/>
              <a:gd name="connsiteY5" fmla="*/ 9555 h 10461"/>
              <a:gd name="connsiteX6" fmla="*/ 9082 w 10136"/>
              <a:gd name="connsiteY6" fmla="*/ 10399 h 10461"/>
              <a:gd name="connsiteX7" fmla="*/ 5219 w 10136"/>
              <a:gd name="connsiteY7" fmla="*/ 10391 h 10461"/>
              <a:gd name="connsiteX8" fmla="*/ 2500 w 10136"/>
              <a:gd name="connsiteY8" fmla="*/ 10329 h 10461"/>
              <a:gd name="connsiteX9" fmla="*/ 0 w 10136"/>
              <a:gd name="connsiteY9" fmla="*/ 9329 h 10461"/>
              <a:gd name="connsiteX10" fmla="*/ 284 w 10136"/>
              <a:gd name="connsiteY10" fmla="*/ 561 h 10461"/>
              <a:gd name="connsiteX0" fmla="*/ 284 w 10136"/>
              <a:gd name="connsiteY0" fmla="*/ 561 h 10401"/>
              <a:gd name="connsiteX1" fmla="*/ 1733 w 10136"/>
              <a:gd name="connsiteY1" fmla="*/ 88 h 10401"/>
              <a:gd name="connsiteX2" fmla="*/ 4349 w 10136"/>
              <a:gd name="connsiteY2" fmla="*/ 94 h 10401"/>
              <a:gd name="connsiteX3" fmla="*/ 7493 w 10136"/>
              <a:gd name="connsiteY3" fmla="*/ 50 h 10401"/>
              <a:gd name="connsiteX4" fmla="*/ 10134 w 10136"/>
              <a:gd name="connsiteY4" fmla="*/ 373 h 10401"/>
              <a:gd name="connsiteX5" fmla="*/ 10127 w 10136"/>
              <a:gd name="connsiteY5" fmla="*/ 9555 h 10401"/>
              <a:gd name="connsiteX6" fmla="*/ 9082 w 10136"/>
              <a:gd name="connsiteY6" fmla="*/ 10399 h 10401"/>
              <a:gd name="connsiteX7" fmla="*/ 5219 w 10136"/>
              <a:gd name="connsiteY7" fmla="*/ 10391 h 10401"/>
              <a:gd name="connsiteX8" fmla="*/ 2500 w 10136"/>
              <a:gd name="connsiteY8" fmla="*/ 10329 h 10401"/>
              <a:gd name="connsiteX9" fmla="*/ 0 w 10136"/>
              <a:gd name="connsiteY9" fmla="*/ 9329 h 10401"/>
              <a:gd name="connsiteX10" fmla="*/ 284 w 10136"/>
              <a:gd name="connsiteY10" fmla="*/ 561 h 10401"/>
              <a:gd name="connsiteX0" fmla="*/ 284 w 10136"/>
              <a:gd name="connsiteY0" fmla="*/ 561 h 10455"/>
              <a:gd name="connsiteX1" fmla="*/ 1733 w 10136"/>
              <a:gd name="connsiteY1" fmla="*/ 88 h 10455"/>
              <a:gd name="connsiteX2" fmla="*/ 4349 w 10136"/>
              <a:gd name="connsiteY2" fmla="*/ 94 h 10455"/>
              <a:gd name="connsiteX3" fmla="*/ 7493 w 10136"/>
              <a:gd name="connsiteY3" fmla="*/ 50 h 10455"/>
              <a:gd name="connsiteX4" fmla="*/ 10134 w 10136"/>
              <a:gd name="connsiteY4" fmla="*/ 373 h 10455"/>
              <a:gd name="connsiteX5" fmla="*/ 10127 w 10136"/>
              <a:gd name="connsiteY5" fmla="*/ 9555 h 10455"/>
              <a:gd name="connsiteX6" fmla="*/ 9082 w 10136"/>
              <a:gd name="connsiteY6" fmla="*/ 10399 h 10455"/>
              <a:gd name="connsiteX7" fmla="*/ 5219 w 10136"/>
              <a:gd name="connsiteY7" fmla="*/ 10391 h 10455"/>
              <a:gd name="connsiteX8" fmla="*/ 2465 w 10136"/>
              <a:gd name="connsiteY8" fmla="*/ 10455 h 10455"/>
              <a:gd name="connsiteX9" fmla="*/ 0 w 10136"/>
              <a:gd name="connsiteY9" fmla="*/ 9329 h 10455"/>
              <a:gd name="connsiteX10" fmla="*/ 284 w 10136"/>
              <a:gd name="connsiteY10" fmla="*/ 561 h 10455"/>
              <a:gd name="connsiteX0" fmla="*/ 242 w 10094"/>
              <a:gd name="connsiteY0" fmla="*/ 561 h 10483"/>
              <a:gd name="connsiteX1" fmla="*/ 1691 w 10094"/>
              <a:gd name="connsiteY1" fmla="*/ 88 h 10483"/>
              <a:gd name="connsiteX2" fmla="*/ 4307 w 10094"/>
              <a:gd name="connsiteY2" fmla="*/ 94 h 10483"/>
              <a:gd name="connsiteX3" fmla="*/ 7451 w 10094"/>
              <a:gd name="connsiteY3" fmla="*/ 50 h 10483"/>
              <a:gd name="connsiteX4" fmla="*/ 10092 w 10094"/>
              <a:gd name="connsiteY4" fmla="*/ 373 h 10483"/>
              <a:gd name="connsiteX5" fmla="*/ 10085 w 10094"/>
              <a:gd name="connsiteY5" fmla="*/ 9555 h 10483"/>
              <a:gd name="connsiteX6" fmla="*/ 9040 w 10094"/>
              <a:gd name="connsiteY6" fmla="*/ 10399 h 10483"/>
              <a:gd name="connsiteX7" fmla="*/ 5177 w 10094"/>
              <a:gd name="connsiteY7" fmla="*/ 10391 h 10483"/>
              <a:gd name="connsiteX8" fmla="*/ 2423 w 10094"/>
              <a:gd name="connsiteY8" fmla="*/ 10455 h 10483"/>
              <a:gd name="connsiteX9" fmla="*/ 0 w 10094"/>
              <a:gd name="connsiteY9" fmla="*/ 10085 h 10483"/>
              <a:gd name="connsiteX10" fmla="*/ 242 w 10094"/>
              <a:gd name="connsiteY10" fmla="*/ 561 h 10483"/>
              <a:gd name="connsiteX0" fmla="*/ 242 w 10094"/>
              <a:gd name="connsiteY0" fmla="*/ 561 h 10455"/>
              <a:gd name="connsiteX1" fmla="*/ 1691 w 10094"/>
              <a:gd name="connsiteY1" fmla="*/ 88 h 10455"/>
              <a:gd name="connsiteX2" fmla="*/ 4307 w 10094"/>
              <a:gd name="connsiteY2" fmla="*/ 94 h 10455"/>
              <a:gd name="connsiteX3" fmla="*/ 7451 w 10094"/>
              <a:gd name="connsiteY3" fmla="*/ 50 h 10455"/>
              <a:gd name="connsiteX4" fmla="*/ 10092 w 10094"/>
              <a:gd name="connsiteY4" fmla="*/ 373 h 10455"/>
              <a:gd name="connsiteX5" fmla="*/ 10085 w 10094"/>
              <a:gd name="connsiteY5" fmla="*/ 9555 h 10455"/>
              <a:gd name="connsiteX6" fmla="*/ 9040 w 10094"/>
              <a:gd name="connsiteY6" fmla="*/ 10399 h 10455"/>
              <a:gd name="connsiteX7" fmla="*/ 5177 w 10094"/>
              <a:gd name="connsiteY7" fmla="*/ 10391 h 10455"/>
              <a:gd name="connsiteX8" fmla="*/ 2423 w 10094"/>
              <a:gd name="connsiteY8" fmla="*/ 10455 h 10455"/>
              <a:gd name="connsiteX9" fmla="*/ 0 w 10094"/>
              <a:gd name="connsiteY9" fmla="*/ 10085 h 10455"/>
              <a:gd name="connsiteX10" fmla="*/ 242 w 10094"/>
              <a:gd name="connsiteY10" fmla="*/ 561 h 10455"/>
              <a:gd name="connsiteX0" fmla="*/ 15 w 9867"/>
              <a:gd name="connsiteY0" fmla="*/ 561 h 10550"/>
              <a:gd name="connsiteX1" fmla="*/ 1464 w 9867"/>
              <a:gd name="connsiteY1" fmla="*/ 88 h 10550"/>
              <a:gd name="connsiteX2" fmla="*/ 4080 w 9867"/>
              <a:gd name="connsiteY2" fmla="*/ 94 h 10550"/>
              <a:gd name="connsiteX3" fmla="*/ 7224 w 9867"/>
              <a:gd name="connsiteY3" fmla="*/ 50 h 10550"/>
              <a:gd name="connsiteX4" fmla="*/ 9865 w 9867"/>
              <a:gd name="connsiteY4" fmla="*/ 373 h 10550"/>
              <a:gd name="connsiteX5" fmla="*/ 9858 w 9867"/>
              <a:gd name="connsiteY5" fmla="*/ 9555 h 10550"/>
              <a:gd name="connsiteX6" fmla="*/ 8813 w 9867"/>
              <a:gd name="connsiteY6" fmla="*/ 10399 h 10550"/>
              <a:gd name="connsiteX7" fmla="*/ 4950 w 9867"/>
              <a:gd name="connsiteY7" fmla="*/ 10391 h 10550"/>
              <a:gd name="connsiteX8" fmla="*/ 2196 w 9867"/>
              <a:gd name="connsiteY8" fmla="*/ 10455 h 10550"/>
              <a:gd name="connsiteX9" fmla="*/ 225 w 9867"/>
              <a:gd name="connsiteY9" fmla="*/ 10423 h 10550"/>
              <a:gd name="connsiteX10" fmla="*/ 15 w 9867"/>
              <a:gd name="connsiteY10" fmla="*/ 561 h 10550"/>
              <a:gd name="connsiteX0" fmla="*/ 15 w 10000"/>
              <a:gd name="connsiteY0" fmla="*/ 532 h 10000"/>
              <a:gd name="connsiteX1" fmla="*/ 1484 w 10000"/>
              <a:gd name="connsiteY1" fmla="*/ 83 h 10000"/>
              <a:gd name="connsiteX2" fmla="*/ 4135 w 10000"/>
              <a:gd name="connsiteY2" fmla="*/ 89 h 10000"/>
              <a:gd name="connsiteX3" fmla="*/ 7321 w 10000"/>
              <a:gd name="connsiteY3" fmla="*/ 47 h 10000"/>
              <a:gd name="connsiteX4" fmla="*/ 9998 w 10000"/>
              <a:gd name="connsiteY4" fmla="*/ 354 h 10000"/>
              <a:gd name="connsiteX5" fmla="*/ 9991 w 10000"/>
              <a:gd name="connsiteY5" fmla="*/ 9057 h 10000"/>
              <a:gd name="connsiteX6" fmla="*/ 8932 w 10000"/>
              <a:gd name="connsiteY6" fmla="*/ 9857 h 10000"/>
              <a:gd name="connsiteX7" fmla="*/ 5017 w 10000"/>
              <a:gd name="connsiteY7" fmla="*/ 9849 h 10000"/>
              <a:gd name="connsiteX8" fmla="*/ 2226 w 10000"/>
              <a:gd name="connsiteY8" fmla="*/ 9910 h 10000"/>
              <a:gd name="connsiteX9" fmla="*/ 228 w 10000"/>
              <a:gd name="connsiteY9" fmla="*/ 9880 h 10000"/>
              <a:gd name="connsiteX10" fmla="*/ 15 w 10000"/>
              <a:gd name="connsiteY10" fmla="*/ 532 h 10000"/>
              <a:gd name="connsiteX0" fmla="*/ 19 w 10004"/>
              <a:gd name="connsiteY0" fmla="*/ 532 h 10005"/>
              <a:gd name="connsiteX1" fmla="*/ 1488 w 10004"/>
              <a:gd name="connsiteY1" fmla="*/ 83 h 10005"/>
              <a:gd name="connsiteX2" fmla="*/ 4139 w 10004"/>
              <a:gd name="connsiteY2" fmla="*/ 89 h 10005"/>
              <a:gd name="connsiteX3" fmla="*/ 7325 w 10004"/>
              <a:gd name="connsiteY3" fmla="*/ 47 h 10005"/>
              <a:gd name="connsiteX4" fmla="*/ 10002 w 10004"/>
              <a:gd name="connsiteY4" fmla="*/ 354 h 10005"/>
              <a:gd name="connsiteX5" fmla="*/ 9995 w 10004"/>
              <a:gd name="connsiteY5" fmla="*/ 9057 h 10005"/>
              <a:gd name="connsiteX6" fmla="*/ 8936 w 10004"/>
              <a:gd name="connsiteY6" fmla="*/ 9857 h 10005"/>
              <a:gd name="connsiteX7" fmla="*/ 5021 w 10004"/>
              <a:gd name="connsiteY7" fmla="*/ 9849 h 10005"/>
              <a:gd name="connsiteX8" fmla="*/ 2230 w 10004"/>
              <a:gd name="connsiteY8" fmla="*/ 9910 h 10005"/>
              <a:gd name="connsiteX9" fmla="*/ 125 w 10004"/>
              <a:gd name="connsiteY9" fmla="*/ 9886 h 10005"/>
              <a:gd name="connsiteX10" fmla="*/ 19 w 10004"/>
              <a:gd name="connsiteY10" fmla="*/ 532 h 10005"/>
              <a:gd name="connsiteX0" fmla="*/ 53 w 10038"/>
              <a:gd name="connsiteY0" fmla="*/ 532 h 10005"/>
              <a:gd name="connsiteX1" fmla="*/ 1522 w 10038"/>
              <a:gd name="connsiteY1" fmla="*/ 83 h 10005"/>
              <a:gd name="connsiteX2" fmla="*/ 4173 w 10038"/>
              <a:gd name="connsiteY2" fmla="*/ 89 h 10005"/>
              <a:gd name="connsiteX3" fmla="*/ 7359 w 10038"/>
              <a:gd name="connsiteY3" fmla="*/ 47 h 10005"/>
              <a:gd name="connsiteX4" fmla="*/ 10036 w 10038"/>
              <a:gd name="connsiteY4" fmla="*/ 354 h 10005"/>
              <a:gd name="connsiteX5" fmla="*/ 10029 w 10038"/>
              <a:gd name="connsiteY5" fmla="*/ 9057 h 10005"/>
              <a:gd name="connsiteX6" fmla="*/ 8970 w 10038"/>
              <a:gd name="connsiteY6" fmla="*/ 9857 h 10005"/>
              <a:gd name="connsiteX7" fmla="*/ 5055 w 10038"/>
              <a:gd name="connsiteY7" fmla="*/ 9849 h 10005"/>
              <a:gd name="connsiteX8" fmla="*/ 2264 w 10038"/>
              <a:gd name="connsiteY8" fmla="*/ 9910 h 10005"/>
              <a:gd name="connsiteX9" fmla="*/ 159 w 10038"/>
              <a:gd name="connsiteY9" fmla="*/ 9886 h 10005"/>
              <a:gd name="connsiteX10" fmla="*/ 53 w 10038"/>
              <a:gd name="connsiteY10" fmla="*/ 532 h 10005"/>
              <a:gd name="connsiteX0" fmla="*/ 294 w 10279"/>
              <a:gd name="connsiteY0" fmla="*/ 532 h 10023"/>
              <a:gd name="connsiteX1" fmla="*/ 1763 w 10279"/>
              <a:gd name="connsiteY1" fmla="*/ 83 h 10023"/>
              <a:gd name="connsiteX2" fmla="*/ 4414 w 10279"/>
              <a:gd name="connsiteY2" fmla="*/ 89 h 10023"/>
              <a:gd name="connsiteX3" fmla="*/ 7600 w 10279"/>
              <a:gd name="connsiteY3" fmla="*/ 47 h 10023"/>
              <a:gd name="connsiteX4" fmla="*/ 10277 w 10279"/>
              <a:gd name="connsiteY4" fmla="*/ 354 h 10023"/>
              <a:gd name="connsiteX5" fmla="*/ 10270 w 10279"/>
              <a:gd name="connsiteY5" fmla="*/ 9057 h 10023"/>
              <a:gd name="connsiteX6" fmla="*/ 9211 w 10279"/>
              <a:gd name="connsiteY6" fmla="*/ 9857 h 10023"/>
              <a:gd name="connsiteX7" fmla="*/ 5296 w 10279"/>
              <a:gd name="connsiteY7" fmla="*/ 9849 h 10023"/>
              <a:gd name="connsiteX8" fmla="*/ 2505 w 10279"/>
              <a:gd name="connsiteY8" fmla="*/ 9910 h 10023"/>
              <a:gd name="connsiteX9" fmla="*/ 400 w 10279"/>
              <a:gd name="connsiteY9" fmla="*/ 9886 h 10023"/>
              <a:gd name="connsiteX10" fmla="*/ 2 w 10279"/>
              <a:gd name="connsiteY10" fmla="*/ 9047 h 10023"/>
              <a:gd name="connsiteX11" fmla="*/ 294 w 10279"/>
              <a:gd name="connsiteY11" fmla="*/ 532 h 10023"/>
              <a:gd name="connsiteX0" fmla="*/ 294 w 10279"/>
              <a:gd name="connsiteY0" fmla="*/ 532 h 9926"/>
              <a:gd name="connsiteX1" fmla="*/ 1763 w 10279"/>
              <a:gd name="connsiteY1" fmla="*/ 83 h 9926"/>
              <a:gd name="connsiteX2" fmla="*/ 4414 w 10279"/>
              <a:gd name="connsiteY2" fmla="*/ 89 h 9926"/>
              <a:gd name="connsiteX3" fmla="*/ 7600 w 10279"/>
              <a:gd name="connsiteY3" fmla="*/ 47 h 9926"/>
              <a:gd name="connsiteX4" fmla="*/ 10277 w 10279"/>
              <a:gd name="connsiteY4" fmla="*/ 354 h 9926"/>
              <a:gd name="connsiteX5" fmla="*/ 10270 w 10279"/>
              <a:gd name="connsiteY5" fmla="*/ 9057 h 9926"/>
              <a:gd name="connsiteX6" fmla="*/ 9211 w 10279"/>
              <a:gd name="connsiteY6" fmla="*/ 9857 h 9926"/>
              <a:gd name="connsiteX7" fmla="*/ 5296 w 10279"/>
              <a:gd name="connsiteY7" fmla="*/ 9849 h 9926"/>
              <a:gd name="connsiteX8" fmla="*/ 2505 w 10279"/>
              <a:gd name="connsiteY8" fmla="*/ 9910 h 9926"/>
              <a:gd name="connsiteX9" fmla="*/ 400 w 10279"/>
              <a:gd name="connsiteY9" fmla="*/ 9886 h 9926"/>
              <a:gd name="connsiteX10" fmla="*/ 2 w 10279"/>
              <a:gd name="connsiteY10" fmla="*/ 9047 h 9926"/>
              <a:gd name="connsiteX11" fmla="*/ 294 w 10279"/>
              <a:gd name="connsiteY11" fmla="*/ 532 h 9926"/>
              <a:gd name="connsiteX0" fmla="*/ 439 w 10153"/>
              <a:gd name="connsiteY0" fmla="*/ 536 h 10005"/>
              <a:gd name="connsiteX1" fmla="*/ 1868 w 10153"/>
              <a:gd name="connsiteY1" fmla="*/ 84 h 10005"/>
              <a:gd name="connsiteX2" fmla="*/ 4447 w 10153"/>
              <a:gd name="connsiteY2" fmla="*/ 90 h 10005"/>
              <a:gd name="connsiteX3" fmla="*/ 7547 w 10153"/>
              <a:gd name="connsiteY3" fmla="*/ 47 h 10005"/>
              <a:gd name="connsiteX4" fmla="*/ 10151 w 10153"/>
              <a:gd name="connsiteY4" fmla="*/ 357 h 10005"/>
              <a:gd name="connsiteX5" fmla="*/ 10144 w 10153"/>
              <a:gd name="connsiteY5" fmla="*/ 9125 h 10005"/>
              <a:gd name="connsiteX6" fmla="*/ 9114 w 10153"/>
              <a:gd name="connsiteY6" fmla="*/ 9930 h 10005"/>
              <a:gd name="connsiteX7" fmla="*/ 5305 w 10153"/>
              <a:gd name="connsiteY7" fmla="*/ 9922 h 10005"/>
              <a:gd name="connsiteX8" fmla="*/ 2590 w 10153"/>
              <a:gd name="connsiteY8" fmla="*/ 9984 h 10005"/>
              <a:gd name="connsiteX9" fmla="*/ 542 w 10153"/>
              <a:gd name="connsiteY9" fmla="*/ 9960 h 10005"/>
              <a:gd name="connsiteX10" fmla="*/ 15 w 10153"/>
              <a:gd name="connsiteY10" fmla="*/ 9602 h 10005"/>
              <a:gd name="connsiteX11" fmla="*/ 155 w 10153"/>
              <a:gd name="connsiteY11" fmla="*/ 9114 h 10005"/>
              <a:gd name="connsiteX12" fmla="*/ 439 w 10153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80"/>
              <a:gd name="connsiteX1" fmla="*/ 1853 w 10138"/>
              <a:gd name="connsiteY1" fmla="*/ 84 h 10080"/>
              <a:gd name="connsiteX2" fmla="*/ 4432 w 10138"/>
              <a:gd name="connsiteY2" fmla="*/ 90 h 10080"/>
              <a:gd name="connsiteX3" fmla="*/ 7532 w 10138"/>
              <a:gd name="connsiteY3" fmla="*/ 47 h 10080"/>
              <a:gd name="connsiteX4" fmla="*/ 10136 w 10138"/>
              <a:gd name="connsiteY4" fmla="*/ 357 h 10080"/>
              <a:gd name="connsiteX5" fmla="*/ 10129 w 10138"/>
              <a:gd name="connsiteY5" fmla="*/ 9125 h 10080"/>
              <a:gd name="connsiteX6" fmla="*/ 9099 w 10138"/>
              <a:gd name="connsiteY6" fmla="*/ 9930 h 10080"/>
              <a:gd name="connsiteX7" fmla="*/ 5290 w 10138"/>
              <a:gd name="connsiteY7" fmla="*/ 9922 h 10080"/>
              <a:gd name="connsiteX8" fmla="*/ 2575 w 10138"/>
              <a:gd name="connsiteY8" fmla="*/ 9984 h 10080"/>
              <a:gd name="connsiteX9" fmla="*/ 771 w 10138"/>
              <a:gd name="connsiteY9" fmla="*/ 10055 h 10080"/>
              <a:gd name="connsiteX10" fmla="*/ 0 w 10138"/>
              <a:gd name="connsiteY10" fmla="*/ 9602 h 10080"/>
              <a:gd name="connsiteX11" fmla="*/ 140 w 10138"/>
              <a:gd name="connsiteY11" fmla="*/ 9114 h 10080"/>
              <a:gd name="connsiteX12" fmla="*/ 424 w 1013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1 w 10097"/>
              <a:gd name="connsiteY10" fmla="*/ 96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34 w 10048"/>
              <a:gd name="connsiteY0" fmla="*/ 536 h 10080"/>
              <a:gd name="connsiteX1" fmla="*/ 1763 w 10048"/>
              <a:gd name="connsiteY1" fmla="*/ 84 h 10080"/>
              <a:gd name="connsiteX2" fmla="*/ 4342 w 10048"/>
              <a:gd name="connsiteY2" fmla="*/ 90 h 10080"/>
              <a:gd name="connsiteX3" fmla="*/ 7442 w 10048"/>
              <a:gd name="connsiteY3" fmla="*/ 47 h 10080"/>
              <a:gd name="connsiteX4" fmla="*/ 10046 w 10048"/>
              <a:gd name="connsiteY4" fmla="*/ 357 h 10080"/>
              <a:gd name="connsiteX5" fmla="*/ 10039 w 10048"/>
              <a:gd name="connsiteY5" fmla="*/ 9125 h 10080"/>
              <a:gd name="connsiteX6" fmla="*/ 9009 w 10048"/>
              <a:gd name="connsiteY6" fmla="*/ 9930 h 10080"/>
              <a:gd name="connsiteX7" fmla="*/ 5200 w 10048"/>
              <a:gd name="connsiteY7" fmla="*/ 9922 h 10080"/>
              <a:gd name="connsiteX8" fmla="*/ 2485 w 10048"/>
              <a:gd name="connsiteY8" fmla="*/ 9984 h 10080"/>
              <a:gd name="connsiteX9" fmla="*/ 681 w 10048"/>
              <a:gd name="connsiteY9" fmla="*/ 10055 h 10080"/>
              <a:gd name="connsiteX10" fmla="*/ 29 w 10048"/>
              <a:gd name="connsiteY10" fmla="*/ 9741 h 10080"/>
              <a:gd name="connsiteX11" fmla="*/ 50 w 10048"/>
              <a:gd name="connsiteY11" fmla="*/ 9114 h 10080"/>
              <a:gd name="connsiteX12" fmla="*/ 334 w 10048"/>
              <a:gd name="connsiteY12" fmla="*/ 536 h 10080"/>
              <a:gd name="connsiteX0" fmla="*/ 317 w 10031"/>
              <a:gd name="connsiteY0" fmla="*/ 536 h 10080"/>
              <a:gd name="connsiteX1" fmla="*/ 1746 w 10031"/>
              <a:gd name="connsiteY1" fmla="*/ 84 h 10080"/>
              <a:gd name="connsiteX2" fmla="*/ 4325 w 10031"/>
              <a:gd name="connsiteY2" fmla="*/ 90 h 10080"/>
              <a:gd name="connsiteX3" fmla="*/ 7425 w 10031"/>
              <a:gd name="connsiteY3" fmla="*/ 47 h 10080"/>
              <a:gd name="connsiteX4" fmla="*/ 10029 w 10031"/>
              <a:gd name="connsiteY4" fmla="*/ 357 h 10080"/>
              <a:gd name="connsiteX5" fmla="*/ 10022 w 10031"/>
              <a:gd name="connsiteY5" fmla="*/ 9125 h 10080"/>
              <a:gd name="connsiteX6" fmla="*/ 8992 w 10031"/>
              <a:gd name="connsiteY6" fmla="*/ 9930 h 10080"/>
              <a:gd name="connsiteX7" fmla="*/ 5183 w 10031"/>
              <a:gd name="connsiteY7" fmla="*/ 9922 h 10080"/>
              <a:gd name="connsiteX8" fmla="*/ 2468 w 10031"/>
              <a:gd name="connsiteY8" fmla="*/ 9984 h 10080"/>
              <a:gd name="connsiteX9" fmla="*/ 664 w 10031"/>
              <a:gd name="connsiteY9" fmla="*/ 10055 h 10080"/>
              <a:gd name="connsiteX10" fmla="*/ 82 w 10031"/>
              <a:gd name="connsiteY10" fmla="*/ 9652 h 10080"/>
              <a:gd name="connsiteX11" fmla="*/ 33 w 10031"/>
              <a:gd name="connsiteY11" fmla="*/ 9114 h 10080"/>
              <a:gd name="connsiteX12" fmla="*/ 317 w 10031"/>
              <a:gd name="connsiteY12" fmla="*/ 536 h 10080"/>
              <a:gd name="connsiteX0" fmla="*/ 329 w 10043"/>
              <a:gd name="connsiteY0" fmla="*/ 536 h 10080"/>
              <a:gd name="connsiteX1" fmla="*/ 1758 w 10043"/>
              <a:gd name="connsiteY1" fmla="*/ 84 h 10080"/>
              <a:gd name="connsiteX2" fmla="*/ 4337 w 10043"/>
              <a:gd name="connsiteY2" fmla="*/ 90 h 10080"/>
              <a:gd name="connsiteX3" fmla="*/ 7437 w 10043"/>
              <a:gd name="connsiteY3" fmla="*/ 47 h 10080"/>
              <a:gd name="connsiteX4" fmla="*/ 10041 w 10043"/>
              <a:gd name="connsiteY4" fmla="*/ 357 h 10080"/>
              <a:gd name="connsiteX5" fmla="*/ 10034 w 10043"/>
              <a:gd name="connsiteY5" fmla="*/ 9125 h 10080"/>
              <a:gd name="connsiteX6" fmla="*/ 9004 w 10043"/>
              <a:gd name="connsiteY6" fmla="*/ 9930 h 10080"/>
              <a:gd name="connsiteX7" fmla="*/ 5195 w 10043"/>
              <a:gd name="connsiteY7" fmla="*/ 9922 h 10080"/>
              <a:gd name="connsiteX8" fmla="*/ 2480 w 10043"/>
              <a:gd name="connsiteY8" fmla="*/ 9984 h 10080"/>
              <a:gd name="connsiteX9" fmla="*/ 676 w 10043"/>
              <a:gd name="connsiteY9" fmla="*/ 10055 h 10080"/>
              <a:gd name="connsiteX10" fmla="*/ 94 w 10043"/>
              <a:gd name="connsiteY10" fmla="*/ 9652 h 10080"/>
              <a:gd name="connsiteX11" fmla="*/ 45 w 10043"/>
              <a:gd name="connsiteY11" fmla="*/ 9114 h 10080"/>
              <a:gd name="connsiteX12" fmla="*/ 329 w 10043"/>
              <a:gd name="connsiteY12" fmla="*/ 536 h 10080"/>
              <a:gd name="connsiteX0" fmla="*/ 354 w 10068"/>
              <a:gd name="connsiteY0" fmla="*/ 536 h 10080"/>
              <a:gd name="connsiteX1" fmla="*/ 1783 w 10068"/>
              <a:gd name="connsiteY1" fmla="*/ 84 h 10080"/>
              <a:gd name="connsiteX2" fmla="*/ 4362 w 10068"/>
              <a:gd name="connsiteY2" fmla="*/ 90 h 10080"/>
              <a:gd name="connsiteX3" fmla="*/ 7462 w 10068"/>
              <a:gd name="connsiteY3" fmla="*/ 47 h 10080"/>
              <a:gd name="connsiteX4" fmla="*/ 10066 w 10068"/>
              <a:gd name="connsiteY4" fmla="*/ 357 h 10080"/>
              <a:gd name="connsiteX5" fmla="*/ 10059 w 10068"/>
              <a:gd name="connsiteY5" fmla="*/ 9125 h 10080"/>
              <a:gd name="connsiteX6" fmla="*/ 9029 w 10068"/>
              <a:gd name="connsiteY6" fmla="*/ 9930 h 10080"/>
              <a:gd name="connsiteX7" fmla="*/ 5220 w 10068"/>
              <a:gd name="connsiteY7" fmla="*/ 9922 h 10080"/>
              <a:gd name="connsiteX8" fmla="*/ 2505 w 10068"/>
              <a:gd name="connsiteY8" fmla="*/ 9984 h 10080"/>
              <a:gd name="connsiteX9" fmla="*/ 701 w 10068"/>
              <a:gd name="connsiteY9" fmla="*/ 10055 h 10080"/>
              <a:gd name="connsiteX10" fmla="*/ 54 w 10068"/>
              <a:gd name="connsiteY10" fmla="*/ 9740 h 10080"/>
              <a:gd name="connsiteX11" fmla="*/ 70 w 10068"/>
              <a:gd name="connsiteY11" fmla="*/ 9114 h 10080"/>
              <a:gd name="connsiteX12" fmla="*/ 354 w 1006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04 w 10095"/>
              <a:gd name="connsiteY6" fmla="*/ 9802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264"/>
              <a:gd name="connsiteY0" fmla="*/ 505 h 10057"/>
              <a:gd name="connsiteX1" fmla="*/ 1812 w 10264"/>
              <a:gd name="connsiteY1" fmla="*/ 53 h 10057"/>
              <a:gd name="connsiteX2" fmla="*/ 4391 w 10264"/>
              <a:gd name="connsiteY2" fmla="*/ 59 h 10057"/>
              <a:gd name="connsiteX3" fmla="*/ 7491 w 10264"/>
              <a:gd name="connsiteY3" fmla="*/ 16 h 10057"/>
              <a:gd name="connsiteX4" fmla="*/ 10095 w 10264"/>
              <a:gd name="connsiteY4" fmla="*/ 326 h 10057"/>
              <a:gd name="connsiteX5" fmla="*/ 9987 w 10264"/>
              <a:gd name="connsiteY5" fmla="*/ 3016 h 10057"/>
              <a:gd name="connsiteX6" fmla="*/ 9942 w 10264"/>
              <a:gd name="connsiteY6" fmla="*/ 9094 h 10057"/>
              <a:gd name="connsiteX7" fmla="*/ 9831 w 10264"/>
              <a:gd name="connsiteY7" fmla="*/ 9683 h 10057"/>
              <a:gd name="connsiteX8" fmla="*/ 9058 w 10264"/>
              <a:gd name="connsiteY8" fmla="*/ 9899 h 10057"/>
              <a:gd name="connsiteX9" fmla="*/ 5249 w 10264"/>
              <a:gd name="connsiteY9" fmla="*/ 9891 h 10057"/>
              <a:gd name="connsiteX10" fmla="*/ 2534 w 10264"/>
              <a:gd name="connsiteY10" fmla="*/ 9953 h 10057"/>
              <a:gd name="connsiteX11" fmla="*/ 730 w 10264"/>
              <a:gd name="connsiteY11" fmla="*/ 10024 h 10057"/>
              <a:gd name="connsiteX12" fmla="*/ 83 w 10264"/>
              <a:gd name="connsiteY12" fmla="*/ 9709 h 10057"/>
              <a:gd name="connsiteX13" fmla="*/ 99 w 10264"/>
              <a:gd name="connsiteY13" fmla="*/ 9083 h 10057"/>
              <a:gd name="connsiteX14" fmla="*/ 383 w 10264"/>
              <a:gd name="connsiteY14" fmla="*/ 505 h 10057"/>
              <a:gd name="connsiteX0" fmla="*/ 383 w 10148"/>
              <a:gd name="connsiteY0" fmla="*/ 557 h 10109"/>
              <a:gd name="connsiteX1" fmla="*/ 1812 w 10148"/>
              <a:gd name="connsiteY1" fmla="*/ 105 h 10109"/>
              <a:gd name="connsiteX2" fmla="*/ 4391 w 10148"/>
              <a:gd name="connsiteY2" fmla="*/ 111 h 10109"/>
              <a:gd name="connsiteX3" fmla="*/ 7491 w 10148"/>
              <a:gd name="connsiteY3" fmla="*/ 68 h 10109"/>
              <a:gd name="connsiteX4" fmla="*/ 9939 w 10148"/>
              <a:gd name="connsiteY4" fmla="*/ 285 h 10109"/>
              <a:gd name="connsiteX5" fmla="*/ 9987 w 10148"/>
              <a:gd name="connsiteY5" fmla="*/ 3068 h 10109"/>
              <a:gd name="connsiteX6" fmla="*/ 9942 w 10148"/>
              <a:gd name="connsiteY6" fmla="*/ 9146 h 10109"/>
              <a:gd name="connsiteX7" fmla="*/ 9831 w 10148"/>
              <a:gd name="connsiteY7" fmla="*/ 9735 h 10109"/>
              <a:gd name="connsiteX8" fmla="*/ 9058 w 10148"/>
              <a:gd name="connsiteY8" fmla="*/ 9951 h 10109"/>
              <a:gd name="connsiteX9" fmla="*/ 5249 w 10148"/>
              <a:gd name="connsiteY9" fmla="*/ 9943 h 10109"/>
              <a:gd name="connsiteX10" fmla="*/ 2534 w 10148"/>
              <a:gd name="connsiteY10" fmla="*/ 10005 h 10109"/>
              <a:gd name="connsiteX11" fmla="*/ 730 w 10148"/>
              <a:gd name="connsiteY11" fmla="*/ 10076 h 10109"/>
              <a:gd name="connsiteX12" fmla="*/ 83 w 10148"/>
              <a:gd name="connsiteY12" fmla="*/ 9761 h 10109"/>
              <a:gd name="connsiteX13" fmla="*/ 99 w 10148"/>
              <a:gd name="connsiteY13" fmla="*/ 9135 h 10109"/>
              <a:gd name="connsiteX14" fmla="*/ 383 w 10148"/>
              <a:gd name="connsiteY14" fmla="*/ 557 h 10109"/>
              <a:gd name="connsiteX0" fmla="*/ 383 w 10023"/>
              <a:gd name="connsiteY0" fmla="*/ 557 h 10109"/>
              <a:gd name="connsiteX1" fmla="*/ 1812 w 10023"/>
              <a:gd name="connsiteY1" fmla="*/ 105 h 10109"/>
              <a:gd name="connsiteX2" fmla="*/ 4391 w 10023"/>
              <a:gd name="connsiteY2" fmla="*/ 111 h 10109"/>
              <a:gd name="connsiteX3" fmla="*/ 7491 w 10023"/>
              <a:gd name="connsiteY3" fmla="*/ 68 h 10109"/>
              <a:gd name="connsiteX4" fmla="*/ 9939 w 10023"/>
              <a:gd name="connsiteY4" fmla="*/ 285 h 10109"/>
              <a:gd name="connsiteX5" fmla="*/ 9987 w 10023"/>
              <a:gd name="connsiteY5" fmla="*/ 3068 h 10109"/>
              <a:gd name="connsiteX6" fmla="*/ 9942 w 10023"/>
              <a:gd name="connsiteY6" fmla="*/ 9146 h 10109"/>
              <a:gd name="connsiteX7" fmla="*/ 9831 w 10023"/>
              <a:gd name="connsiteY7" fmla="*/ 9735 h 10109"/>
              <a:gd name="connsiteX8" fmla="*/ 9058 w 10023"/>
              <a:gd name="connsiteY8" fmla="*/ 9951 h 10109"/>
              <a:gd name="connsiteX9" fmla="*/ 5249 w 10023"/>
              <a:gd name="connsiteY9" fmla="*/ 9943 h 10109"/>
              <a:gd name="connsiteX10" fmla="*/ 2534 w 10023"/>
              <a:gd name="connsiteY10" fmla="*/ 10005 h 10109"/>
              <a:gd name="connsiteX11" fmla="*/ 730 w 10023"/>
              <a:gd name="connsiteY11" fmla="*/ 10076 h 10109"/>
              <a:gd name="connsiteX12" fmla="*/ 83 w 10023"/>
              <a:gd name="connsiteY12" fmla="*/ 9761 h 10109"/>
              <a:gd name="connsiteX13" fmla="*/ 99 w 10023"/>
              <a:gd name="connsiteY13" fmla="*/ 9135 h 10109"/>
              <a:gd name="connsiteX14" fmla="*/ 383 w 10023"/>
              <a:gd name="connsiteY14" fmla="*/ 557 h 10109"/>
              <a:gd name="connsiteX0" fmla="*/ 383 w 10006"/>
              <a:gd name="connsiteY0" fmla="*/ 557 h 10109"/>
              <a:gd name="connsiteX1" fmla="*/ 1812 w 10006"/>
              <a:gd name="connsiteY1" fmla="*/ 105 h 10109"/>
              <a:gd name="connsiteX2" fmla="*/ 4391 w 10006"/>
              <a:gd name="connsiteY2" fmla="*/ 111 h 10109"/>
              <a:gd name="connsiteX3" fmla="*/ 7491 w 10006"/>
              <a:gd name="connsiteY3" fmla="*/ 68 h 10109"/>
              <a:gd name="connsiteX4" fmla="*/ 9939 w 10006"/>
              <a:gd name="connsiteY4" fmla="*/ 285 h 10109"/>
              <a:gd name="connsiteX5" fmla="*/ 9987 w 10006"/>
              <a:gd name="connsiteY5" fmla="*/ 3068 h 10109"/>
              <a:gd name="connsiteX6" fmla="*/ 9942 w 10006"/>
              <a:gd name="connsiteY6" fmla="*/ 9146 h 10109"/>
              <a:gd name="connsiteX7" fmla="*/ 9831 w 10006"/>
              <a:gd name="connsiteY7" fmla="*/ 9735 h 10109"/>
              <a:gd name="connsiteX8" fmla="*/ 9058 w 10006"/>
              <a:gd name="connsiteY8" fmla="*/ 9951 h 10109"/>
              <a:gd name="connsiteX9" fmla="*/ 5249 w 10006"/>
              <a:gd name="connsiteY9" fmla="*/ 9943 h 10109"/>
              <a:gd name="connsiteX10" fmla="*/ 2534 w 10006"/>
              <a:gd name="connsiteY10" fmla="*/ 10005 h 10109"/>
              <a:gd name="connsiteX11" fmla="*/ 730 w 10006"/>
              <a:gd name="connsiteY11" fmla="*/ 10076 h 10109"/>
              <a:gd name="connsiteX12" fmla="*/ 83 w 10006"/>
              <a:gd name="connsiteY12" fmla="*/ 9761 h 10109"/>
              <a:gd name="connsiteX13" fmla="*/ 99 w 10006"/>
              <a:gd name="connsiteY13" fmla="*/ 9135 h 10109"/>
              <a:gd name="connsiteX14" fmla="*/ 383 w 10006"/>
              <a:gd name="connsiteY14" fmla="*/ 557 h 10109"/>
              <a:gd name="connsiteX0" fmla="*/ 383 w 10019"/>
              <a:gd name="connsiteY0" fmla="*/ 557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383 w 10019"/>
              <a:gd name="connsiteY14" fmla="*/ 557 h 10109"/>
              <a:gd name="connsiteX0" fmla="*/ 270 w 10019"/>
              <a:gd name="connsiteY0" fmla="*/ 562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562 h 10109"/>
              <a:gd name="connsiteX1" fmla="*/ 1774 w 10019"/>
              <a:gd name="connsiteY1" fmla="*/ 9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789 h 10336"/>
              <a:gd name="connsiteX1" fmla="*/ 1009 w 10019"/>
              <a:gd name="connsiteY1" fmla="*/ 327 h 10336"/>
              <a:gd name="connsiteX2" fmla="*/ 1774 w 10019"/>
              <a:gd name="connsiteY2" fmla="*/ 322 h 10336"/>
              <a:gd name="connsiteX3" fmla="*/ 4391 w 10019"/>
              <a:gd name="connsiteY3" fmla="*/ 338 h 10336"/>
              <a:gd name="connsiteX4" fmla="*/ 7491 w 10019"/>
              <a:gd name="connsiteY4" fmla="*/ 295 h 10336"/>
              <a:gd name="connsiteX5" fmla="*/ 9939 w 10019"/>
              <a:gd name="connsiteY5" fmla="*/ 512 h 10336"/>
              <a:gd name="connsiteX6" fmla="*/ 9987 w 10019"/>
              <a:gd name="connsiteY6" fmla="*/ 3295 h 10336"/>
              <a:gd name="connsiteX7" fmla="*/ 9942 w 10019"/>
              <a:gd name="connsiteY7" fmla="*/ 9373 h 10336"/>
              <a:gd name="connsiteX8" fmla="*/ 9831 w 10019"/>
              <a:gd name="connsiteY8" fmla="*/ 9962 h 10336"/>
              <a:gd name="connsiteX9" fmla="*/ 9058 w 10019"/>
              <a:gd name="connsiteY9" fmla="*/ 10178 h 10336"/>
              <a:gd name="connsiteX10" fmla="*/ 5249 w 10019"/>
              <a:gd name="connsiteY10" fmla="*/ 10170 h 10336"/>
              <a:gd name="connsiteX11" fmla="*/ 2534 w 10019"/>
              <a:gd name="connsiteY11" fmla="*/ 10232 h 10336"/>
              <a:gd name="connsiteX12" fmla="*/ 730 w 10019"/>
              <a:gd name="connsiteY12" fmla="*/ 10303 h 10336"/>
              <a:gd name="connsiteX13" fmla="*/ 83 w 10019"/>
              <a:gd name="connsiteY13" fmla="*/ 9988 h 10336"/>
              <a:gd name="connsiteX14" fmla="*/ 99 w 10019"/>
              <a:gd name="connsiteY14" fmla="*/ 9362 h 10336"/>
              <a:gd name="connsiteX15" fmla="*/ 270 w 10019"/>
              <a:gd name="connsiteY15" fmla="*/ 789 h 10336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979 h 10526"/>
              <a:gd name="connsiteX1" fmla="*/ 1009 w 10019"/>
              <a:gd name="connsiteY1" fmla="*/ 517 h 10526"/>
              <a:gd name="connsiteX2" fmla="*/ 1774 w 10019"/>
              <a:gd name="connsiteY2" fmla="*/ 512 h 10526"/>
              <a:gd name="connsiteX3" fmla="*/ 3977 w 10019"/>
              <a:gd name="connsiteY3" fmla="*/ 6478 h 10526"/>
              <a:gd name="connsiteX4" fmla="*/ 7491 w 10019"/>
              <a:gd name="connsiteY4" fmla="*/ 485 h 10526"/>
              <a:gd name="connsiteX5" fmla="*/ 9939 w 10019"/>
              <a:gd name="connsiteY5" fmla="*/ 702 h 10526"/>
              <a:gd name="connsiteX6" fmla="*/ 9987 w 10019"/>
              <a:gd name="connsiteY6" fmla="*/ 3485 h 10526"/>
              <a:gd name="connsiteX7" fmla="*/ 9942 w 10019"/>
              <a:gd name="connsiteY7" fmla="*/ 9563 h 10526"/>
              <a:gd name="connsiteX8" fmla="*/ 9831 w 10019"/>
              <a:gd name="connsiteY8" fmla="*/ 10152 h 10526"/>
              <a:gd name="connsiteX9" fmla="*/ 9058 w 10019"/>
              <a:gd name="connsiteY9" fmla="*/ 10368 h 10526"/>
              <a:gd name="connsiteX10" fmla="*/ 5249 w 10019"/>
              <a:gd name="connsiteY10" fmla="*/ 10360 h 10526"/>
              <a:gd name="connsiteX11" fmla="*/ 2534 w 10019"/>
              <a:gd name="connsiteY11" fmla="*/ 10422 h 10526"/>
              <a:gd name="connsiteX12" fmla="*/ 730 w 10019"/>
              <a:gd name="connsiteY12" fmla="*/ 10493 h 10526"/>
              <a:gd name="connsiteX13" fmla="*/ 83 w 10019"/>
              <a:gd name="connsiteY13" fmla="*/ 10178 h 10526"/>
              <a:gd name="connsiteX14" fmla="*/ 99 w 10019"/>
              <a:gd name="connsiteY14" fmla="*/ 9552 h 10526"/>
              <a:gd name="connsiteX15" fmla="*/ 270 w 10019"/>
              <a:gd name="connsiteY15" fmla="*/ 979 h 10526"/>
              <a:gd name="connsiteX0" fmla="*/ 270 w 10019"/>
              <a:gd name="connsiteY0" fmla="*/ 979 h 10526"/>
              <a:gd name="connsiteX1" fmla="*/ 1009 w 10019"/>
              <a:gd name="connsiteY1" fmla="*/ 517 h 10526"/>
              <a:gd name="connsiteX2" fmla="*/ 1498 w 10019"/>
              <a:gd name="connsiteY2" fmla="*/ 6478 h 10526"/>
              <a:gd name="connsiteX3" fmla="*/ 3977 w 10019"/>
              <a:gd name="connsiteY3" fmla="*/ 6478 h 10526"/>
              <a:gd name="connsiteX4" fmla="*/ 7491 w 10019"/>
              <a:gd name="connsiteY4" fmla="*/ 485 h 10526"/>
              <a:gd name="connsiteX5" fmla="*/ 9939 w 10019"/>
              <a:gd name="connsiteY5" fmla="*/ 702 h 10526"/>
              <a:gd name="connsiteX6" fmla="*/ 9987 w 10019"/>
              <a:gd name="connsiteY6" fmla="*/ 3485 h 10526"/>
              <a:gd name="connsiteX7" fmla="*/ 9942 w 10019"/>
              <a:gd name="connsiteY7" fmla="*/ 9563 h 10526"/>
              <a:gd name="connsiteX8" fmla="*/ 9831 w 10019"/>
              <a:gd name="connsiteY8" fmla="*/ 10152 h 10526"/>
              <a:gd name="connsiteX9" fmla="*/ 9058 w 10019"/>
              <a:gd name="connsiteY9" fmla="*/ 10368 h 10526"/>
              <a:gd name="connsiteX10" fmla="*/ 5249 w 10019"/>
              <a:gd name="connsiteY10" fmla="*/ 10360 h 10526"/>
              <a:gd name="connsiteX11" fmla="*/ 2534 w 10019"/>
              <a:gd name="connsiteY11" fmla="*/ 10422 h 10526"/>
              <a:gd name="connsiteX12" fmla="*/ 730 w 10019"/>
              <a:gd name="connsiteY12" fmla="*/ 10493 h 10526"/>
              <a:gd name="connsiteX13" fmla="*/ 83 w 10019"/>
              <a:gd name="connsiteY13" fmla="*/ 10178 h 10526"/>
              <a:gd name="connsiteX14" fmla="*/ 99 w 10019"/>
              <a:gd name="connsiteY14" fmla="*/ 9552 h 10526"/>
              <a:gd name="connsiteX15" fmla="*/ 270 w 10019"/>
              <a:gd name="connsiteY15" fmla="*/ 979 h 10526"/>
              <a:gd name="connsiteX0" fmla="*/ 270 w 10019"/>
              <a:gd name="connsiteY0" fmla="*/ 979 h 10526"/>
              <a:gd name="connsiteX1" fmla="*/ 578 w 10019"/>
              <a:gd name="connsiteY1" fmla="*/ 6467 h 10526"/>
              <a:gd name="connsiteX2" fmla="*/ 1498 w 10019"/>
              <a:gd name="connsiteY2" fmla="*/ 6478 h 10526"/>
              <a:gd name="connsiteX3" fmla="*/ 3977 w 10019"/>
              <a:gd name="connsiteY3" fmla="*/ 6478 h 10526"/>
              <a:gd name="connsiteX4" fmla="*/ 7491 w 10019"/>
              <a:gd name="connsiteY4" fmla="*/ 485 h 10526"/>
              <a:gd name="connsiteX5" fmla="*/ 9939 w 10019"/>
              <a:gd name="connsiteY5" fmla="*/ 702 h 10526"/>
              <a:gd name="connsiteX6" fmla="*/ 9987 w 10019"/>
              <a:gd name="connsiteY6" fmla="*/ 3485 h 10526"/>
              <a:gd name="connsiteX7" fmla="*/ 9942 w 10019"/>
              <a:gd name="connsiteY7" fmla="*/ 9563 h 10526"/>
              <a:gd name="connsiteX8" fmla="*/ 9831 w 10019"/>
              <a:gd name="connsiteY8" fmla="*/ 10152 h 10526"/>
              <a:gd name="connsiteX9" fmla="*/ 9058 w 10019"/>
              <a:gd name="connsiteY9" fmla="*/ 10368 h 10526"/>
              <a:gd name="connsiteX10" fmla="*/ 5249 w 10019"/>
              <a:gd name="connsiteY10" fmla="*/ 10360 h 10526"/>
              <a:gd name="connsiteX11" fmla="*/ 2534 w 10019"/>
              <a:gd name="connsiteY11" fmla="*/ 10422 h 10526"/>
              <a:gd name="connsiteX12" fmla="*/ 730 w 10019"/>
              <a:gd name="connsiteY12" fmla="*/ 10493 h 10526"/>
              <a:gd name="connsiteX13" fmla="*/ 83 w 10019"/>
              <a:gd name="connsiteY13" fmla="*/ 10178 h 10526"/>
              <a:gd name="connsiteX14" fmla="*/ 99 w 10019"/>
              <a:gd name="connsiteY14" fmla="*/ 9552 h 10526"/>
              <a:gd name="connsiteX15" fmla="*/ 270 w 10019"/>
              <a:gd name="connsiteY15" fmla="*/ 979 h 10526"/>
              <a:gd name="connsiteX0" fmla="*/ 4 w 19330"/>
              <a:gd name="connsiteY0" fmla="*/ 6725 h 10526"/>
              <a:gd name="connsiteX1" fmla="*/ 9889 w 19330"/>
              <a:gd name="connsiteY1" fmla="*/ 6467 h 10526"/>
              <a:gd name="connsiteX2" fmla="*/ 10809 w 19330"/>
              <a:gd name="connsiteY2" fmla="*/ 6478 h 10526"/>
              <a:gd name="connsiteX3" fmla="*/ 13288 w 19330"/>
              <a:gd name="connsiteY3" fmla="*/ 6478 h 10526"/>
              <a:gd name="connsiteX4" fmla="*/ 16802 w 19330"/>
              <a:gd name="connsiteY4" fmla="*/ 485 h 10526"/>
              <a:gd name="connsiteX5" fmla="*/ 19250 w 19330"/>
              <a:gd name="connsiteY5" fmla="*/ 702 h 10526"/>
              <a:gd name="connsiteX6" fmla="*/ 19298 w 19330"/>
              <a:gd name="connsiteY6" fmla="*/ 3485 h 10526"/>
              <a:gd name="connsiteX7" fmla="*/ 19253 w 19330"/>
              <a:gd name="connsiteY7" fmla="*/ 9563 h 10526"/>
              <a:gd name="connsiteX8" fmla="*/ 19142 w 19330"/>
              <a:gd name="connsiteY8" fmla="*/ 10152 h 10526"/>
              <a:gd name="connsiteX9" fmla="*/ 18369 w 19330"/>
              <a:gd name="connsiteY9" fmla="*/ 10368 h 10526"/>
              <a:gd name="connsiteX10" fmla="*/ 14560 w 19330"/>
              <a:gd name="connsiteY10" fmla="*/ 10360 h 10526"/>
              <a:gd name="connsiteX11" fmla="*/ 11845 w 19330"/>
              <a:gd name="connsiteY11" fmla="*/ 10422 h 10526"/>
              <a:gd name="connsiteX12" fmla="*/ 10041 w 19330"/>
              <a:gd name="connsiteY12" fmla="*/ 10493 h 10526"/>
              <a:gd name="connsiteX13" fmla="*/ 9394 w 19330"/>
              <a:gd name="connsiteY13" fmla="*/ 10178 h 10526"/>
              <a:gd name="connsiteX14" fmla="*/ 9410 w 19330"/>
              <a:gd name="connsiteY14" fmla="*/ 9552 h 10526"/>
              <a:gd name="connsiteX15" fmla="*/ 4 w 19330"/>
              <a:gd name="connsiteY15" fmla="*/ 6725 h 10526"/>
              <a:gd name="connsiteX0" fmla="*/ 4 w 19330"/>
              <a:gd name="connsiteY0" fmla="*/ 6725 h 10526"/>
              <a:gd name="connsiteX1" fmla="*/ 3280 w 19330"/>
              <a:gd name="connsiteY1" fmla="*/ 6514 h 10526"/>
              <a:gd name="connsiteX2" fmla="*/ 10809 w 19330"/>
              <a:gd name="connsiteY2" fmla="*/ 6478 h 10526"/>
              <a:gd name="connsiteX3" fmla="*/ 13288 w 19330"/>
              <a:gd name="connsiteY3" fmla="*/ 6478 h 10526"/>
              <a:gd name="connsiteX4" fmla="*/ 16802 w 19330"/>
              <a:gd name="connsiteY4" fmla="*/ 485 h 10526"/>
              <a:gd name="connsiteX5" fmla="*/ 19250 w 19330"/>
              <a:gd name="connsiteY5" fmla="*/ 702 h 10526"/>
              <a:gd name="connsiteX6" fmla="*/ 19298 w 19330"/>
              <a:gd name="connsiteY6" fmla="*/ 3485 h 10526"/>
              <a:gd name="connsiteX7" fmla="*/ 19253 w 19330"/>
              <a:gd name="connsiteY7" fmla="*/ 9563 h 10526"/>
              <a:gd name="connsiteX8" fmla="*/ 19142 w 19330"/>
              <a:gd name="connsiteY8" fmla="*/ 10152 h 10526"/>
              <a:gd name="connsiteX9" fmla="*/ 18369 w 19330"/>
              <a:gd name="connsiteY9" fmla="*/ 10368 h 10526"/>
              <a:gd name="connsiteX10" fmla="*/ 14560 w 19330"/>
              <a:gd name="connsiteY10" fmla="*/ 10360 h 10526"/>
              <a:gd name="connsiteX11" fmla="*/ 11845 w 19330"/>
              <a:gd name="connsiteY11" fmla="*/ 10422 h 10526"/>
              <a:gd name="connsiteX12" fmla="*/ 10041 w 19330"/>
              <a:gd name="connsiteY12" fmla="*/ 10493 h 10526"/>
              <a:gd name="connsiteX13" fmla="*/ 9394 w 19330"/>
              <a:gd name="connsiteY13" fmla="*/ 10178 h 10526"/>
              <a:gd name="connsiteX14" fmla="*/ 9410 w 19330"/>
              <a:gd name="connsiteY14" fmla="*/ 9552 h 10526"/>
              <a:gd name="connsiteX15" fmla="*/ 4 w 19330"/>
              <a:gd name="connsiteY15" fmla="*/ 6725 h 10526"/>
              <a:gd name="connsiteX0" fmla="*/ 4 w 19434"/>
              <a:gd name="connsiteY0" fmla="*/ 6741 h 10526"/>
              <a:gd name="connsiteX1" fmla="*/ 3384 w 19434"/>
              <a:gd name="connsiteY1" fmla="*/ 6514 h 10526"/>
              <a:gd name="connsiteX2" fmla="*/ 10913 w 19434"/>
              <a:gd name="connsiteY2" fmla="*/ 6478 h 10526"/>
              <a:gd name="connsiteX3" fmla="*/ 13392 w 19434"/>
              <a:gd name="connsiteY3" fmla="*/ 6478 h 10526"/>
              <a:gd name="connsiteX4" fmla="*/ 16906 w 19434"/>
              <a:gd name="connsiteY4" fmla="*/ 485 h 10526"/>
              <a:gd name="connsiteX5" fmla="*/ 19354 w 19434"/>
              <a:gd name="connsiteY5" fmla="*/ 702 h 10526"/>
              <a:gd name="connsiteX6" fmla="*/ 19402 w 19434"/>
              <a:gd name="connsiteY6" fmla="*/ 3485 h 10526"/>
              <a:gd name="connsiteX7" fmla="*/ 19357 w 19434"/>
              <a:gd name="connsiteY7" fmla="*/ 9563 h 10526"/>
              <a:gd name="connsiteX8" fmla="*/ 19246 w 19434"/>
              <a:gd name="connsiteY8" fmla="*/ 10152 h 10526"/>
              <a:gd name="connsiteX9" fmla="*/ 18473 w 19434"/>
              <a:gd name="connsiteY9" fmla="*/ 10368 h 10526"/>
              <a:gd name="connsiteX10" fmla="*/ 14664 w 19434"/>
              <a:gd name="connsiteY10" fmla="*/ 10360 h 10526"/>
              <a:gd name="connsiteX11" fmla="*/ 11949 w 19434"/>
              <a:gd name="connsiteY11" fmla="*/ 10422 h 10526"/>
              <a:gd name="connsiteX12" fmla="*/ 10145 w 19434"/>
              <a:gd name="connsiteY12" fmla="*/ 10493 h 10526"/>
              <a:gd name="connsiteX13" fmla="*/ 9498 w 19434"/>
              <a:gd name="connsiteY13" fmla="*/ 10178 h 10526"/>
              <a:gd name="connsiteX14" fmla="*/ 9514 w 19434"/>
              <a:gd name="connsiteY14" fmla="*/ 9552 h 10526"/>
              <a:gd name="connsiteX15" fmla="*/ 4 w 19434"/>
              <a:gd name="connsiteY15" fmla="*/ 6741 h 10526"/>
              <a:gd name="connsiteX0" fmla="*/ 4 w 19434"/>
              <a:gd name="connsiteY0" fmla="*/ 6072 h 9857"/>
              <a:gd name="connsiteX1" fmla="*/ 3384 w 19434"/>
              <a:gd name="connsiteY1" fmla="*/ 5845 h 9857"/>
              <a:gd name="connsiteX2" fmla="*/ 10913 w 19434"/>
              <a:gd name="connsiteY2" fmla="*/ 5809 h 9857"/>
              <a:gd name="connsiteX3" fmla="*/ 13392 w 19434"/>
              <a:gd name="connsiteY3" fmla="*/ 5809 h 9857"/>
              <a:gd name="connsiteX4" fmla="*/ 16992 w 19434"/>
              <a:gd name="connsiteY4" fmla="*/ 5860 h 9857"/>
              <a:gd name="connsiteX5" fmla="*/ 19354 w 19434"/>
              <a:gd name="connsiteY5" fmla="*/ 33 h 9857"/>
              <a:gd name="connsiteX6" fmla="*/ 19402 w 19434"/>
              <a:gd name="connsiteY6" fmla="*/ 2816 h 9857"/>
              <a:gd name="connsiteX7" fmla="*/ 19357 w 19434"/>
              <a:gd name="connsiteY7" fmla="*/ 8894 h 9857"/>
              <a:gd name="connsiteX8" fmla="*/ 19246 w 19434"/>
              <a:gd name="connsiteY8" fmla="*/ 9483 h 9857"/>
              <a:gd name="connsiteX9" fmla="*/ 18473 w 19434"/>
              <a:gd name="connsiteY9" fmla="*/ 9699 h 9857"/>
              <a:gd name="connsiteX10" fmla="*/ 14664 w 19434"/>
              <a:gd name="connsiteY10" fmla="*/ 9691 h 9857"/>
              <a:gd name="connsiteX11" fmla="*/ 11949 w 19434"/>
              <a:gd name="connsiteY11" fmla="*/ 9753 h 9857"/>
              <a:gd name="connsiteX12" fmla="*/ 10145 w 19434"/>
              <a:gd name="connsiteY12" fmla="*/ 9824 h 9857"/>
              <a:gd name="connsiteX13" fmla="*/ 9498 w 19434"/>
              <a:gd name="connsiteY13" fmla="*/ 9509 h 9857"/>
              <a:gd name="connsiteX14" fmla="*/ 9514 w 19434"/>
              <a:gd name="connsiteY14" fmla="*/ 8883 h 9857"/>
              <a:gd name="connsiteX15" fmla="*/ 4 w 19434"/>
              <a:gd name="connsiteY15" fmla="*/ 6072 h 9857"/>
              <a:gd name="connsiteX0" fmla="*/ 2 w 10000"/>
              <a:gd name="connsiteY0" fmla="*/ 6156 h 9997"/>
              <a:gd name="connsiteX1" fmla="*/ 1741 w 10000"/>
              <a:gd name="connsiteY1" fmla="*/ 5926 h 9997"/>
              <a:gd name="connsiteX2" fmla="*/ 5615 w 10000"/>
              <a:gd name="connsiteY2" fmla="*/ 5889 h 9997"/>
              <a:gd name="connsiteX3" fmla="*/ 6891 w 10000"/>
              <a:gd name="connsiteY3" fmla="*/ 5889 h 9997"/>
              <a:gd name="connsiteX4" fmla="*/ 8743 w 10000"/>
              <a:gd name="connsiteY4" fmla="*/ 5941 h 9997"/>
              <a:gd name="connsiteX5" fmla="*/ 9959 w 10000"/>
              <a:gd name="connsiteY5" fmla="*/ 29 h 9997"/>
              <a:gd name="connsiteX6" fmla="*/ 9984 w 10000"/>
              <a:gd name="connsiteY6" fmla="*/ 2853 h 9997"/>
              <a:gd name="connsiteX7" fmla="*/ 9960 w 10000"/>
              <a:gd name="connsiteY7" fmla="*/ 9019 h 9997"/>
              <a:gd name="connsiteX8" fmla="*/ 9903 w 10000"/>
              <a:gd name="connsiteY8" fmla="*/ 9617 h 9997"/>
              <a:gd name="connsiteX9" fmla="*/ 9506 w 10000"/>
              <a:gd name="connsiteY9" fmla="*/ 9836 h 9997"/>
              <a:gd name="connsiteX10" fmla="*/ 7546 w 10000"/>
              <a:gd name="connsiteY10" fmla="*/ 9828 h 9997"/>
              <a:gd name="connsiteX11" fmla="*/ 6149 w 10000"/>
              <a:gd name="connsiteY11" fmla="*/ 9890 h 9997"/>
              <a:gd name="connsiteX12" fmla="*/ 5220 w 10000"/>
              <a:gd name="connsiteY12" fmla="*/ 9963 h 9997"/>
              <a:gd name="connsiteX13" fmla="*/ 4887 w 10000"/>
              <a:gd name="connsiteY13" fmla="*/ 9643 h 9997"/>
              <a:gd name="connsiteX14" fmla="*/ 4896 w 10000"/>
              <a:gd name="connsiteY14" fmla="*/ 9008 h 9997"/>
              <a:gd name="connsiteX15" fmla="*/ 2 w 10000"/>
              <a:gd name="connsiteY15" fmla="*/ 6156 h 9997"/>
              <a:gd name="connsiteX0" fmla="*/ 2 w 9984"/>
              <a:gd name="connsiteY0" fmla="*/ 3593 h 7435"/>
              <a:gd name="connsiteX1" fmla="*/ 1741 w 9984"/>
              <a:gd name="connsiteY1" fmla="*/ 3363 h 7435"/>
              <a:gd name="connsiteX2" fmla="*/ 5615 w 9984"/>
              <a:gd name="connsiteY2" fmla="*/ 3326 h 7435"/>
              <a:gd name="connsiteX3" fmla="*/ 6891 w 9984"/>
              <a:gd name="connsiteY3" fmla="*/ 3326 h 7435"/>
              <a:gd name="connsiteX4" fmla="*/ 8743 w 9984"/>
              <a:gd name="connsiteY4" fmla="*/ 3378 h 7435"/>
              <a:gd name="connsiteX5" fmla="*/ 9773 w 9984"/>
              <a:gd name="connsiteY5" fmla="*/ 3390 h 7435"/>
              <a:gd name="connsiteX6" fmla="*/ 9984 w 9984"/>
              <a:gd name="connsiteY6" fmla="*/ 289 h 7435"/>
              <a:gd name="connsiteX7" fmla="*/ 9960 w 9984"/>
              <a:gd name="connsiteY7" fmla="*/ 6457 h 7435"/>
              <a:gd name="connsiteX8" fmla="*/ 9903 w 9984"/>
              <a:gd name="connsiteY8" fmla="*/ 7055 h 7435"/>
              <a:gd name="connsiteX9" fmla="*/ 9506 w 9984"/>
              <a:gd name="connsiteY9" fmla="*/ 7274 h 7435"/>
              <a:gd name="connsiteX10" fmla="*/ 7546 w 9984"/>
              <a:gd name="connsiteY10" fmla="*/ 7266 h 7435"/>
              <a:gd name="connsiteX11" fmla="*/ 6149 w 9984"/>
              <a:gd name="connsiteY11" fmla="*/ 7328 h 7435"/>
              <a:gd name="connsiteX12" fmla="*/ 5220 w 9984"/>
              <a:gd name="connsiteY12" fmla="*/ 7401 h 7435"/>
              <a:gd name="connsiteX13" fmla="*/ 4887 w 9984"/>
              <a:gd name="connsiteY13" fmla="*/ 7081 h 7435"/>
              <a:gd name="connsiteX14" fmla="*/ 4896 w 9984"/>
              <a:gd name="connsiteY14" fmla="*/ 6446 h 7435"/>
              <a:gd name="connsiteX15" fmla="*/ 2 w 9984"/>
              <a:gd name="connsiteY15" fmla="*/ 3593 h 7435"/>
              <a:gd name="connsiteX0" fmla="*/ 2 w 10000"/>
              <a:gd name="connsiteY0" fmla="*/ 4833 h 9999"/>
              <a:gd name="connsiteX1" fmla="*/ 1744 w 10000"/>
              <a:gd name="connsiteY1" fmla="*/ 4523 h 9999"/>
              <a:gd name="connsiteX2" fmla="*/ 5624 w 10000"/>
              <a:gd name="connsiteY2" fmla="*/ 4473 h 9999"/>
              <a:gd name="connsiteX3" fmla="*/ 6902 w 10000"/>
              <a:gd name="connsiteY3" fmla="*/ 4473 h 9999"/>
              <a:gd name="connsiteX4" fmla="*/ 8757 w 10000"/>
              <a:gd name="connsiteY4" fmla="*/ 4543 h 9999"/>
              <a:gd name="connsiteX5" fmla="*/ 9789 w 10000"/>
              <a:gd name="connsiteY5" fmla="*/ 4560 h 9999"/>
              <a:gd name="connsiteX6" fmla="*/ 10000 w 10000"/>
              <a:gd name="connsiteY6" fmla="*/ 389 h 9999"/>
              <a:gd name="connsiteX7" fmla="*/ 9976 w 10000"/>
              <a:gd name="connsiteY7" fmla="*/ 8685 h 9999"/>
              <a:gd name="connsiteX8" fmla="*/ 9919 w 10000"/>
              <a:gd name="connsiteY8" fmla="*/ 9489 h 9999"/>
              <a:gd name="connsiteX9" fmla="*/ 9521 w 10000"/>
              <a:gd name="connsiteY9" fmla="*/ 9783 h 9999"/>
              <a:gd name="connsiteX10" fmla="*/ 7558 w 10000"/>
              <a:gd name="connsiteY10" fmla="*/ 9773 h 9999"/>
              <a:gd name="connsiteX11" fmla="*/ 6159 w 10000"/>
              <a:gd name="connsiteY11" fmla="*/ 9856 h 9999"/>
              <a:gd name="connsiteX12" fmla="*/ 5228 w 10000"/>
              <a:gd name="connsiteY12" fmla="*/ 9954 h 9999"/>
              <a:gd name="connsiteX13" fmla="*/ 4895 w 10000"/>
              <a:gd name="connsiteY13" fmla="*/ 9524 h 9999"/>
              <a:gd name="connsiteX14" fmla="*/ 4904 w 10000"/>
              <a:gd name="connsiteY14" fmla="*/ 8670 h 9999"/>
              <a:gd name="connsiteX15" fmla="*/ 2 w 10000"/>
              <a:gd name="connsiteY15" fmla="*/ 4833 h 9999"/>
              <a:gd name="connsiteX0" fmla="*/ 2 w 10009"/>
              <a:gd name="connsiteY0" fmla="*/ 397 h 5564"/>
              <a:gd name="connsiteX1" fmla="*/ 1744 w 10009"/>
              <a:gd name="connsiteY1" fmla="*/ 87 h 5564"/>
              <a:gd name="connsiteX2" fmla="*/ 5624 w 10009"/>
              <a:gd name="connsiteY2" fmla="*/ 37 h 5564"/>
              <a:gd name="connsiteX3" fmla="*/ 6902 w 10009"/>
              <a:gd name="connsiteY3" fmla="*/ 37 h 5564"/>
              <a:gd name="connsiteX4" fmla="*/ 8757 w 10009"/>
              <a:gd name="connsiteY4" fmla="*/ 107 h 5564"/>
              <a:gd name="connsiteX5" fmla="*/ 9789 w 10009"/>
              <a:gd name="connsiteY5" fmla="*/ 124 h 5564"/>
              <a:gd name="connsiteX6" fmla="*/ 10009 w 10009"/>
              <a:gd name="connsiteY6" fmla="*/ 1910 h 5564"/>
              <a:gd name="connsiteX7" fmla="*/ 9976 w 10009"/>
              <a:gd name="connsiteY7" fmla="*/ 4250 h 5564"/>
              <a:gd name="connsiteX8" fmla="*/ 9919 w 10009"/>
              <a:gd name="connsiteY8" fmla="*/ 5054 h 5564"/>
              <a:gd name="connsiteX9" fmla="*/ 9521 w 10009"/>
              <a:gd name="connsiteY9" fmla="*/ 5348 h 5564"/>
              <a:gd name="connsiteX10" fmla="*/ 7558 w 10009"/>
              <a:gd name="connsiteY10" fmla="*/ 5338 h 5564"/>
              <a:gd name="connsiteX11" fmla="*/ 6159 w 10009"/>
              <a:gd name="connsiteY11" fmla="*/ 5421 h 5564"/>
              <a:gd name="connsiteX12" fmla="*/ 5228 w 10009"/>
              <a:gd name="connsiteY12" fmla="*/ 5519 h 5564"/>
              <a:gd name="connsiteX13" fmla="*/ 4895 w 10009"/>
              <a:gd name="connsiteY13" fmla="*/ 5089 h 5564"/>
              <a:gd name="connsiteX14" fmla="*/ 4904 w 10009"/>
              <a:gd name="connsiteY14" fmla="*/ 4235 h 5564"/>
              <a:gd name="connsiteX15" fmla="*/ 2 w 10009"/>
              <a:gd name="connsiteY15" fmla="*/ 397 h 5564"/>
              <a:gd name="connsiteX0" fmla="*/ 2 w 10000"/>
              <a:gd name="connsiteY0" fmla="*/ 714 h 10001"/>
              <a:gd name="connsiteX1" fmla="*/ 1742 w 10000"/>
              <a:gd name="connsiteY1" fmla="*/ 156 h 10001"/>
              <a:gd name="connsiteX2" fmla="*/ 5619 w 10000"/>
              <a:gd name="connsiteY2" fmla="*/ 66 h 10001"/>
              <a:gd name="connsiteX3" fmla="*/ 6896 w 10000"/>
              <a:gd name="connsiteY3" fmla="*/ 66 h 10001"/>
              <a:gd name="connsiteX4" fmla="*/ 8749 w 10000"/>
              <a:gd name="connsiteY4" fmla="*/ 86 h 10001"/>
              <a:gd name="connsiteX5" fmla="*/ 9780 w 10000"/>
              <a:gd name="connsiteY5" fmla="*/ 223 h 10001"/>
              <a:gd name="connsiteX6" fmla="*/ 10000 w 10000"/>
              <a:gd name="connsiteY6" fmla="*/ 3433 h 10001"/>
              <a:gd name="connsiteX7" fmla="*/ 9967 w 10000"/>
              <a:gd name="connsiteY7" fmla="*/ 7638 h 10001"/>
              <a:gd name="connsiteX8" fmla="*/ 9910 w 10000"/>
              <a:gd name="connsiteY8" fmla="*/ 9083 h 10001"/>
              <a:gd name="connsiteX9" fmla="*/ 9512 w 10000"/>
              <a:gd name="connsiteY9" fmla="*/ 9612 h 10001"/>
              <a:gd name="connsiteX10" fmla="*/ 7551 w 10000"/>
              <a:gd name="connsiteY10" fmla="*/ 9594 h 10001"/>
              <a:gd name="connsiteX11" fmla="*/ 6153 w 10000"/>
              <a:gd name="connsiteY11" fmla="*/ 9743 h 10001"/>
              <a:gd name="connsiteX12" fmla="*/ 5223 w 10000"/>
              <a:gd name="connsiteY12" fmla="*/ 9919 h 10001"/>
              <a:gd name="connsiteX13" fmla="*/ 4891 w 10000"/>
              <a:gd name="connsiteY13" fmla="*/ 9146 h 10001"/>
              <a:gd name="connsiteX14" fmla="*/ 4900 w 10000"/>
              <a:gd name="connsiteY14" fmla="*/ 7611 h 10001"/>
              <a:gd name="connsiteX15" fmla="*/ 2 w 10000"/>
              <a:gd name="connsiteY15" fmla="*/ 714 h 10001"/>
              <a:gd name="connsiteX0" fmla="*/ 2 w 10001"/>
              <a:gd name="connsiteY0" fmla="*/ 714 h 10001"/>
              <a:gd name="connsiteX1" fmla="*/ 1742 w 10001"/>
              <a:gd name="connsiteY1" fmla="*/ 156 h 10001"/>
              <a:gd name="connsiteX2" fmla="*/ 5619 w 10001"/>
              <a:gd name="connsiteY2" fmla="*/ 66 h 10001"/>
              <a:gd name="connsiteX3" fmla="*/ 6896 w 10001"/>
              <a:gd name="connsiteY3" fmla="*/ 66 h 10001"/>
              <a:gd name="connsiteX4" fmla="*/ 8749 w 10001"/>
              <a:gd name="connsiteY4" fmla="*/ 86 h 10001"/>
              <a:gd name="connsiteX5" fmla="*/ 9884 w 10001"/>
              <a:gd name="connsiteY5" fmla="*/ 223 h 10001"/>
              <a:gd name="connsiteX6" fmla="*/ 10000 w 10001"/>
              <a:gd name="connsiteY6" fmla="*/ 3433 h 10001"/>
              <a:gd name="connsiteX7" fmla="*/ 9967 w 10001"/>
              <a:gd name="connsiteY7" fmla="*/ 7638 h 10001"/>
              <a:gd name="connsiteX8" fmla="*/ 9910 w 10001"/>
              <a:gd name="connsiteY8" fmla="*/ 9083 h 10001"/>
              <a:gd name="connsiteX9" fmla="*/ 9512 w 10001"/>
              <a:gd name="connsiteY9" fmla="*/ 9612 h 10001"/>
              <a:gd name="connsiteX10" fmla="*/ 7551 w 10001"/>
              <a:gd name="connsiteY10" fmla="*/ 9594 h 10001"/>
              <a:gd name="connsiteX11" fmla="*/ 6153 w 10001"/>
              <a:gd name="connsiteY11" fmla="*/ 9743 h 10001"/>
              <a:gd name="connsiteX12" fmla="*/ 5223 w 10001"/>
              <a:gd name="connsiteY12" fmla="*/ 9919 h 10001"/>
              <a:gd name="connsiteX13" fmla="*/ 4891 w 10001"/>
              <a:gd name="connsiteY13" fmla="*/ 9146 h 10001"/>
              <a:gd name="connsiteX14" fmla="*/ 4900 w 10001"/>
              <a:gd name="connsiteY14" fmla="*/ 7611 h 10001"/>
              <a:gd name="connsiteX15" fmla="*/ 2 w 10001"/>
              <a:gd name="connsiteY15" fmla="*/ 714 h 10001"/>
              <a:gd name="connsiteX0" fmla="*/ 2 w 10004"/>
              <a:gd name="connsiteY0" fmla="*/ 714 h 10001"/>
              <a:gd name="connsiteX1" fmla="*/ 1742 w 10004"/>
              <a:gd name="connsiteY1" fmla="*/ 156 h 10001"/>
              <a:gd name="connsiteX2" fmla="*/ 5619 w 10004"/>
              <a:gd name="connsiteY2" fmla="*/ 66 h 10001"/>
              <a:gd name="connsiteX3" fmla="*/ 6896 w 10004"/>
              <a:gd name="connsiteY3" fmla="*/ 66 h 10001"/>
              <a:gd name="connsiteX4" fmla="*/ 8749 w 10004"/>
              <a:gd name="connsiteY4" fmla="*/ 86 h 10001"/>
              <a:gd name="connsiteX5" fmla="*/ 9884 w 10004"/>
              <a:gd name="connsiteY5" fmla="*/ 223 h 10001"/>
              <a:gd name="connsiteX6" fmla="*/ 10000 w 10004"/>
              <a:gd name="connsiteY6" fmla="*/ 3433 h 10001"/>
              <a:gd name="connsiteX7" fmla="*/ 9967 w 10004"/>
              <a:gd name="connsiteY7" fmla="*/ 7638 h 10001"/>
              <a:gd name="connsiteX8" fmla="*/ 9910 w 10004"/>
              <a:gd name="connsiteY8" fmla="*/ 9083 h 10001"/>
              <a:gd name="connsiteX9" fmla="*/ 9512 w 10004"/>
              <a:gd name="connsiteY9" fmla="*/ 9612 h 10001"/>
              <a:gd name="connsiteX10" fmla="*/ 7551 w 10004"/>
              <a:gd name="connsiteY10" fmla="*/ 9594 h 10001"/>
              <a:gd name="connsiteX11" fmla="*/ 6153 w 10004"/>
              <a:gd name="connsiteY11" fmla="*/ 9743 h 10001"/>
              <a:gd name="connsiteX12" fmla="*/ 5223 w 10004"/>
              <a:gd name="connsiteY12" fmla="*/ 9919 h 10001"/>
              <a:gd name="connsiteX13" fmla="*/ 4891 w 10004"/>
              <a:gd name="connsiteY13" fmla="*/ 9146 h 10001"/>
              <a:gd name="connsiteX14" fmla="*/ 4900 w 10004"/>
              <a:gd name="connsiteY14" fmla="*/ 7611 h 10001"/>
              <a:gd name="connsiteX15" fmla="*/ 2 w 10004"/>
              <a:gd name="connsiteY15" fmla="*/ 714 h 10001"/>
              <a:gd name="connsiteX0" fmla="*/ 2 w 10004"/>
              <a:gd name="connsiteY0" fmla="*/ 714 h 10001"/>
              <a:gd name="connsiteX1" fmla="*/ 1742 w 10004"/>
              <a:gd name="connsiteY1" fmla="*/ 156 h 10001"/>
              <a:gd name="connsiteX2" fmla="*/ 5619 w 10004"/>
              <a:gd name="connsiteY2" fmla="*/ 66 h 10001"/>
              <a:gd name="connsiteX3" fmla="*/ 6896 w 10004"/>
              <a:gd name="connsiteY3" fmla="*/ 66 h 10001"/>
              <a:gd name="connsiteX4" fmla="*/ 8749 w 10004"/>
              <a:gd name="connsiteY4" fmla="*/ 86 h 10001"/>
              <a:gd name="connsiteX5" fmla="*/ 9884 w 10004"/>
              <a:gd name="connsiteY5" fmla="*/ 223 h 10001"/>
              <a:gd name="connsiteX6" fmla="*/ 10000 w 10004"/>
              <a:gd name="connsiteY6" fmla="*/ 3433 h 10001"/>
              <a:gd name="connsiteX7" fmla="*/ 9967 w 10004"/>
              <a:gd name="connsiteY7" fmla="*/ 7638 h 10001"/>
              <a:gd name="connsiteX8" fmla="*/ 9910 w 10004"/>
              <a:gd name="connsiteY8" fmla="*/ 9083 h 10001"/>
              <a:gd name="connsiteX9" fmla="*/ 9512 w 10004"/>
              <a:gd name="connsiteY9" fmla="*/ 9612 h 10001"/>
              <a:gd name="connsiteX10" fmla="*/ 7551 w 10004"/>
              <a:gd name="connsiteY10" fmla="*/ 9594 h 10001"/>
              <a:gd name="connsiteX11" fmla="*/ 6153 w 10004"/>
              <a:gd name="connsiteY11" fmla="*/ 9743 h 10001"/>
              <a:gd name="connsiteX12" fmla="*/ 5223 w 10004"/>
              <a:gd name="connsiteY12" fmla="*/ 9919 h 10001"/>
              <a:gd name="connsiteX13" fmla="*/ 4891 w 10004"/>
              <a:gd name="connsiteY13" fmla="*/ 9146 h 10001"/>
              <a:gd name="connsiteX14" fmla="*/ 4900 w 10004"/>
              <a:gd name="connsiteY14" fmla="*/ 7611 h 10001"/>
              <a:gd name="connsiteX15" fmla="*/ 2 w 10004"/>
              <a:gd name="connsiteY15" fmla="*/ 714 h 10001"/>
              <a:gd name="connsiteX0" fmla="*/ 2 w 10007"/>
              <a:gd name="connsiteY0" fmla="*/ 714 h 10001"/>
              <a:gd name="connsiteX1" fmla="*/ 1742 w 10007"/>
              <a:gd name="connsiteY1" fmla="*/ 156 h 10001"/>
              <a:gd name="connsiteX2" fmla="*/ 5619 w 10007"/>
              <a:gd name="connsiteY2" fmla="*/ 66 h 10001"/>
              <a:gd name="connsiteX3" fmla="*/ 6896 w 10007"/>
              <a:gd name="connsiteY3" fmla="*/ 66 h 10001"/>
              <a:gd name="connsiteX4" fmla="*/ 8749 w 10007"/>
              <a:gd name="connsiteY4" fmla="*/ 86 h 10001"/>
              <a:gd name="connsiteX5" fmla="*/ 9884 w 10007"/>
              <a:gd name="connsiteY5" fmla="*/ 223 h 10001"/>
              <a:gd name="connsiteX6" fmla="*/ 10000 w 10007"/>
              <a:gd name="connsiteY6" fmla="*/ 3433 h 10001"/>
              <a:gd name="connsiteX7" fmla="*/ 10001 w 10007"/>
              <a:gd name="connsiteY7" fmla="*/ 7903 h 10001"/>
              <a:gd name="connsiteX8" fmla="*/ 9910 w 10007"/>
              <a:gd name="connsiteY8" fmla="*/ 9083 h 10001"/>
              <a:gd name="connsiteX9" fmla="*/ 9512 w 10007"/>
              <a:gd name="connsiteY9" fmla="*/ 9612 h 10001"/>
              <a:gd name="connsiteX10" fmla="*/ 7551 w 10007"/>
              <a:gd name="connsiteY10" fmla="*/ 9594 h 10001"/>
              <a:gd name="connsiteX11" fmla="*/ 6153 w 10007"/>
              <a:gd name="connsiteY11" fmla="*/ 9743 h 10001"/>
              <a:gd name="connsiteX12" fmla="*/ 5223 w 10007"/>
              <a:gd name="connsiteY12" fmla="*/ 9919 h 10001"/>
              <a:gd name="connsiteX13" fmla="*/ 4891 w 10007"/>
              <a:gd name="connsiteY13" fmla="*/ 9146 h 10001"/>
              <a:gd name="connsiteX14" fmla="*/ 4900 w 10007"/>
              <a:gd name="connsiteY14" fmla="*/ 7611 h 10001"/>
              <a:gd name="connsiteX15" fmla="*/ 2 w 10007"/>
              <a:gd name="connsiteY15" fmla="*/ 714 h 10001"/>
              <a:gd name="connsiteX0" fmla="*/ 2 w 10007"/>
              <a:gd name="connsiteY0" fmla="*/ 714 h 10001"/>
              <a:gd name="connsiteX1" fmla="*/ 1742 w 10007"/>
              <a:gd name="connsiteY1" fmla="*/ 156 h 10001"/>
              <a:gd name="connsiteX2" fmla="*/ 5619 w 10007"/>
              <a:gd name="connsiteY2" fmla="*/ 66 h 10001"/>
              <a:gd name="connsiteX3" fmla="*/ 6896 w 10007"/>
              <a:gd name="connsiteY3" fmla="*/ 66 h 10001"/>
              <a:gd name="connsiteX4" fmla="*/ 8749 w 10007"/>
              <a:gd name="connsiteY4" fmla="*/ 86 h 10001"/>
              <a:gd name="connsiteX5" fmla="*/ 9884 w 10007"/>
              <a:gd name="connsiteY5" fmla="*/ 223 h 10001"/>
              <a:gd name="connsiteX6" fmla="*/ 10000 w 10007"/>
              <a:gd name="connsiteY6" fmla="*/ 3433 h 10001"/>
              <a:gd name="connsiteX7" fmla="*/ 10001 w 10007"/>
              <a:gd name="connsiteY7" fmla="*/ 7903 h 10001"/>
              <a:gd name="connsiteX8" fmla="*/ 9928 w 10007"/>
              <a:gd name="connsiteY8" fmla="*/ 9348 h 10001"/>
              <a:gd name="connsiteX9" fmla="*/ 9512 w 10007"/>
              <a:gd name="connsiteY9" fmla="*/ 9612 h 10001"/>
              <a:gd name="connsiteX10" fmla="*/ 7551 w 10007"/>
              <a:gd name="connsiteY10" fmla="*/ 9594 h 10001"/>
              <a:gd name="connsiteX11" fmla="*/ 6153 w 10007"/>
              <a:gd name="connsiteY11" fmla="*/ 9743 h 10001"/>
              <a:gd name="connsiteX12" fmla="*/ 5223 w 10007"/>
              <a:gd name="connsiteY12" fmla="*/ 9919 h 10001"/>
              <a:gd name="connsiteX13" fmla="*/ 4891 w 10007"/>
              <a:gd name="connsiteY13" fmla="*/ 9146 h 10001"/>
              <a:gd name="connsiteX14" fmla="*/ 4900 w 10007"/>
              <a:gd name="connsiteY14" fmla="*/ 7611 h 10001"/>
              <a:gd name="connsiteX15" fmla="*/ 2 w 10007"/>
              <a:gd name="connsiteY15" fmla="*/ 714 h 10001"/>
              <a:gd name="connsiteX0" fmla="*/ 2 w 10012"/>
              <a:gd name="connsiteY0" fmla="*/ 714 h 10001"/>
              <a:gd name="connsiteX1" fmla="*/ 1742 w 10012"/>
              <a:gd name="connsiteY1" fmla="*/ 156 h 10001"/>
              <a:gd name="connsiteX2" fmla="*/ 5619 w 10012"/>
              <a:gd name="connsiteY2" fmla="*/ 66 h 10001"/>
              <a:gd name="connsiteX3" fmla="*/ 6896 w 10012"/>
              <a:gd name="connsiteY3" fmla="*/ 66 h 10001"/>
              <a:gd name="connsiteX4" fmla="*/ 8749 w 10012"/>
              <a:gd name="connsiteY4" fmla="*/ 86 h 10001"/>
              <a:gd name="connsiteX5" fmla="*/ 9884 w 10012"/>
              <a:gd name="connsiteY5" fmla="*/ 223 h 10001"/>
              <a:gd name="connsiteX6" fmla="*/ 10000 w 10012"/>
              <a:gd name="connsiteY6" fmla="*/ 3433 h 10001"/>
              <a:gd name="connsiteX7" fmla="*/ 10007 w 10012"/>
              <a:gd name="connsiteY7" fmla="*/ 8406 h 10001"/>
              <a:gd name="connsiteX8" fmla="*/ 9928 w 10012"/>
              <a:gd name="connsiteY8" fmla="*/ 9348 h 10001"/>
              <a:gd name="connsiteX9" fmla="*/ 9512 w 10012"/>
              <a:gd name="connsiteY9" fmla="*/ 9612 h 10001"/>
              <a:gd name="connsiteX10" fmla="*/ 7551 w 10012"/>
              <a:gd name="connsiteY10" fmla="*/ 9594 h 10001"/>
              <a:gd name="connsiteX11" fmla="*/ 6153 w 10012"/>
              <a:gd name="connsiteY11" fmla="*/ 9743 h 10001"/>
              <a:gd name="connsiteX12" fmla="*/ 5223 w 10012"/>
              <a:gd name="connsiteY12" fmla="*/ 9919 h 10001"/>
              <a:gd name="connsiteX13" fmla="*/ 4891 w 10012"/>
              <a:gd name="connsiteY13" fmla="*/ 9146 h 10001"/>
              <a:gd name="connsiteX14" fmla="*/ 4900 w 10012"/>
              <a:gd name="connsiteY14" fmla="*/ 7611 h 10001"/>
              <a:gd name="connsiteX15" fmla="*/ 2 w 10012"/>
              <a:gd name="connsiteY15" fmla="*/ 714 h 10001"/>
              <a:gd name="connsiteX0" fmla="*/ 2 w 10012"/>
              <a:gd name="connsiteY0" fmla="*/ 714 h 10001"/>
              <a:gd name="connsiteX1" fmla="*/ 1742 w 10012"/>
              <a:gd name="connsiteY1" fmla="*/ 156 h 10001"/>
              <a:gd name="connsiteX2" fmla="*/ 5619 w 10012"/>
              <a:gd name="connsiteY2" fmla="*/ 66 h 10001"/>
              <a:gd name="connsiteX3" fmla="*/ 6896 w 10012"/>
              <a:gd name="connsiteY3" fmla="*/ 66 h 10001"/>
              <a:gd name="connsiteX4" fmla="*/ 8749 w 10012"/>
              <a:gd name="connsiteY4" fmla="*/ 86 h 10001"/>
              <a:gd name="connsiteX5" fmla="*/ 9884 w 10012"/>
              <a:gd name="connsiteY5" fmla="*/ 223 h 10001"/>
              <a:gd name="connsiteX6" fmla="*/ 10000 w 10012"/>
              <a:gd name="connsiteY6" fmla="*/ 3433 h 10001"/>
              <a:gd name="connsiteX7" fmla="*/ 10007 w 10012"/>
              <a:gd name="connsiteY7" fmla="*/ 8406 h 10001"/>
              <a:gd name="connsiteX8" fmla="*/ 9928 w 10012"/>
              <a:gd name="connsiteY8" fmla="*/ 9348 h 10001"/>
              <a:gd name="connsiteX9" fmla="*/ 9509 w 10012"/>
              <a:gd name="connsiteY9" fmla="*/ 9731 h 10001"/>
              <a:gd name="connsiteX10" fmla="*/ 7551 w 10012"/>
              <a:gd name="connsiteY10" fmla="*/ 9594 h 10001"/>
              <a:gd name="connsiteX11" fmla="*/ 6153 w 10012"/>
              <a:gd name="connsiteY11" fmla="*/ 9743 h 10001"/>
              <a:gd name="connsiteX12" fmla="*/ 5223 w 10012"/>
              <a:gd name="connsiteY12" fmla="*/ 9919 h 10001"/>
              <a:gd name="connsiteX13" fmla="*/ 4891 w 10012"/>
              <a:gd name="connsiteY13" fmla="*/ 9146 h 10001"/>
              <a:gd name="connsiteX14" fmla="*/ 4900 w 10012"/>
              <a:gd name="connsiteY14" fmla="*/ 7611 h 10001"/>
              <a:gd name="connsiteX15" fmla="*/ 2 w 10012"/>
              <a:gd name="connsiteY15" fmla="*/ 714 h 10001"/>
              <a:gd name="connsiteX0" fmla="*/ 2 w 10012"/>
              <a:gd name="connsiteY0" fmla="*/ 714 h 10001"/>
              <a:gd name="connsiteX1" fmla="*/ 1742 w 10012"/>
              <a:gd name="connsiteY1" fmla="*/ 156 h 10001"/>
              <a:gd name="connsiteX2" fmla="*/ 5619 w 10012"/>
              <a:gd name="connsiteY2" fmla="*/ 66 h 10001"/>
              <a:gd name="connsiteX3" fmla="*/ 6896 w 10012"/>
              <a:gd name="connsiteY3" fmla="*/ 66 h 10001"/>
              <a:gd name="connsiteX4" fmla="*/ 8749 w 10012"/>
              <a:gd name="connsiteY4" fmla="*/ 86 h 10001"/>
              <a:gd name="connsiteX5" fmla="*/ 9884 w 10012"/>
              <a:gd name="connsiteY5" fmla="*/ 223 h 10001"/>
              <a:gd name="connsiteX6" fmla="*/ 10000 w 10012"/>
              <a:gd name="connsiteY6" fmla="*/ 3433 h 10001"/>
              <a:gd name="connsiteX7" fmla="*/ 10007 w 10012"/>
              <a:gd name="connsiteY7" fmla="*/ 8406 h 10001"/>
              <a:gd name="connsiteX8" fmla="*/ 9928 w 10012"/>
              <a:gd name="connsiteY8" fmla="*/ 9348 h 10001"/>
              <a:gd name="connsiteX9" fmla="*/ 9509 w 10012"/>
              <a:gd name="connsiteY9" fmla="*/ 9731 h 10001"/>
              <a:gd name="connsiteX10" fmla="*/ 7545 w 10012"/>
              <a:gd name="connsiteY10" fmla="*/ 9819 h 10001"/>
              <a:gd name="connsiteX11" fmla="*/ 6153 w 10012"/>
              <a:gd name="connsiteY11" fmla="*/ 9743 h 10001"/>
              <a:gd name="connsiteX12" fmla="*/ 5223 w 10012"/>
              <a:gd name="connsiteY12" fmla="*/ 9919 h 10001"/>
              <a:gd name="connsiteX13" fmla="*/ 4891 w 10012"/>
              <a:gd name="connsiteY13" fmla="*/ 9146 h 10001"/>
              <a:gd name="connsiteX14" fmla="*/ 4900 w 10012"/>
              <a:gd name="connsiteY14" fmla="*/ 7611 h 10001"/>
              <a:gd name="connsiteX15" fmla="*/ 2 w 10012"/>
              <a:gd name="connsiteY15" fmla="*/ 714 h 10001"/>
              <a:gd name="connsiteX0" fmla="*/ 2 w 10012"/>
              <a:gd name="connsiteY0" fmla="*/ 714 h 10105"/>
              <a:gd name="connsiteX1" fmla="*/ 1742 w 10012"/>
              <a:gd name="connsiteY1" fmla="*/ 156 h 10105"/>
              <a:gd name="connsiteX2" fmla="*/ 5619 w 10012"/>
              <a:gd name="connsiteY2" fmla="*/ 66 h 10105"/>
              <a:gd name="connsiteX3" fmla="*/ 6896 w 10012"/>
              <a:gd name="connsiteY3" fmla="*/ 66 h 10105"/>
              <a:gd name="connsiteX4" fmla="*/ 8749 w 10012"/>
              <a:gd name="connsiteY4" fmla="*/ 86 h 10105"/>
              <a:gd name="connsiteX5" fmla="*/ 9884 w 10012"/>
              <a:gd name="connsiteY5" fmla="*/ 223 h 10105"/>
              <a:gd name="connsiteX6" fmla="*/ 10000 w 10012"/>
              <a:gd name="connsiteY6" fmla="*/ 3433 h 10105"/>
              <a:gd name="connsiteX7" fmla="*/ 10007 w 10012"/>
              <a:gd name="connsiteY7" fmla="*/ 8406 h 10105"/>
              <a:gd name="connsiteX8" fmla="*/ 9928 w 10012"/>
              <a:gd name="connsiteY8" fmla="*/ 9348 h 10105"/>
              <a:gd name="connsiteX9" fmla="*/ 9509 w 10012"/>
              <a:gd name="connsiteY9" fmla="*/ 9731 h 10105"/>
              <a:gd name="connsiteX10" fmla="*/ 7545 w 10012"/>
              <a:gd name="connsiteY10" fmla="*/ 9819 h 10105"/>
              <a:gd name="connsiteX11" fmla="*/ 6153 w 10012"/>
              <a:gd name="connsiteY11" fmla="*/ 9743 h 10105"/>
              <a:gd name="connsiteX12" fmla="*/ 5223 w 10012"/>
              <a:gd name="connsiteY12" fmla="*/ 9919 h 10105"/>
              <a:gd name="connsiteX13" fmla="*/ 4845 w 10012"/>
              <a:gd name="connsiteY13" fmla="*/ 9808 h 10105"/>
              <a:gd name="connsiteX14" fmla="*/ 4900 w 10012"/>
              <a:gd name="connsiteY14" fmla="*/ 7611 h 10105"/>
              <a:gd name="connsiteX15" fmla="*/ 2 w 10012"/>
              <a:gd name="connsiteY15" fmla="*/ 714 h 10105"/>
              <a:gd name="connsiteX0" fmla="*/ 2 w 10012"/>
              <a:gd name="connsiteY0" fmla="*/ 714 h 10001"/>
              <a:gd name="connsiteX1" fmla="*/ 1742 w 10012"/>
              <a:gd name="connsiteY1" fmla="*/ 156 h 10001"/>
              <a:gd name="connsiteX2" fmla="*/ 5619 w 10012"/>
              <a:gd name="connsiteY2" fmla="*/ 66 h 10001"/>
              <a:gd name="connsiteX3" fmla="*/ 6896 w 10012"/>
              <a:gd name="connsiteY3" fmla="*/ 66 h 10001"/>
              <a:gd name="connsiteX4" fmla="*/ 8749 w 10012"/>
              <a:gd name="connsiteY4" fmla="*/ 86 h 10001"/>
              <a:gd name="connsiteX5" fmla="*/ 9884 w 10012"/>
              <a:gd name="connsiteY5" fmla="*/ 223 h 10001"/>
              <a:gd name="connsiteX6" fmla="*/ 10000 w 10012"/>
              <a:gd name="connsiteY6" fmla="*/ 3433 h 10001"/>
              <a:gd name="connsiteX7" fmla="*/ 10007 w 10012"/>
              <a:gd name="connsiteY7" fmla="*/ 8406 h 10001"/>
              <a:gd name="connsiteX8" fmla="*/ 9928 w 10012"/>
              <a:gd name="connsiteY8" fmla="*/ 9348 h 10001"/>
              <a:gd name="connsiteX9" fmla="*/ 9509 w 10012"/>
              <a:gd name="connsiteY9" fmla="*/ 9731 h 10001"/>
              <a:gd name="connsiteX10" fmla="*/ 7545 w 10012"/>
              <a:gd name="connsiteY10" fmla="*/ 9819 h 10001"/>
              <a:gd name="connsiteX11" fmla="*/ 6153 w 10012"/>
              <a:gd name="connsiteY11" fmla="*/ 9743 h 10001"/>
              <a:gd name="connsiteX12" fmla="*/ 5223 w 10012"/>
              <a:gd name="connsiteY12" fmla="*/ 9919 h 10001"/>
              <a:gd name="connsiteX13" fmla="*/ 4845 w 10012"/>
              <a:gd name="connsiteY13" fmla="*/ 9808 h 10001"/>
              <a:gd name="connsiteX14" fmla="*/ 4900 w 10012"/>
              <a:gd name="connsiteY14" fmla="*/ 7611 h 10001"/>
              <a:gd name="connsiteX15" fmla="*/ 2 w 10012"/>
              <a:gd name="connsiteY15" fmla="*/ 714 h 10001"/>
              <a:gd name="connsiteX0" fmla="*/ 2 w 10012"/>
              <a:gd name="connsiteY0" fmla="*/ 714 h 9912"/>
              <a:gd name="connsiteX1" fmla="*/ 1742 w 10012"/>
              <a:gd name="connsiteY1" fmla="*/ 156 h 9912"/>
              <a:gd name="connsiteX2" fmla="*/ 5619 w 10012"/>
              <a:gd name="connsiteY2" fmla="*/ 66 h 9912"/>
              <a:gd name="connsiteX3" fmla="*/ 6896 w 10012"/>
              <a:gd name="connsiteY3" fmla="*/ 66 h 9912"/>
              <a:gd name="connsiteX4" fmla="*/ 8749 w 10012"/>
              <a:gd name="connsiteY4" fmla="*/ 86 h 9912"/>
              <a:gd name="connsiteX5" fmla="*/ 9884 w 10012"/>
              <a:gd name="connsiteY5" fmla="*/ 223 h 9912"/>
              <a:gd name="connsiteX6" fmla="*/ 10000 w 10012"/>
              <a:gd name="connsiteY6" fmla="*/ 3433 h 9912"/>
              <a:gd name="connsiteX7" fmla="*/ 10007 w 10012"/>
              <a:gd name="connsiteY7" fmla="*/ 8406 h 9912"/>
              <a:gd name="connsiteX8" fmla="*/ 9928 w 10012"/>
              <a:gd name="connsiteY8" fmla="*/ 9348 h 9912"/>
              <a:gd name="connsiteX9" fmla="*/ 9509 w 10012"/>
              <a:gd name="connsiteY9" fmla="*/ 9731 h 9912"/>
              <a:gd name="connsiteX10" fmla="*/ 7545 w 10012"/>
              <a:gd name="connsiteY10" fmla="*/ 9819 h 9912"/>
              <a:gd name="connsiteX11" fmla="*/ 6153 w 10012"/>
              <a:gd name="connsiteY11" fmla="*/ 9743 h 9912"/>
              <a:gd name="connsiteX12" fmla="*/ 5455 w 10012"/>
              <a:gd name="connsiteY12" fmla="*/ 9800 h 9912"/>
              <a:gd name="connsiteX13" fmla="*/ 4845 w 10012"/>
              <a:gd name="connsiteY13" fmla="*/ 9808 h 9912"/>
              <a:gd name="connsiteX14" fmla="*/ 4900 w 10012"/>
              <a:gd name="connsiteY14" fmla="*/ 7611 h 9912"/>
              <a:gd name="connsiteX15" fmla="*/ 2 w 10012"/>
              <a:gd name="connsiteY15" fmla="*/ 714 h 9912"/>
              <a:gd name="connsiteX0" fmla="*/ 2 w 10000"/>
              <a:gd name="connsiteY0" fmla="*/ 720 h 10000"/>
              <a:gd name="connsiteX1" fmla="*/ 1740 w 10000"/>
              <a:gd name="connsiteY1" fmla="*/ 157 h 10000"/>
              <a:gd name="connsiteX2" fmla="*/ 5612 w 10000"/>
              <a:gd name="connsiteY2" fmla="*/ 67 h 10000"/>
              <a:gd name="connsiteX3" fmla="*/ 6888 w 10000"/>
              <a:gd name="connsiteY3" fmla="*/ 67 h 10000"/>
              <a:gd name="connsiteX4" fmla="*/ 8739 w 10000"/>
              <a:gd name="connsiteY4" fmla="*/ 87 h 10000"/>
              <a:gd name="connsiteX5" fmla="*/ 9872 w 10000"/>
              <a:gd name="connsiteY5" fmla="*/ 225 h 10000"/>
              <a:gd name="connsiteX6" fmla="*/ 9988 w 10000"/>
              <a:gd name="connsiteY6" fmla="*/ 3463 h 10000"/>
              <a:gd name="connsiteX7" fmla="*/ 9995 w 10000"/>
              <a:gd name="connsiteY7" fmla="*/ 8481 h 10000"/>
              <a:gd name="connsiteX8" fmla="*/ 9916 w 10000"/>
              <a:gd name="connsiteY8" fmla="*/ 9431 h 10000"/>
              <a:gd name="connsiteX9" fmla="*/ 9498 w 10000"/>
              <a:gd name="connsiteY9" fmla="*/ 9817 h 10000"/>
              <a:gd name="connsiteX10" fmla="*/ 7536 w 10000"/>
              <a:gd name="connsiteY10" fmla="*/ 9906 h 10000"/>
              <a:gd name="connsiteX11" fmla="*/ 6146 w 10000"/>
              <a:gd name="connsiteY11" fmla="*/ 9829 h 10000"/>
              <a:gd name="connsiteX12" fmla="*/ 5448 w 10000"/>
              <a:gd name="connsiteY12" fmla="*/ 9887 h 10000"/>
              <a:gd name="connsiteX13" fmla="*/ 4839 w 10000"/>
              <a:gd name="connsiteY13" fmla="*/ 9895 h 10000"/>
              <a:gd name="connsiteX14" fmla="*/ 4894 w 10000"/>
              <a:gd name="connsiteY14" fmla="*/ 7679 h 10000"/>
              <a:gd name="connsiteX15" fmla="*/ 2 w 10000"/>
              <a:gd name="connsiteY15" fmla="*/ 720 h 10000"/>
              <a:gd name="connsiteX0" fmla="*/ 2 w 10000"/>
              <a:gd name="connsiteY0" fmla="*/ 720 h 9913"/>
              <a:gd name="connsiteX1" fmla="*/ 1740 w 10000"/>
              <a:gd name="connsiteY1" fmla="*/ 157 h 9913"/>
              <a:gd name="connsiteX2" fmla="*/ 5612 w 10000"/>
              <a:gd name="connsiteY2" fmla="*/ 67 h 9913"/>
              <a:gd name="connsiteX3" fmla="*/ 6888 w 10000"/>
              <a:gd name="connsiteY3" fmla="*/ 67 h 9913"/>
              <a:gd name="connsiteX4" fmla="*/ 8739 w 10000"/>
              <a:gd name="connsiteY4" fmla="*/ 87 h 9913"/>
              <a:gd name="connsiteX5" fmla="*/ 9872 w 10000"/>
              <a:gd name="connsiteY5" fmla="*/ 225 h 9913"/>
              <a:gd name="connsiteX6" fmla="*/ 9988 w 10000"/>
              <a:gd name="connsiteY6" fmla="*/ 3463 h 9913"/>
              <a:gd name="connsiteX7" fmla="*/ 9995 w 10000"/>
              <a:gd name="connsiteY7" fmla="*/ 8481 h 9913"/>
              <a:gd name="connsiteX8" fmla="*/ 9916 w 10000"/>
              <a:gd name="connsiteY8" fmla="*/ 9431 h 9913"/>
              <a:gd name="connsiteX9" fmla="*/ 9498 w 10000"/>
              <a:gd name="connsiteY9" fmla="*/ 9817 h 9913"/>
              <a:gd name="connsiteX10" fmla="*/ 7536 w 10000"/>
              <a:gd name="connsiteY10" fmla="*/ 9906 h 9913"/>
              <a:gd name="connsiteX11" fmla="*/ 6146 w 10000"/>
              <a:gd name="connsiteY11" fmla="*/ 9829 h 9913"/>
              <a:gd name="connsiteX12" fmla="*/ 5448 w 10000"/>
              <a:gd name="connsiteY12" fmla="*/ 9887 h 9913"/>
              <a:gd name="connsiteX13" fmla="*/ 4839 w 10000"/>
              <a:gd name="connsiteY13" fmla="*/ 9895 h 9913"/>
              <a:gd name="connsiteX14" fmla="*/ 4894 w 10000"/>
              <a:gd name="connsiteY14" fmla="*/ 7679 h 9913"/>
              <a:gd name="connsiteX15" fmla="*/ 2 w 10000"/>
              <a:gd name="connsiteY15" fmla="*/ 720 h 9913"/>
              <a:gd name="connsiteX0" fmla="*/ 2 w 10000"/>
              <a:gd name="connsiteY0" fmla="*/ 726 h 10283"/>
              <a:gd name="connsiteX1" fmla="*/ 1740 w 10000"/>
              <a:gd name="connsiteY1" fmla="*/ 158 h 10283"/>
              <a:gd name="connsiteX2" fmla="*/ 5612 w 10000"/>
              <a:gd name="connsiteY2" fmla="*/ 68 h 10283"/>
              <a:gd name="connsiteX3" fmla="*/ 6888 w 10000"/>
              <a:gd name="connsiteY3" fmla="*/ 68 h 10283"/>
              <a:gd name="connsiteX4" fmla="*/ 8739 w 10000"/>
              <a:gd name="connsiteY4" fmla="*/ 88 h 10283"/>
              <a:gd name="connsiteX5" fmla="*/ 9872 w 10000"/>
              <a:gd name="connsiteY5" fmla="*/ 227 h 10283"/>
              <a:gd name="connsiteX6" fmla="*/ 9988 w 10000"/>
              <a:gd name="connsiteY6" fmla="*/ 3493 h 10283"/>
              <a:gd name="connsiteX7" fmla="*/ 9995 w 10000"/>
              <a:gd name="connsiteY7" fmla="*/ 8555 h 10283"/>
              <a:gd name="connsiteX8" fmla="*/ 9916 w 10000"/>
              <a:gd name="connsiteY8" fmla="*/ 9514 h 10283"/>
              <a:gd name="connsiteX9" fmla="*/ 9498 w 10000"/>
              <a:gd name="connsiteY9" fmla="*/ 9903 h 10283"/>
              <a:gd name="connsiteX10" fmla="*/ 7536 w 10000"/>
              <a:gd name="connsiteY10" fmla="*/ 9993 h 10283"/>
              <a:gd name="connsiteX11" fmla="*/ 6146 w 10000"/>
              <a:gd name="connsiteY11" fmla="*/ 9915 h 10283"/>
              <a:gd name="connsiteX12" fmla="*/ 5448 w 10000"/>
              <a:gd name="connsiteY12" fmla="*/ 9974 h 10283"/>
              <a:gd name="connsiteX13" fmla="*/ 4839 w 10000"/>
              <a:gd name="connsiteY13" fmla="*/ 9982 h 10283"/>
              <a:gd name="connsiteX14" fmla="*/ 3989 w 10000"/>
              <a:gd name="connsiteY14" fmla="*/ 10008 h 10283"/>
              <a:gd name="connsiteX15" fmla="*/ 2 w 10000"/>
              <a:gd name="connsiteY15" fmla="*/ 726 h 10283"/>
              <a:gd name="connsiteX0" fmla="*/ 2 w 10000"/>
              <a:gd name="connsiteY0" fmla="*/ 726 h 10030"/>
              <a:gd name="connsiteX1" fmla="*/ 1740 w 10000"/>
              <a:gd name="connsiteY1" fmla="*/ 158 h 10030"/>
              <a:gd name="connsiteX2" fmla="*/ 5612 w 10000"/>
              <a:gd name="connsiteY2" fmla="*/ 68 h 10030"/>
              <a:gd name="connsiteX3" fmla="*/ 6888 w 10000"/>
              <a:gd name="connsiteY3" fmla="*/ 68 h 10030"/>
              <a:gd name="connsiteX4" fmla="*/ 8739 w 10000"/>
              <a:gd name="connsiteY4" fmla="*/ 88 h 10030"/>
              <a:gd name="connsiteX5" fmla="*/ 9872 w 10000"/>
              <a:gd name="connsiteY5" fmla="*/ 227 h 10030"/>
              <a:gd name="connsiteX6" fmla="*/ 9988 w 10000"/>
              <a:gd name="connsiteY6" fmla="*/ 3493 h 10030"/>
              <a:gd name="connsiteX7" fmla="*/ 9995 w 10000"/>
              <a:gd name="connsiteY7" fmla="*/ 8555 h 10030"/>
              <a:gd name="connsiteX8" fmla="*/ 9916 w 10000"/>
              <a:gd name="connsiteY8" fmla="*/ 9514 h 10030"/>
              <a:gd name="connsiteX9" fmla="*/ 9498 w 10000"/>
              <a:gd name="connsiteY9" fmla="*/ 9903 h 10030"/>
              <a:gd name="connsiteX10" fmla="*/ 7536 w 10000"/>
              <a:gd name="connsiteY10" fmla="*/ 9993 h 10030"/>
              <a:gd name="connsiteX11" fmla="*/ 6146 w 10000"/>
              <a:gd name="connsiteY11" fmla="*/ 9915 h 10030"/>
              <a:gd name="connsiteX12" fmla="*/ 5448 w 10000"/>
              <a:gd name="connsiteY12" fmla="*/ 9974 h 10030"/>
              <a:gd name="connsiteX13" fmla="*/ 4839 w 10000"/>
              <a:gd name="connsiteY13" fmla="*/ 9982 h 10030"/>
              <a:gd name="connsiteX14" fmla="*/ 3989 w 10000"/>
              <a:gd name="connsiteY14" fmla="*/ 10008 h 10030"/>
              <a:gd name="connsiteX15" fmla="*/ 2 w 10000"/>
              <a:gd name="connsiteY15" fmla="*/ 726 h 10030"/>
              <a:gd name="connsiteX0" fmla="*/ 2 w 10000"/>
              <a:gd name="connsiteY0" fmla="*/ 726 h 10030"/>
              <a:gd name="connsiteX1" fmla="*/ 1740 w 10000"/>
              <a:gd name="connsiteY1" fmla="*/ 158 h 10030"/>
              <a:gd name="connsiteX2" fmla="*/ 5612 w 10000"/>
              <a:gd name="connsiteY2" fmla="*/ 68 h 10030"/>
              <a:gd name="connsiteX3" fmla="*/ 6888 w 10000"/>
              <a:gd name="connsiteY3" fmla="*/ 68 h 10030"/>
              <a:gd name="connsiteX4" fmla="*/ 8739 w 10000"/>
              <a:gd name="connsiteY4" fmla="*/ 88 h 10030"/>
              <a:gd name="connsiteX5" fmla="*/ 9872 w 10000"/>
              <a:gd name="connsiteY5" fmla="*/ 227 h 10030"/>
              <a:gd name="connsiteX6" fmla="*/ 9988 w 10000"/>
              <a:gd name="connsiteY6" fmla="*/ 3493 h 10030"/>
              <a:gd name="connsiteX7" fmla="*/ 9995 w 10000"/>
              <a:gd name="connsiteY7" fmla="*/ 8555 h 10030"/>
              <a:gd name="connsiteX8" fmla="*/ 9916 w 10000"/>
              <a:gd name="connsiteY8" fmla="*/ 9514 h 10030"/>
              <a:gd name="connsiteX9" fmla="*/ 9498 w 10000"/>
              <a:gd name="connsiteY9" fmla="*/ 9903 h 10030"/>
              <a:gd name="connsiteX10" fmla="*/ 7536 w 10000"/>
              <a:gd name="connsiteY10" fmla="*/ 9993 h 10030"/>
              <a:gd name="connsiteX11" fmla="*/ 6146 w 10000"/>
              <a:gd name="connsiteY11" fmla="*/ 9915 h 10030"/>
              <a:gd name="connsiteX12" fmla="*/ 5448 w 10000"/>
              <a:gd name="connsiteY12" fmla="*/ 9974 h 10030"/>
              <a:gd name="connsiteX13" fmla="*/ 4839 w 10000"/>
              <a:gd name="connsiteY13" fmla="*/ 9982 h 10030"/>
              <a:gd name="connsiteX14" fmla="*/ 3989 w 10000"/>
              <a:gd name="connsiteY14" fmla="*/ 10008 h 10030"/>
              <a:gd name="connsiteX15" fmla="*/ 2 w 10000"/>
              <a:gd name="connsiteY15" fmla="*/ 726 h 10030"/>
              <a:gd name="connsiteX0" fmla="*/ 10 w 10008"/>
              <a:gd name="connsiteY0" fmla="*/ 726 h 10120"/>
              <a:gd name="connsiteX1" fmla="*/ 1748 w 10008"/>
              <a:gd name="connsiteY1" fmla="*/ 158 h 10120"/>
              <a:gd name="connsiteX2" fmla="*/ 5620 w 10008"/>
              <a:gd name="connsiteY2" fmla="*/ 68 h 10120"/>
              <a:gd name="connsiteX3" fmla="*/ 6896 w 10008"/>
              <a:gd name="connsiteY3" fmla="*/ 68 h 10120"/>
              <a:gd name="connsiteX4" fmla="*/ 8747 w 10008"/>
              <a:gd name="connsiteY4" fmla="*/ 88 h 10120"/>
              <a:gd name="connsiteX5" fmla="*/ 9880 w 10008"/>
              <a:gd name="connsiteY5" fmla="*/ 227 h 10120"/>
              <a:gd name="connsiteX6" fmla="*/ 9996 w 10008"/>
              <a:gd name="connsiteY6" fmla="*/ 3493 h 10120"/>
              <a:gd name="connsiteX7" fmla="*/ 10003 w 10008"/>
              <a:gd name="connsiteY7" fmla="*/ 8555 h 10120"/>
              <a:gd name="connsiteX8" fmla="*/ 9924 w 10008"/>
              <a:gd name="connsiteY8" fmla="*/ 9514 h 10120"/>
              <a:gd name="connsiteX9" fmla="*/ 9506 w 10008"/>
              <a:gd name="connsiteY9" fmla="*/ 9903 h 10120"/>
              <a:gd name="connsiteX10" fmla="*/ 7544 w 10008"/>
              <a:gd name="connsiteY10" fmla="*/ 9993 h 10120"/>
              <a:gd name="connsiteX11" fmla="*/ 6154 w 10008"/>
              <a:gd name="connsiteY11" fmla="*/ 9915 h 10120"/>
              <a:gd name="connsiteX12" fmla="*/ 5456 w 10008"/>
              <a:gd name="connsiteY12" fmla="*/ 9974 h 10120"/>
              <a:gd name="connsiteX13" fmla="*/ 4847 w 10008"/>
              <a:gd name="connsiteY13" fmla="*/ 9982 h 10120"/>
              <a:gd name="connsiteX14" fmla="*/ 1055 w 10008"/>
              <a:gd name="connsiteY14" fmla="*/ 10102 h 10120"/>
              <a:gd name="connsiteX15" fmla="*/ 10 w 10008"/>
              <a:gd name="connsiteY15" fmla="*/ 726 h 10120"/>
              <a:gd name="connsiteX0" fmla="*/ 192 w 10190"/>
              <a:gd name="connsiteY0" fmla="*/ 726 h 10017"/>
              <a:gd name="connsiteX1" fmla="*/ 1930 w 10190"/>
              <a:gd name="connsiteY1" fmla="*/ 158 h 10017"/>
              <a:gd name="connsiteX2" fmla="*/ 5802 w 10190"/>
              <a:gd name="connsiteY2" fmla="*/ 68 h 10017"/>
              <a:gd name="connsiteX3" fmla="*/ 7078 w 10190"/>
              <a:gd name="connsiteY3" fmla="*/ 68 h 10017"/>
              <a:gd name="connsiteX4" fmla="*/ 8929 w 10190"/>
              <a:gd name="connsiteY4" fmla="*/ 88 h 10017"/>
              <a:gd name="connsiteX5" fmla="*/ 10062 w 10190"/>
              <a:gd name="connsiteY5" fmla="*/ 227 h 10017"/>
              <a:gd name="connsiteX6" fmla="*/ 10178 w 10190"/>
              <a:gd name="connsiteY6" fmla="*/ 3493 h 10017"/>
              <a:gd name="connsiteX7" fmla="*/ 10185 w 10190"/>
              <a:gd name="connsiteY7" fmla="*/ 8555 h 10017"/>
              <a:gd name="connsiteX8" fmla="*/ 10106 w 10190"/>
              <a:gd name="connsiteY8" fmla="*/ 9514 h 10017"/>
              <a:gd name="connsiteX9" fmla="*/ 9688 w 10190"/>
              <a:gd name="connsiteY9" fmla="*/ 9903 h 10017"/>
              <a:gd name="connsiteX10" fmla="*/ 7726 w 10190"/>
              <a:gd name="connsiteY10" fmla="*/ 9993 h 10017"/>
              <a:gd name="connsiteX11" fmla="*/ 6336 w 10190"/>
              <a:gd name="connsiteY11" fmla="*/ 9915 h 10017"/>
              <a:gd name="connsiteX12" fmla="*/ 5638 w 10190"/>
              <a:gd name="connsiteY12" fmla="*/ 9974 h 10017"/>
              <a:gd name="connsiteX13" fmla="*/ 5029 w 10190"/>
              <a:gd name="connsiteY13" fmla="*/ 9982 h 10017"/>
              <a:gd name="connsiteX14" fmla="*/ 115 w 10190"/>
              <a:gd name="connsiteY14" fmla="*/ 9994 h 10017"/>
              <a:gd name="connsiteX15" fmla="*/ 192 w 10190"/>
              <a:gd name="connsiteY15" fmla="*/ 726 h 10017"/>
              <a:gd name="connsiteX0" fmla="*/ 192 w 10190"/>
              <a:gd name="connsiteY0" fmla="*/ 726 h 10048"/>
              <a:gd name="connsiteX1" fmla="*/ 1930 w 10190"/>
              <a:gd name="connsiteY1" fmla="*/ 158 h 10048"/>
              <a:gd name="connsiteX2" fmla="*/ 5802 w 10190"/>
              <a:gd name="connsiteY2" fmla="*/ 68 h 10048"/>
              <a:gd name="connsiteX3" fmla="*/ 7078 w 10190"/>
              <a:gd name="connsiteY3" fmla="*/ 68 h 10048"/>
              <a:gd name="connsiteX4" fmla="*/ 8929 w 10190"/>
              <a:gd name="connsiteY4" fmla="*/ 88 h 10048"/>
              <a:gd name="connsiteX5" fmla="*/ 10062 w 10190"/>
              <a:gd name="connsiteY5" fmla="*/ 227 h 10048"/>
              <a:gd name="connsiteX6" fmla="*/ 10178 w 10190"/>
              <a:gd name="connsiteY6" fmla="*/ 3493 h 10048"/>
              <a:gd name="connsiteX7" fmla="*/ 10185 w 10190"/>
              <a:gd name="connsiteY7" fmla="*/ 8555 h 10048"/>
              <a:gd name="connsiteX8" fmla="*/ 10106 w 10190"/>
              <a:gd name="connsiteY8" fmla="*/ 9514 h 10048"/>
              <a:gd name="connsiteX9" fmla="*/ 9688 w 10190"/>
              <a:gd name="connsiteY9" fmla="*/ 9903 h 10048"/>
              <a:gd name="connsiteX10" fmla="*/ 7726 w 10190"/>
              <a:gd name="connsiteY10" fmla="*/ 9993 h 10048"/>
              <a:gd name="connsiteX11" fmla="*/ 6336 w 10190"/>
              <a:gd name="connsiteY11" fmla="*/ 9915 h 10048"/>
              <a:gd name="connsiteX12" fmla="*/ 5638 w 10190"/>
              <a:gd name="connsiteY12" fmla="*/ 9974 h 10048"/>
              <a:gd name="connsiteX13" fmla="*/ 5029 w 10190"/>
              <a:gd name="connsiteY13" fmla="*/ 9982 h 10048"/>
              <a:gd name="connsiteX14" fmla="*/ 115 w 10190"/>
              <a:gd name="connsiteY14" fmla="*/ 9994 h 10048"/>
              <a:gd name="connsiteX15" fmla="*/ 192 w 10190"/>
              <a:gd name="connsiteY15" fmla="*/ 726 h 10048"/>
              <a:gd name="connsiteX0" fmla="*/ 192 w 10190"/>
              <a:gd name="connsiteY0" fmla="*/ 726 h 10078"/>
              <a:gd name="connsiteX1" fmla="*/ 1930 w 10190"/>
              <a:gd name="connsiteY1" fmla="*/ 158 h 10078"/>
              <a:gd name="connsiteX2" fmla="*/ 5802 w 10190"/>
              <a:gd name="connsiteY2" fmla="*/ 68 h 10078"/>
              <a:gd name="connsiteX3" fmla="*/ 7078 w 10190"/>
              <a:gd name="connsiteY3" fmla="*/ 68 h 10078"/>
              <a:gd name="connsiteX4" fmla="*/ 8929 w 10190"/>
              <a:gd name="connsiteY4" fmla="*/ 88 h 10078"/>
              <a:gd name="connsiteX5" fmla="*/ 10062 w 10190"/>
              <a:gd name="connsiteY5" fmla="*/ 227 h 10078"/>
              <a:gd name="connsiteX6" fmla="*/ 10178 w 10190"/>
              <a:gd name="connsiteY6" fmla="*/ 3493 h 10078"/>
              <a:gd name="connsiteX7" fmla="*/ 10185 w 10190"/>
              <a:gd name="connsiteY7" fmla="*/ 8555 h 10078"/>
              <a:gd name="connsiteX8" fmla="*/ 10106 w 10190"/>
              <a:gd name="connsiteY8" fmla="*/ 9514 h 10078"/>
              <a:gd name="connsiteX9" fmla="*/ 9688 w 10190"/>
              <a:gd name="connsiteY9" fmla="*/ 9903 h 10078"/>
              <a:gd name="connsiteX10" fmla="*/ 7726 w 10190"/>
              <a:gd name="connsiteY10" fmla="*/ 9993 h 10078"/>
              <a:gd name="connsiteX11" fmla="*/ 6336 w 10190"/>
              <a:gd name="connsiteY11" fmla="*/ 9915 h 10078"/>
              <a:gd name="connsiteX12" fmla="*/ 5638 w 10190"/>
              <a:gd name="connsiteY12" fmla="*/ 9974 h 10078"/>
              <a:gd name="connsiteX13" fmla="*/ 1901 w 10190"/>
              <a:gd name="connsiteY13" fmla="*/ 10076 h 10078"/>
              <a:gd name="connsiteX14" fmla="*/ 115 w 10190"/>
              <a:gd name="connsiteY14" fmla="*/ 9994 h 10078"/>
              <a:gd name="connsiteX15" fmla="*/ 192 w 10190"/>
              <a:gd name="connsiteY15" fmla="*/ 726 h 10078"/>
              <a:gd name="connsiteX0" fmla="*/ 192 w 10190"/>
              <a:gd name="connsiteY0" fmla="*/ 726 h 10119"/>
              <a:gd name="connsiteX1" fmla="*/ 1930 w 10190"/>
              <a:gd name="connsiteY1" fmla="*/ 158 h 10119"/>
              <a:gd name="connsiteX2" fmla="*/ 5802 w 10190"/>
              <a:gd name="connsiteY2" fmla="*/ 68 h 10119"/>
              <a:gd name="connsiteX3" fmla="*/ 7078 w 10190"/>
              <a:gd name="connsiteY3" fmla="*/ 68 h 10119"/>
              <a:gd name="connsiteX4" fmla="*/ 8929 w 10190"/>
              <a:gd name="connsiteY4" fmla="*/ 88 h 10119"/>
              <a:gd name="connsiteX5" fmla="*/ 10062 w 10190"/>
              <a:gd name="connsiteY5" fmla="*/ 227 h 10119"/>
              <a:gd name="connsiteX6" fmla="*/ 10178 w 10190"/>
              <a:gd name="connsiteY6" fmla="*/ 3493 h 10119"/>
              <a:gd name="connsiteX7" fmla="*/ 10185 w 10190"/>
              <a:gd name="connsiteY7" fmla="*/ 8555 h 10119"/>
              <a:gd name="connsiteX8" fmla="*/ 10106 w 10190"/>
              <a:gd name="connsiteY8" fmla="*/ 9514 h 10119"/>
              <a:gd name="connsiteX9" fmla="*/ 9688 w 10190"/>
              <a:gd name="connsiteY9" fmla="*/ 9903 h 10119"/>
              <a:gd name="connsiteX10" fmla="*/ 7726 w 10190"/>
              <a:gd name="connsiteY10" fmla="*/ 9993 h 10119"/>
              <a:gd name="connsiteX11" fmla="*/ 6336 w 10190"/>
              <a:gd name="connsiteY11" fmla="*/ 9915 h 10119"/>
              <a:gd name="connsiteX12" fmla="*/ 5638 w 10190"/>
              <a:gd name="connsiteY12" fmla="*/ 9974 h 10119"/>
              <a:gd name="connsiteX13" fmla="*/ 1901 w 10190"/>
              <a:gd name="connsiteY13" fmla="*/ 10076 h 10119"/>
              <a:gd name="connsiteX14" fmla="*/ 115 w 10190"/>
              <a:gd name="connsiteY14" fmla="*/ 9994 h 10119"/>
              <a:gd name="connsiteX15" fmla="*/ 192 w 10190"/>
              <a:gd name="connsiteY15" fmla="*/ 726 h 10119"/>
              <a:gd name="connsiteX0" fmla="*/ 236 w 10234"/>
              <a:gd name="connsiteY0" fmla="*/ 726 h 10080"/>
              <a:gd name="connsiteX1" fmla="*/ 1974 w 10234"/>
              <a:gd name="connsiteY1" fmla="*/ 158 h 10080"/>
              <a:gd name="connsiteX2" fmla="*/ 5846 w 10234"/>
              <a:gd name="connsiteY2" fmla="*/ 68 h 10080"/>
              <a:gd name="connsiteX3" fmla="*/ 7122 w 10234"/>
              <a:gd name="connsiteY3" fmla="*/ 68 h 10080"/>
              <a:gd name="connsiteX4" fmla="*/ 8973 w 10234"/>
              <a:gd name="connsiteY4" fmla="*/ 88 h 10080"/>
              <a:gd name="connsiteX5" fmla="*/ 10106 w 10234"/>
              <a:gd name="connsiteY5" fmla="*/ 227 h 10080"/>
              <a:gd name="connsiteX6" fmla="*/ 10222 w 10234"/>
              <a:gd name="connsiteY6" fmla="*/ 3493 h 10080"/>
              <a:gd name="connsiteX7" fmla="*/ 10229 w 10234"/>
              <a:gd name="connsiteY7" fmla="*/ 8555 h 10080"/>
              <a:gd name="connsiteX8" fmla="*/ 10150 w 10234"/>
              <a:gd name="connsiteY8" fmla="*/ 9514 h 10080"/>
              <a:gd name="connsiteX9" fmla="*/ 9732 w 10234"/>
              <a:gd name="connsiteY9" fmla="*/ 9903 h 10080"/>
              <a:gd name="connsiteX10" fmla="*/ 7770 w 10234"/>
              <a:gd name="connsiteY10" fmla="*/ 9993 h 10080"/>
              <a:gd name="connsiteX11" fmla="*/ 6380 w 10234"/>
              <a:gd name="connsiteY11" fmla="*/ 9915 h 10080"/>
              <a:gd name="connsiteX12" fmla="*/ 5682 w 10234"/>
              <a:gd name="connsiteY12" fmla="*/ 9974 h 10080"/>
              <a:gd name="connsiteX13" fmla="*/ 1945 w 10234"/>
              <a:gd name="connsiteY13" fmla="*/ 10076 h 10080"/>
              <a:gd name="connsiteX14" fmla="*/ 101 w 10234"/>
              <a:gd name="connsiteY14" fmla="*/ 9900 h 10080"/>
              <a:gd name="connsiteX15" fmla="*/ 236 w 10234"/>
              <a:gd name="connsiteY15" fmla="*/ 726 h 10080"/>
              <a:gd name="connsiteX0" fmla="*/ 236 w 10234"/>
              <a:gd name="connsiteY0" fmla="*/ 726 h 10121"/>
              <a:gd name="connsiteX1" fmla="*/ 1974 w 10234"/>
              <a:gd name="connsiteY1" fmla="*/ 158 h 10121"/>
              <a:gd name="connsiteX2" fmla="*/ 5846 w 10234"/>
              <a:gd name="connsiteY2" fmla="*/ 68 h 10121"/>
              <a:gd name="connsiteX3" fmla="*/ 7122 w 10234"/>
              <a:gd name="connsiteY3" fmla="*/ 68 h 10121"/>
              <a:gd name="connsiteX4" fmla="*/ 8973 w 10234"/>
              <a:gd name="connsiteY4" fmla="*/ 88 h 10121"/>
              <a:gd name="connsiteX5" fmla="*/ 10106 w 10234"/>
              <a:gd name="connsiteY5" fmla="*/ 227 h 10121"/>
              <a:gd name="connsiteX6" fmla="*/ 10222 w 10234"/>
              <a:gd name="connsiteY6" fmla="*/ 3493 h 10121"/>
              <a:gd name="connsiteX7" fmla="*/ 10229 w 10234"/>
              <a:gd name="connsiteY7" fmla="*/ 8555 h 10121"/>
              <a:gd name="connsiteX8" fmla="*/ 10150 w 10234"/>
              <a:gd name="connsiteY8" fmla="*/ 9514 h 10121"/>
              <a:gd name="connsiteX9" fmla="*/ 9732 w 10234"/>
              <a:gd name="connsiteY9" fmla="*/ 9903 h 10121"/>
              <a:gd name="connsiteX10" fmla="*/ 7770 w 10234"/>
              <a:gd name="connsiteY10" fmla="*/ 9993 h 10121"/>
              <a:gd name="connsiteX11" fmla="*/ 6380 w 10234"/>
              <a:gd name="connsiteY11" fmla="*/ 9915 h 10121"/>
              <a:gd name="connsiteX12" fmla="*/ 5682 w 10234"/>
              <a:gd name="connsiteY12" fmla="*/ 9974 h 10121"/>
              <a:gd name="connsiteX13" fmla="*/ 1945 w 10234"/>
              <a:gd name="connsiteY13" fmla="*/ 10076 h 10121"/>
              <a:gd name="connsiteX14" fmla="*/ 101 w 10234"/>
              <a:gd name="connsiteY14" fmla="*/ 9900 h 10121"/>
              <a:gd name="connsiteX15" fmla="*/ 236 w 10234"/>
              <a:gd name="connsiteY15" fmla="*/ 726 h 10121"/>
              <a:gd name="connsiteX0" fmla="*/ 268 w 10266"/>
              <a:gd name="connsiteY0" fmla="*/ 726 h 10121"/>
              <a:gd name="connsiteX1" fmla="*/ 2006 w 10266"/>
              <a:gd name="connsiteY1" fmla="*/ 158 h 10121"/>
              <a:gd name="connsiteX2" fmla="*/ 5878 w 10266"/>
              <a:gd name="connsiteY2" fmla="*/ 68 h 10121"/>
              <a:gd name="connsiteX3" fmla="*/ 7154 w 10266"/>
              <a:gd name="connsiteY3" fmla="*/ 68 h 10121"/>
              <a:gd name="connsiteX4" fmla="*/ 9005 w 10266"/>
              <a:gd name="connsiteY4" fmla="*/ 88 h 10121"/>
              <a:gd name="connsiteX5" fmla="*/ 10138 w 10266"/>
              <a:gd name="connsiteY5" fmla="*/ 227 h 10121"/>
              <a:gd name="connsiteX6" fmla="*/ 10254 w 10266"/>
              <a:gd name="connsiteY6" fmla="*/ 3493 h 10121"/>
              <a:gd name="connsiteX7" fmla="*/ 10261 w 10266"/>
              <a:gd name="connsiteY7" fmla="*/ 8555 h 10121"/>
              <a:gd name="connsiteX8" fmla="*/ 10182 w 10266"/>
              <a:gd name="connsiteY8" fmla="*/ 9514 h 10121"/>
              <a:gd name="connsiteX9" fmla="*/ 9764 w 10266"/>
              <a:gd name="connsiteY9" fmla="*/ 9903 h 10121"/>
              <a:gd name="connsiteX10" fmla="*/ 7802 w 10266"/>
              <a:gd name="connsiteY10" fmla="*/ 9993 h 10121"/>
              <a:gd name="connsiteX11" fmla="*/ 6412 w 10266"/>
              <a:gd name="connsiteY11" fmla="*/ 9915 h 10121"/>
              <a:gd name="connsiteX12" fmla="*/ 5714 w 10266"/>
              <a:gd name="connsiteY12" fmla="*/ 9974 h 10121"/>
              <a:gd name="connsiteX13" fmla="*/ 1977 w 10266"/>
              <a:gd name="connsiteY13" fmla="*/ 10076 h 10121"/>
              <a:gd name="connsiteX14" fmla="*/ 133 w 10266"/>
              <a:gd name="connsiteY14" fmla="*/ 9900 h 10121"/>
              <a:gd name="connsiteX15" fmla="*/ 268 w 10266"/>
              <a:gd name="connsiteY15" fmla="*/ 726 h 10121"/>
              <a:gd name="connsiteX0" fmla="*/ 286 w 10284"/>
              <a:gd name="connsiteY0" fmla="*/ 726 h 10121"/>
              <a:gd name="connsiteX1" fmla="*/ 2024 w 10284"/>
              <a:gd name="connsiteY1" fmla="*/ 158 h 10121"/>
              <a:gd name="connsiteX2" fmla="*/ 5896 w 10284"/>
              <a:gd name="connsiteY2" fmla="*/ 68 h 10121"/>
              <a:gd name="connsiteX3" fmla="*/ 7172 w 10284"/>
              <a:gd name="connsiteY3" fmla="*/ 68 h 10121"/>
              <a:gd name="connsiteX4" fmla="*/ 9023 w 10284"/>
              <a:gd name="connsiteY4" fmla="*/ 88 h 10121"/>
              <a:gd name="connsiteX5" fmla="*/ 10156 w 10284"/>
              <a:gd name="connsiteY5" fmla="*/ 227 h 10121"/>
              <a:gd name="connsiteX6" fmla="*/ 10272 w 10284"/>
              <a:gd name="connsiteY6" fmla="*/ 3493 h 10121"/>
              <a:gd name="connsiteX7" fmla="*/ 10279 w 10284"/>
              <a:gd name="connsiteY7" fmla="*/ 8555 h 10121"/>
              <a:gd name="connsiteX8" fmla="*/ 10200 w 10284"/>
              <a:gd name="connsiteY8" fmla="*/ 9514 h 10121"/>
              <a:gd name="connsiteX9" fmla="*/ 9782 w 10284"/>
              <a:gd name="connsiteY9" fmla="*/ 9903 h 10121"/>
              <a:gd name="connsiteX10" fmla="*/ 7820 w 10284"/>
              <a:gd name="connsiteY10" fmla="*/ 9993 h 10121"/>
              <a:gd name="connsiteX11" fmla="*/ 6430 w 10284"/>
              <a:gd name="connsiteY11" fmla="*/ 9915 h 10121"/>
              <a:gd name="connsiteX12" fmla="*/ 5732 w 10284"/>
              <a:gd name="connsiteY12" fmla="*/ 9974 h 10121"/>
              <a:gd name="connsiteX13" fmla="*/ 1995 w 10284"/>
              <a:gd name="connsiteY13" fmla="*/ 10076 h 10121"/>
              <a:gd name="connsiteX14" fmla="*/ 151 w 10284"/>
              <a:gd name="connsiteY14" fmla="*/ 9900 h 10121"/>
              <a:gd name="connsiteX15" fmla="*/ 147 w 10284"/>
              <a:gd name="connsiteY15" fmla="*/ 8347 h 10121"/>
              <a:gd name="connsiteX16" fmla="*/ 286 w 10284"/>
              <a:gd name="connsiteY16" fmla="*/ 726 h 10121"/>
              <a:gd name="connsiteX0" fmla="*/ 286 w 10284"/>
              <a:gd name="connsiteY0" fmla="*/ 726 h 10121"/>
              <a:gd name="connsiteX1" fmla="*/ 2024 w 10284"/>
              <a:gd name="connsiteY1" fmla="*/ 158 h 10121"/>
              <a:gd name="connsiteX2" fmla="*/ 5896 w 10284"/>
              <a:gd name="connsiteY2" fmla="*/ 68 h 10121"/>
              <a:gd name="connsiteX3" fmla="*/ 7172 w 10284"/>
              <a:gd name="connsiteY3" fmla="*/ 68 h 10121"/>
              <a:gd name="connsiteX4" fmla="*/ 9023 w 10284"/>
              <a:gd name="connsiteY4" fmla="*/ 88 h 10121"/>
              <a:gd name="connsiteX5" fmla="*/ 10156 w 10284"/>
              <a:gd name="connsiteY5" fmla="*/ 227 h 10121"/>
              <a:gd name="connsiteX6" fmla="*/ 10272 w 10284"/>
              <a:gd name="connsiteY6" fmla="*/ 3493 h 10121"/>
              <a:gd name="connsiteX7" fmla="*/ 10279 w 10284"/>
              <a:gd name="connsiteY7" fmla="*/ 8555 h 10121"/>
              <a:gd name="connsiteX8" fmla="*/ 10200 w 10284"/>
              <a:gd name="connsiteY8" fmla="*/ 9514 h 10121"/>
              <a:gd name="connsiteX9" fmla="*/ 9782 w 10284"/>
              <a:gd name="connsiteY9" fmla="*/ 9903 h 10121"/>
              <a:gd name="connsiteX10" fmla="*/ 7820 w 10284"/>
              <a:gd name="connsiteY10" fmla="*/ 9993 h 10121"/>
              <a:gd name="connsiteX11" fmla="*/ 6430 w 10284"/>
              <a:gd name="connsiteY11" fmla="*/ 9915 h 10121"/>
              <a:gd name="connsiteX12" fmla="*/ 5732 w 10284"/>
              <a:gd name="connsiteY12" fmla="*/ 9974 h 10121"/>
              <a:gd name="connsiteX13" fmla="*/ 1995 w 10284"/>
              <a:gd name="connsiteY13" fmla="*/ 10076 h 10121"/>
              <a:gd name="connsiteX14" fmla="*/ 151 w 10284"/>
              <a:gd name="connsiteY14" fmla="*/ 9900 h 10121"/>
              <a:gd name="connsiteX15" fmla="*/ 147 w 10284"/>
              <a:gd name="connsiteY15" fmla="*/ 8347 h 10121"/>
              <a:gd name="connsiteX16" fmla="*/ 286 w 10284"/>
              <a:gd name="connsiteY16" fmla="*/ 726 h 10121"/>
              <a:gd name="connsiteX0" fmla="*/ 286 w 10284"/>
              <a:gd name="connsiteY0" fmla="*/ 754 h 10149"/>
              <a:gd name="connsiteX1" fmla="*/ 2024 w 10284"/>
              <a:gd name="connsiteY1" fmla="*/ 186 h 10149"/>
              <a:gd name="connsiteX2" fmla="*/ 5896 w 10284"/>
              <a:gd name="connsiteY2" fmla="*/ 96 h 10149"/>
              <a:gd name="connsiteX3" fmla="*/ 7172 w 10284"/>
              <a:gd name="connsiteY3" fmla="*/ 96 h 10149"/>
              <a:gd name="connsiteX4" fmla="*/ 9023 w 10284"/>
              <a:gd name="connsiteY4" fmla="*/ 116 h 10149"/>
              <a:gd name="connsiteX5" fmla="*/ 10156 w 10284"/>
              <a:gd name="connsiteY5" fmla="*/ 255 h 10149"/>
              <a:gd name="connsiteX6" fmla="*/ 10272 w 10284"/>
              <a:gd name="connsiteY6" fmla="*/ 3521 h 10149"/>
              <a:gd name="connsiteX7" fmla="*/ 10279 w 10284"/>
              <a:gd name="connsiteY7" fmla="*/ 8583 h 10149"/>
              <a:gd name="connsiteX8" fmla="*/ 10200 w 10284"/>
              <a:gd name="connsiteY8" fmla="*/ 9542 h 10149"/>
              <a:gd name="connsiteX9" fmla="*/ 9782 w 10284"/>
              <a:gd name="connsiteY9" fmla="*/ 9931 h 10149"/>
              <a:gd name="connsiteX10" fmla="*/ 7820 w 10284"/>
              <a:gd name="connsiteY10" fmla="*/ 10021 h 10149"/>
              <a:gd name="connsiteX11" fmla="*/ 6430 w 10284"/>
              <a:gd name="connsiteY11" fmla="*/ 9943 h 10149"/>
              <a:gd name="connsiteX12" fmla="*/ 5732 w 10284"/>
              <a:gd name="connsiteY12" fmla="*/ 10002 h 10149"/>
              <a:gd name="connsiteX13" fmla="*/ 1995 w 10284"/>
              <a:gd name="connsiteY13" fmla="*/ 10104 h 10149"/>
              <a:gd name="connsiteX14" fmla="*/ 151 w 10284"/>
              <a:gd name="connsiteY14" fmla="*/ 9928 h 10149"/>
              <a:gd name="connsiteX15" fmla="*/ 147 w 10284"/>
              <a:gd name="connsiteY15" fmla="*/ 8375 h 10149"/>
              <a:gd name="connsiteX16" fmla="*/ 286 w 10284"/>
              <a:gd name="connsiteY16" fmla="*/ 754 h 10149"/>
              <a:gd name="connsiteX0" fmla="*/ 286 w 10284"/>
              <a:gd name="connsiteY0" fmla="*/ 754 h 10149"/>
              <a:gd name="connsiteX1" fmla="*/ 2024 w 10284"/>
              <a:gd name="connsiteY1" fmla="*/ 186 h 10149"/>
              <a:gd name="connsiteX2" fmla="*/ 5896 w 10284"/>
              <a:gd name="connsiteY2" fmla="*/ 96 h 10149"/>
              <a:gd name="connsiteX3" fmla="*/ 7172 w 10284"/>
              <a:gd name="connsiteY3" fmla="*/ 96 h 10149"/>
              <a:gd name="connsiteX4" fmla="*/ 9023 w 10284"/>
              <a:gd name="connsiteY4" fmla="*/ 116 h 10149"/>
              <a:gd name="connsiteX5" fmla="*/ 10156 w 10284"/>
              <a:gd name="connsiteY5" fmla="*/ 255 h 10149"/>
              <a:gd name="connsiteX6" fmla="*/ 10272 w 10284"/>
              <a:gd name="connsiteY6" fmla="*/ 3521 h 10149"/>
              <a:gd name="connsiteX7" fmla="*/ 10279 w 10284"/>
              <a:gd name="connsiteY7" fmla="*/ 8583 h 10149"/>
              <a:gd name="connsiteX8" fmla="*/ 10200 w 10284"/>
              <a:gd name="connsiteY8" fmla="*/ 9542 h 10149"/>
              <a:gd name="connsiteX9" fmla="*/ 9782 w 10284"/>
              <a:gd name="connsiteY9" fmla="*/ 9931 h 10149"/>
              <a:gd name="connsiteX10" fmla="*/ 7820 w 10284"/>
              <a:gd name="connsiteY10" fmla="*/ 10021 h 10149"/>
              <a:gd name="connsiteX11" fmla="*/ 6430 w 10284"/>
              <a:gd name="connsiteY11" fmla="*/ 9943 h 10149"/>
              <a:gd name="connsiteX12" fmla="*/ 5732 w 10284"/>
              <a:gd name="connsiteY12" fmla="*/ 10002 h 10149"/>
              <a:gd name="connsiteX13" fmla="*/ 1995 w 10284"/>
              <a:gd name="connsiteY13" fmla="*/ 10104 h 10149"/>
              <a:gd name="connsiteX14" fmla="*/ 151 w 10284"/>
              <a:gd name="connsiteY14" fmla="*/ 9928 h 10149"/>
              <a:gd name="connsiteX15" fmla="*/ 147 w 10284"/>
              <a:gd name="connsiteY15" fmla="*/ 8375 h 10149"/>
              <a:gd name="connsiteX16" fmla="*/ 286 w 10284"/>
              <a:gd name="connsiteY16" fmla="*/ 754 h 10149"/>
              <a:gd name="connsiteX0" fmla="*/ 286 w 10284"/>
              <a:gd name="connsiteY0" fmla="*/ 788 h 10183"/>
              <a:gd name="connsiteX1" fmla="*/ 2024 w 10284"/>
              <a:gd name="connsiteY1" fmla="*/ 220 h 10183"/>
              <a:gd name="connsiteX2" fmla="*/ 5896 w 10284"/>
              <a:gd name="connsiteY2" fmla="*/ 130 h 10183"/>
              <a:gd name="connsiteX3" fmla="*/ 7172 w 10284"/>
              <a:gd name="connsiteY3" fmla="*/ 130 h 10183"/>
              <a:gd name="connsiteX4" fmla="*/ 9023 w 10284"/>
              <a:gd name="connsiteY4" fmla="*/ 150 h 10183"/>
              <a:gd name="connsiteX5" fmla="*/ 10156 w 10284"/>
              <a:gd name="connsiteY5" fmla="*/ 289 h 10183"/>
              <a:gd name="connsiteX6" fmla="*/ 10272 w 10284"/>
              <a:gd name="connsiteY6" fmla="*/ 3555 h 10183"/>
              <a:gd name="connsiteX7" fmla="*/ 10279 w 10284"/>
              <a:gd name="connsiteY7" fmla="*/ 8617 h 10183"/>
              <a:gd name="connsiteX8" fmla="*/ 10200 w 10284"/>
              <a:gd name="connsiteY8" fmla="*/ 9576 h 10183"/>
              <a:gd name="connsiteX9" fmla="*/ 9782 w 10284"/>
              <a:gd name="connsiteY9" fmla="*/ 9965 h 10183"/>
              <a:gd name="connsiteX10" fmla="*/ 7820 w 10284"/>
              <a:gd name="connsiteY10" fmla="*/ 10055 h 10183"/>
              <a:gd name="connsiteX11" fmla="*/ 6430 w 10284"/>
              <a:gd name="connsiteY11" fmla="*/ 9977 h 10183"/>
              <a:gd name="connsiteX12" fmla="*/ 5732 w 10284"/>
              <a:gd name="connsiteY12" fmla="*/ 10036 h 10183"/>
              <a:gd name="connsiteX13" fmla="*/ 1995 w 10284"/>
              <a:gd name="connsiteY13" fmla="*/ 10138 h 10183"/>
              <a:gd name="connsiteX14" fmla="*/ 151 w 10284"/>
              <a:gd name="connsiteY14" fmla="*/ 9962 h 10183"/>
              <a:gd name="connsiteX15" fmla="*/ 147 w 10284"/>
              <a:gd name="connsiteY15" fmla="*/ 8409 h 10183"/>
              <a:gd name="connsiteX16" fmla="*/ 286 w 10284"/>
              <a:gd name="connsiteY16" fmla="*/ 788 h 10183"/>
              <a:gd name="connsiteX0" fmla="*/ 286 w 10284"/>
              <a:gd name="connsiteY0" fmla="*/ 658 h 10053"/>
              <a:gd name="connsiteX1" fmla="*/ 2024 w 10284"/>
              <a:gd name="connsiteY1" fmla="*/ 90 h 10053"/>
              <a:gd name="connsiteX2" fmla="*/ 5896 w 10284"/>
              <a:gd name="connsiteY2" fmla="*/ 0 h 10053"/>
              <a:gd name="connsiteX3" fmla="*/ 7172 w 10284"/>
              <a:gd name="connsiteY3" fmla="*/ 0 h 10053"/>
              <a:gd name="connsiteX4" fmla="*/ 9023 w 10284"/>
              <a:gd name="connsiteY4" fmla="*/ 20 h 10053"/>
              <a:gd name="connsiteX5" fmla="*/ 10156 w 10284"/>
              <a:gd name="connsiteY5" fmla="*/ 159 h 10053"/>
              <a:gd name="connsiteX6" fmla="*/ 10272 w 10284"/>
              <a:gd name="connsiteY6" fmla="*/ 3425 h 10053"/>
              <a:gd name="connsiteX7" fmla="*/ 10279 w 10284"/>
              <a:gd name="connsiteY7" fmla="*/ 8487 h 10053"/>
              <a:gd name="connsiteX8" fmla="*/ 10200 w 10284"/>
              <a:gd name="connsiteY8" fmla="*/ 9446 h 10053"/>
              <a:gd name="connsiteX9" fmla="*/ 9782 w 10284"/>
              <a:gd name="connsiteY9" fmla="*/ 9835 h 10053"/>
              <a:gd name="connsiteX10" fmla="*/ 7820 w 10284"/>
              <a:gd name="connsiteY10" fmla="*/ 9925 h 10053"/>
              <a:gd name="connsiteX11" fmla="*/ 6430 w 10284"/>
              <a:gd name="connsiteY11" fmla="*/ 9847 h 10053"/>
              <a:gd name="connsiteX12" fmla="*/ 5732 w 10284"/>
              <a:gd name="connsiteY12" fmla="*/ 9906 h 10053"/>
              <a:gd name="connsiteX13" fmla="*/ 1995 w 10284"/>
              <a:gd name="connsiteY13" fmla="*/ 10008 h 10053"/>
              <a:gd name="connsiteX14" fmla="*/ 151 w 10284"/>
              <a:gd name="connsiteY14" fmla="*/ 9832 h 10053"/>
              <a:gd name="connsiteX15" fmla="*/ 147 w 10284"/>
              <a:gd name="connsiteY15" fmla="*/ 8279 h 10053"/>
              <a:gd name="connsiteX16" fmla="*/ 286 w 10284"/>
              <a:gd name="connsiteY16" fmla="*/ 658 h 10053"/>
              <a:gd name="connsiteX0" fmla="*/ 298 w 10284"/>
              <a:gd name="connsiteY0" fmla="*/ 443 h 10053"/>
              <a:gd name="connsiteX1" fmla="*/ 2024 w 10284"/>
              <a:gd name="connsiteY1" fmla="*/ 90 h 10053"/>
              <a:gd name="connsiteX2" fmla="*/ 5896 w 10284"/>
              <a:gd name="connsiteY2" fmla="*/ 0 h 10053"/>
              <a:gd name="connsiteX3" fmla="*/ 7172 w 10284"/>
              <a:gd name="connsiteY3" fmla="*/ 0 h 10053"/>
              <a:gd name="connsiteX4" fmla="*/ 9023 w 10284"/>
              <a:gd name="connsiteY4" fmla="*/ 20 h 10053"/>
              <a:gd name="connsiteX5" fmla="*/ 10156 w 10284"/>
              <a:gd name="connsiteY5" fmla="*/ 159 h 10053"/>
              <a:gd name="connsiteX6" fmla="*/ 10272 w 10284"/>
              <a:gd name="connsiteY6" fmla="*/ 3425 h 10053"/>
              <a:gd name="connsiteX7" fmla="*/ 10279 w 10284"/>
              <a:gd name="connsiteY7" fmla="*/ 8487 h 10053"/>
              <a:gd name="connsiteX8" fmla="*/ 10200 w 10284"/>
              <a:gd name="connsiteY8" fmla="*/ 9446 h 10053"/>
              <a:gd name="connsiteX9" fmla="*/ 9782 w 10284"/>
              <a:gd name="connsiteY9" fmla="*/ 9835 h 10053"/>
              <a:gd name="connsiteX10" fmla="*/ 7820 w 10284"/>
              <a:gd name="connsiteY10" fmla="*/ 9925 h 10053"/>
              <a:gd name="connsiteX11" fmla="*/ 6430 w 10284"/>
              <a:gd name="connsiteY11" fmla="*/ 9847 h 10053"/>
              <a:gd name="connsiteX12" fmla="*/ 5732 w 10284"/>
              <a:gd name="connsiteY12" fmla="*/ 9906 h 10053"/>
              <a:gd name="connsiteX13" fmla="*/ 1995 w 10284"/>
              <a:gd name="connsiteY13" fmla="*/ 10008 h 10053"/>
              <a:gd name="connsiteX14" fmla="*/ 151 w 10284"/>
              <a:gd name="connsiteY14" fmla="*/ 9832 h 10053"/>
              <a:gd name="connsiteX15" fmla="*/ 147 w 10284"/>
              <a:gd name="connsiteY15" fmla="*/ 8279 h 10053"/>
              <a:gd name="connsiteX16" fmla="*/ 298 w 10284"/>
              <a:gd name="connsiteY16" fmla="*/ 443 h 10053"/>
              <a:gd name="connsiteX0" fmla="*/ 298 w 10284"/>
              <a:gd name="connsiteY0" fmla="*/ 443 h 10053"/>
              <a:gd name="connsiteX1" fmla="*/ 2024 w 10284"/>
              <a:gd name="connsiteY1" fmla="*/ 90 h 10053"/>
              <a:gd name="connsiteX2" fmla="*/ 5896 w 10284"/>
              <a:gd name="connsiteY2" fmla="*/ 0 h 10053"/>
              <a:gd name="connsiteX3" fmla="*/ 7172 w 10284"/>
              <a:gd name="connsiteY3" fmla="*/ 0 h 10053"/>
              <a:gd name="connsiteX4" fmla="*/ 9023 w 10284"/>
              <a:gd name="connsiteY4" fmla="*/ 20 h 10053"/>
              <a:gd name="connsiteX5" fmla="*/ 10156 w 10284"/>
              <a:gd name="connsiteY5" fmla="*/ 159 h 10053"/>
              <a:gd name="connsiteX6" fmla="*/ 10272 w 10284"/>
              <a:gd name="connsiteY6" fmla="*/ 3425 h 10053"/>
              <a:gd name="connsiteX7" fmla="*/ 10279 w 10284"/>
              <a:gd name="connsiteY7" fmla="*/ 8487 h 10053"/>
              <a:gd name="connsiteX8" fmla="*/ 10200 w 10284"/>
              <a:gd name="connsiteY8" fmla="*/ 9446 h 10053"/>
              <a:gd name="connsiteX9" fmla="*/ 9782 w 10284"/>
              <a:gd name="connsiteY9" fmla="*/ 9835 h 10053"/>
              <a:gd name="connsiteX10" fmla="*/ 7820 w 10284"/>
              <a:gd name="connsiteY10" fmla="*/ 9925 h 10053"/>
              <a:gd name="connsiteX11" fmla="*/ 6430 w 10284"/>
              <a:gd name="connsiteY11" fmla="*/ 9847 h 10053"/>
              <a:gd name="connsiteX12" fmla="*/ 5732 w 10284"/>
              <a:gd name="connsiteY12" fmla="*/ 9906 h 10053"/>
              <a:gd name="connsiteX13" fmla="*/ 1995 w 10284"/>
              <a:gd name="connsiteY13" fmla="*/ 10008 h 10053"/>
              <a:gd name="connsiteX14" fmla="*/ 151 w 10284"/>
              <a:gd name="connsiteY14" fmla="*/ 9832 h 10053"/>
              <a:gd name="connsiteX15" fmla="*/ 147 w 10284"/>
              <a:gd name="connsiteY15" fmla="*/ 8279 h 10053"/>
              <a:gd name="connsiteX16" fmla="*/ 298 w 10284"/>
              <a:gd name="connsiteY16" fmla="*/ 443 h 10053"/>
              <a:gd name="connsiteX0" fmla="*/ 298 w 10284"/>
              <a:gd name="connsiteY0" fmla="*/ 443 h 10053"/>
              <a:gd name="connsiteX1" fmla="*/ 2024 w 10284"/>
              <a:gd name="connsiteY1" fmla="*/ 90 h 10053"/>
              <a:gd name="connsiteX2" fmla="*/ 5896 w 10284"/>
              <a:gd name="connsiteY2" fmla="*/ 0 h 10053"/>
              <a:gd name="connsiteX3" fmla="*/ 7172 w 10284"/>
              <a:gd name="connsiteY3" fmla="*/ 0 h 10053"/>
              <a:gd name="connsiteX4" fmla="*/ 9023 w 10284"/>
              <a:gd name="connsiteY4" fmla="*/ 20 h 10053"/>
              <a:gd name="connsiteX5" fmla="*/ 10156 w 10284"/>
              <a:gd name="connsiteY5" fmla="*/ 159 h 10053"/>
              <a:gd name="connsiteX6" fmla="*/ 10272 w 10284"/>
              <a:gd name="connsiteY6" fmla="*/ 3425 h 10053"/>
              <a:gd name="connsiteX7" fmla="*/ 10279 w 10284"/>
              <a:gd name="connsiteY7" fmla="*/ 8487 h 10053"/>
              <a:gd name="connsiteX8" fmla="*/ 10200 w 10284"/>
              <a:gd name="connsiteY8" fmla="*/ 9446 h 10053"/>
              <a:gd name="connsiteX9" fmla="*/ 9782 w 10284"/>
              <a:gd name="connsiteY9" fmla="*/ 9835 h 10053"/>
              <a:gd name="connsiteX10" fmla="*/ 7820 w 10284"/>
              <a:gd name="connsiteY10" fmla="*/ 9925 h 10053"/>
              <a:gd name="connsiteX11" fmla="*/ 6430 w 10284"/>
              <a:gd name="connsiteY11" fmla="*/ 9847 h 10053"/>
              <a:gd name="connsiteX12" fmla="*/ 5732 w 10284"/>
              <a:gd name="connsiteY12" fmla="*/ 9906 h 10053"/>
              <a:gd name="connsiteX13" fmla="*/ 1995 w 10284"/>
              <a:gd name="connsiteY13" fmla="*/ 10008 h 10053"/>
              <a:gd name="connsiteX14" fmla="*/ 151 w 10284"/>
              <a:gd name="connsiteY14" fmla="*/ 9832 h 10053"/>
              <a:gd name="connsiteX15" fmla="*/ 147 w 10284"/>
              <a:gd name="connsiteY15" fmla="*/ 8279 h 10053"/>
              <a:gd name="connsiteX16" fmla="*/ 298 w 10284"/>
              <a:gd name="connsiteY16" fmla="*/ 443 h 10053"/>
              <a:gd name="connsiteX0" fmla="*/ 306 w 10292"/>
              <a:gd name="connsiteY0" fmla="*/ 443 h 10053"/>
              <a:gd name="connsiteX1" fmla="*/ 2032 w 10292"/>
              <a:gd name="connsiteY1" fmla="*/ 90 h 10053"/>
              <a:gd name="connsiteX2" fmla="*/ 5904 w 10292"/>
              <a:gd name="connsiteY2" fmla="*/ 0 h 10053"/>
              <a:gd name="connsiteX3" fmla="*/ 7180 w 10292"/>
              <a:gd name="connsiteY3" fmla="*/ 0 h 10053"/>
              <a:gd name="connsiteX4" fmla="*/ 9031 w 10292"/>
              <a:gd name="connsiteY4" fmla="*/ 20 h 10053"/>
              <a:gd name="connsiteX5" fmla="*/ 10164 w 10292"/>
              <a:gd name="connsiteY5" fmla="*/ 159 h 10053"/>
              <a:gd name="connsiteX6" fmla="*/ 10280 w 10292"/>
              <a:gd name="connsiteY6" fmla="*/ 3425 h 10053"/>
              <a:gd name="connsiteX7" fmla="*/ 10287 w 10292"/>
              <a:gd name="connsiteY7" fmla="*/ 8487 h 10053"/>
              <a:gd name="connsiteX8" fmla="*/ 10208 w 10292"/>
              <a:gd name="connsiteY8" fmla="*/ 9446 h 10053"/>
              <a:gd name="connsiteX9" fmla="*/ 9790 w 10292"/>
              <a:gd name="connsiteY9" fmla="*/ 9835 h 10053"/>
              <a:gd name="connsiteX10" fmla="*/ 7828 w 10292"/>
              <a:gd name="connsiteY10" fmla="*/ 9925 h 10053"/>
              <a:gd name="connsiteX11" fmla="*/ 6438 w 10292"/>
              <a:gd name="connsiteY11" fmla="*/ 9847 h 10053"/>
              <a:gd name="connsiteX12" fmla="*/ 5740 w 10292"/>
              <a:gd name="connsiteY12" fmla="*/ 9906 h 10053"/>
              <a:gd name="connsiteX13" fmla="*/ 2003 w 10292"/>
              <a:gd name="connsiteY13" fmla="*/ 10008 h 10053"/>
              <a:gd name="connsiteX14" fmla="*/ 159 w 10292"/>
              <a:gd name="connsiteY14" fmla="*/ 9832 h 10053"/>
              <a:gd name="connsiteX15" fmla="*/ 128 w 10292"/>
              <a:gd name="connsiteY15" fmla="*/ 8319 h 10053"/>
              <a:gd name="connsiteX16" fmla="*/ 306 w 10292"/>
              <a:gd name="connsiteY16" fmla="*/ 443 h 10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292" h="10053">
                <a:moveTo>
                  <a:pt x="306" y="443"/>
                </a:moveTo>
                <a:cubicBezTo>
                  <a:pt x="445" y="-77"/>
                  <a:pt x="1706" y="-21"/>
                  <a:pt x="2032" y="90"/>
                </a:cubicBezTo>
                <a:cubicBezTo>
                  <a:pt x="2524" y="35"/>
                  <a:pt x="5047" y="17"/>
                  <a:pt x="5904" y="0"/>
                </a:cubicBezTo>
                <a:lnTo>
                  <a:pt x="7180" y="0"/>
                </a:lnTo>
                <a:lnTo>
                  <a:pt x="9031" y="20"/>
                </a:lnTo>
                <a:cubicBezTo>
                  <a:pt x="9528" y="46"/>
                  <a:pt x="9980" y="-54"/>
                  <a:pt x="10164" y="159"/>
                </a:cubicBezTo>
                <a:cubicBezTo>
                  <a:pt x="10292" y="763"/>
                  <a:pt x="10292" y="-223"/>
                  <a:pt x="10280" y="3425"/>
                </a:cubicBezTo>
                <a:cubicBezTo>
                  <a:pt x="10267" y="7071"/>
                  <a:pt x="10306" y="5703"/>
                  <a:pt x="10287" y="8487"/>
                </a:cubicBezTo>
                <a:cubicBezTo>
                  <a:pt x="10269" y="9439"/>
                  <a:pt x="10213" y="9454"/>
                  <a:pt x="10208" y="9446"/>
                </a:cubicBezTo>
                <a:cubicBezTo>
                  <a:pt x="10089" y="9817"/>
                  <a:pt x="10186" y="9756"/>
                  <a:pt x="9790" y="9835"/>
                </a:cubicBezTo>
                <a:cubicBezTo>
                  <a:pt x="9393" y="9915"/>
                  <a:pt x="8386" y="9923"/>
                  <a:pt x="7828" y="9925"/>
                </a:cubicBezTo>
                <a:cubicBezTo>
                  <a:pt x="7270" y="9927"/>
                  <a:pt x="7138" y="9847"/>
                  <a:pt x="6438" y="9847"/>
                </a:cubicBezTo>
                <a:cubicBezTo>
                  <a:pt x="5856" y="9997"/>
                  <a:pt x="6002" y="9904"/>
                  <a:pt x="5740" y="9906"/>
                </a:cubicBezTo>
                <a:cubicBezTo>
                  <a:pt x="5573" y="9879"/>
                  <a:pt x="2229" y="10030"/>
                  <a:pt x="2003" y="10008"/>
                </a:cubicBezTo>
                <a:cubicBezTo>
                  <a:pt x="1900" y="10012"/>
                  <a:pt x="576" y="10185"/>
                  <a:pt x="159" y="9832"/>
                </a:cubicBezTo>
                <a:cubicBezTo>
                  <a:pt x="-169" y="9461"/>
                  <a:pt x="106" y="9848"/>
                  <a:pt x="128" y="8319"/>
                </a:cubicBezTo>
                <a:cubicBezTo>
                  <a:pt x="150" y="6790"/>
                  <a:pt x="174" y="1133"/>
                  <a:pt x="306" y="443"/>
                </a:cubicBezTo>
                <a:close/>
              </a:path>
            </a:pathLst>
          </a:cu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Afbeelding invoegen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7BFEB8C-0F1B-5534-C1BC-8AA6BFA9CD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917701"/>
            <a:ext cx="10348447" cy="1866900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780871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8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4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5" grpId="0"/>
          <p:bldP spid="6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8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4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5" grpId="0"/>
          <p:bldP spid="6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Praktisch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TITEL</a:t>
            </a:r>
          </a:p>
        </p:txBody>
      </p:sp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B1386F26-9B29-39A7-4BE7-71A3362DE0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4757738" cy="3529013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06255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5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5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5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5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kernwaarde_praktisch\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PRAKTISCH</a:t>
            </a:r>
          </a:p>
        </p:txBody>
      </p:sp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pic>
        <p:nvPicPr>
          <p:cNvPr id="5" name="Praktisch">
            <a:extLst>
              <a:ext uri="{FF2B5EF4-FFF2-40B4-BE49-F238E27FC236}">
                <a16:creationId xmlns:a16="http://schemas.microsoft.com/office/drawing/2014/main" id="{0DFB3C5F-3EAD-F3CE-021A-52D4E0253A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7730" y="3429000"/>
            <a:ext cx="4072964" cy="4072964"/>
          </a:xfrm>
          <a:prstGeom prst="rect">
            <a:avLst/>
          </a:prstGeom>
        </p:spPr>
      </p:pic>
      <p:sp>
        <p:nvSpPr>
          <p:cNvPr id="3" name="Tijdelijke aanduiding voor tekst 5">
            <a:extLst>
              <a:ext uri="{FF2B5EF4-FFF2-40B4-BE49-F238E27FC236}">
                <a16:creationId xmlns:a16="http://schemas.microsoft.com/office/drawing/2014/main" id="{3530063A-070A-11E5-C789-B81643338C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4757738" cy="3529013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2600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kernwaarde_plezi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PLEZIER</a:t>
            </a:r>
          </a:p>
        </p:txBody>
      </p:sp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pic>
        <p:nvPicPr>
          <p:cNvPr id="6" name="Plezier">
            <a:extLst>
              <a:ext uri="{FF2B5EF4-FFF2-40B4-BE49-F238E27FC236}">
                <a16:creationId xmlns:a16="http://schemas.microsoft.com/office/drawing/2014/main" id="{61097E26-9609-87EE-F133-750E8A4EA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4306" y="4243231"/>
            <a:ext cx="2412442" cy="2412442"/>
          </a:xfrm>
          <a:prstGeom prst="rect">
            <a:avLst/>
          </a:prstGeom>
        </p:spPr>
      </p:pic>
      <p:sp>
        <p:nvSpPr>
          <p:cNvPr id="3" name="Tijdelijke aanduiding voor tekst 5">
            <a:extLst>
              <a:ext uri="{FF2B5EF4-FFF2-40B4-BE49-F238E27FC236}">
                <a16:creationId xmlns:a16="http://schemas.microsoft.com/office/drawing/2014/main" id="{7A6D9799-9371-EA58-62FE-203FA62C1F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4757738" cy="3529013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00213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dia kernwaarde_persoonlij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PERSOONLIJK</a:t>
            </a:r>
          </a:p>
        </p:txBody>
      </p:sp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pic>
        <p:nvPicPr>
          <p:cNvPr id="6" name="Persoonlijk">
            <a:extLst>
              <a:ext uri="{FF2B5EF4-FFF2-40B4-BE49-F238E27FC236}">
                <a16:creationId xmlns:a16="http://schemas.microsoft.com/office/drawing/2014/main" id="{61097E26-9609-87EE-F133-750E8A4EA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15800" y="4184725"/>
            <a:ext cx="2470948" cy="2470948"/>
          </a:xfrm>
          <a:prstGeom prst="rect">
            <a:avLst/>
          </a:prstGeom>
        </p:spPr>
      </p:pic>
      <p:sp>
        <p:nvSpPr>
          <p:cNvPr id="3" name="Tijdelijke aanduiding voor tekst 5">
            <a:extLst>
              <a:ext uri="{FF2B5EF4-FFF2-40B4-BE49-F238E27FC236}">
                <a16:creationId xmlns:a16="http://schemas.microsoft.com/office/drawing/2014/main" id="{A91924AE-8F10-6A08-2D32-2085C449B4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4757738" cy="3529013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97788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kernwaarde_Participat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PARTICIPATIE</a:t>
            </a:r>
          </a:p>
        </p:txBody>
      </p:sp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pic>
        <p:nvPicPr>
          <p:cNvPr id="6" name="Participatie">
            <a:extLst>
              <a:ext uri="{FF2B5EF4-FFF2-40B4-BE49-F238E27FC236}">
                <a16:creationId xmlns:a16="http://schemas.microsoft.com/office/drawing/2014/main" id="{61097E26-9609-87EE-F133-750E8A4EA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907332" y="3954654"/>
            <a:ext cx="3079416" cy="3079416"/>
          </a:xfrm>
          <a:prstGeom prst="rect">
            <a:avLst/>
          </a:prstGeom>
        </p:spPr>
      </p:pic>
      <p:sp>
        <p:nvSpPr>
          <p:cNvPr id="3" name="Tijdelijke aanduiding voor tekst 5">
            <a:extLst>
              <a:ext uri="{FF2B5EF4-FFF2-40B4-BE49-F238E27FC236}">
                <a16:creationId xmlns:a16="http://schemas.microsoft.com/office/drawing/2014/main" id="{BE13713C-E420-DCA6-33EA-61FC24386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4757738" cy="3529013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81327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dia Praktisc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afbeelding 4">
            <a:extLst>
              <a:ext uri="{FF2B5EF4-FFF2-40B4-BE49-F238E27FC236}">
                <a16:creationId xmlns:a16="http://schemas.microsoft.com/office/drawing/2014/main" id="{15624441-2590-9860-D1AC-AD562E4B998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9708" y="208288"/>
            <a:ext cx="11772584" cy="6441424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284 w 10000"/>
              <a:gd name="connsiteY0" fmla="*/ 232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284 w 10000"/>
              <a:gd name="connsiteY10" fmla="*/ 232 h 10000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29 h 10297"/>
              <a:gd name="connsiteX1" fmla="*/ 2311 w 10000"/>
              <a:gd name="connsiteY1" fmla="*/ 27 h 10297"/>
              <a:gd name="connsiteX2" fmla="*/ 3638 w 10000"/>
              <a:gd name="connsiteY2" fmla="*/ 1175 h 10297"/>
              <a:gd name="connsiteX3" fmla="*/ 7500 w 10000"/>
              <a:gd name="connsiteY3" fmla="*/ 297 h 10297"/>
              <a:gd name="connsiteX4" fmla="*/ 10000 w 10000"/>
              <a:gd name="connsiteY4" fmla="*/ 1297 h 10297"/>
              <a:gd name="connsiteX5" fmla="*/ 10000 w 10000"/>
              <a:gd name="connsiteY5" fmla="*/ 9297 h 10297"/>
              <a:gd name="connsiteX6" fmla="*/ 7500 w 10000"/>
              <a:gd name="connsiteY6" fmla="*/ 8297 h 10297"/>
              <a:gd name="connsiteX7" fmla="*/ 5000 w 10000"/>
              <a:gd name="connsiteY7" fmla="*/ 9297 h 10297"/>
              <a:gd name="connsiteX8" fmla="*/ 2500 w 10000"/>
              <a:gd name="connsiteY8" fmla="*/ 10297 h 10297"/>
              <a:gd name="connsiteX9" fmla="*/ 0 w 10000"/>
              <a:gd name="connsiteY9" fmla="*/ 9297 h 10297"/>
              <a:gd name="connsiteX10" fmla="*/ 284 w 10000"/>
              <a:gd name="connsiteY10" fmla="*/ 529 h 10297"/>
              <a:gd name="connsiteX0" fmla="*/ 284 w 10000"/>
              <a:gd name="connsiteY0" fmla="*/ 510 h 10278"/>
              <a:gd name="connsiteX1" fmla="*/ 1944 w 10000"/>
              <a:gd name="connsiteY1" fmla="*/ 30 h 10278"/>
              <a:gd name="connsiteX2" fmla="*/ 3638 w 10000"/>
              <a:gd name="connsiteY2" fmla="*/ 1156 h 10278"/>
              <a:gd name="connsiteX3" fmla="*/ 7500 w 10000"/>
              <a:gd name="connsiteY3" fmla="*/ 278 h 10278"/>
              <a:gd name="connsiteX4" fmla="*/ 10000 w 10000"/>
              <a:gd name="connsiteY4" fmla="*/ 1278 h 10278"/>
              <a:gd name="connsiteX5" fmla="*/ 10000 w 10000"/>
              <a:gd name="connsiteY5" fmla="*/ 9278 h 10278"/>
              <a:gd name="connsiteX6" fmla="*/ 7500 w 10000"/>
              <a:gd name="connsiteY6" fmla="*/ 8278 h 10278"/>
              <a:gd name="connsiteX7" fmla="*/ 5000 w 10000"/>
              <a:gd name="connsiteY7" fmla="*/ 9278 h 10278"/>
              <a:gd name="connsiteX8" fmla="*/ 2500 w 10000"/>
              <a:gd name="connsiteY8" fmla="*/ 10278 h 10278"/>
              <a:gd name="connsiteX9" fmla="*/ 0 w 10000"/>
              <a:gd name="connsiteY9" fmla="*/ 9278 h 10278"/>
              <a:gd name="connsiteX10" fmla="*/ 284 w 10000"/>
              <a:gd name="connsiteY10" fmla="*/ 510 h 10278"/>
              <a:gd name="connsiteX0" fmla="*/ 284 w 10000"/>
              <a:gd name="connsiteY0" fmla="*/ 483 h 10251"/>
              <a:gd name="connsiteX1" fmla="*/ 1944 w 10000"/>
              <a:gd name="connsiteY1" fmla="*/ 3 h 10251"/>
              <a:gd name="connsiteX2" fmla="*/ 3638 w 10000"/>
              <a:gd name="connsiteY2" fmla="*/ 1129 h 10251"/>
              <a:gd name="connsiteX3" fmla="*/ 7500 w 10000"/>
              <a:gd name="connsiteY3" fmla="*/ 251 h 10251"/>
              <a:gd name="connsiteX4" fmla="*/ 10000 w 10000"/>
              <a:gd name="connsiteY4" fmla="*/ 1251 h 10251"/>
              <a:gd name="connsiteX5" fmla="*/ 10000 w 10000"/>
              <a:gd name="connsiteY5" fmla="*/ 9251 h 10251"/>
              <a:gd name="connsiteX6" fmla="*/ 7500 w 10000"/>
              <a:gd name="connsiteY6" fmla="*/ 8251 h 10251"/>
              <a:gd name="connsiteX7" fmla="*/ 5000 w 10000"/>
              <a:gd name="connsiteY7" fmla="*/ 9251 h 10251"/>
              <a:gd name="connsiteX8" fmla="*/ 2500 w 10000"/>
              <a:gd name="connsiteY8" fmla="*/ 10251 h 10251"/>
              <a:gd name="connsiteX9" fmla="*/ 0 w 10000"/>
              <a:gd name="connsiteY9" fmla="*/ 9251 h 10251"/>
              <a:gd name="connsiteX10" fmla="*/ 284 w 10000"/>
              <a:gd name="connsiteY10" fmla="*/ 483 h 10251"/>
              <a:gd name="connsiteX0" fmla="*/ 284 w 10000"/>
              <a:gd name="connsiteY0" fmla="*/ 501 h 10269"/>
              <a:gd name="connsiteX1" fmla="*/ 1944 w 10000"/>
              <a:gd name="connsiteY1" fmla="*/ 21 h 10269"/>
              <a:gd name="connsiteX2" fmla="*/ 4100 w 10000"/>
              <a:gd name="connsiteY2" fmla="*/ 101 h 10269"/>
              <a:gd name="connsiteX3" fmla="*/ 7500 w 10000"/>
              <a:gd name="connsiteY3" fmla="*/ 269 h 10269"/>
              <a:gd name="connsiteX4" fmla="*/ 10000 w 10000"/>
              <a:gd name="connsiteY4" fmla="*/ 1269 h 10269"/>
              <a:gd name="connsiteX5" fmla="*/ 10000 w 10000"/>
              <a:gd name="connsiteY5" fmla="*/ 9269 h 10269"/>
              <a:gd name="connsiteX6" fmla="*/ 7500 w 10000"/>
              <a:gd name="connsiteY6" fmla="*/ 8269 h 10269"/>
              <a:gd name="connsiteX7" fmla="*/ 5000 w 10000"/>
              <a:gd name="connsiteY7" fmla="*/ 9269 h 10269"/>
              <a:gd name="connsiteX8" fmla="*/ 2500 w 10000"/>
              <a:gd name="connsiteY8" fmla="*/ 10269 h 10269"/>
              <a:gd name="connsiteX9" fmla="*/ 0 w 10000"/>
              <a:gd name="connsiteY9" fmla="*/ 9269 h 10269"/>
              <a:gd name="connsiteX10" fmla="*/ 284 w 10000"/>
              <a:gd name="connsiteY10" fmla="*/ 501 h 10269"/>
              <a:gd name="connsiteX0" fmla="*/ 284 w 10000"/>
              <a:gd name="connsiteY0" fmla="*/ 496 h 10264"/>
              <a:gd name="connsiteX1" fmla="*/ 1944 w 10000"/>
              <a:gd name="connsiteY1" fmla="*/ 16 h 10264"/>
              <a:gd name="connsiteX2" fmla="*/ 4100 w 10000"/>
              <a:gd name="connsiteY2" fmla="*/ 96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20 h 10288"/>
              <a:gd name="connsiteX1" fmla="*/ 1443 w 10000"/>
              <a:gd name="connsiteY1" fmla="*/ 40 h 10288"/>
              <a:gd name="connsiteX2" fmla="*/ 4349 w 10000"/>
              <a:gd name="connsiteY2" fmla="*/ 53 h 10288"/>
              <a:gd name="connsiteX3" fmla="*/ 7500 w 10000"/>
              <a:gd name="connsiteY3" fmla="*/ 288 h 10288"/>
              <a:gd name="connsiteX4" fmla="*/ 10000 w 10000"/>
              <a:gd name="connsiteY4" fmla="*/ 1288 h 10288"/>
              <a:gd name="connsiteX5" fmla="*/ 10000 w 10000"/>
              <a:gd name="connsiteY5" fmla="*/ 9288 h 10288"/>
              <a:gd name="connsiteX6" fmla="*/ 7500 w 10000"/>
              <a:gd name="connsiteY6" fmla="*/ 8288 h 10288"/>
              <a:gd name="connsiteX7" fmla="*/ 5000 w 10000"/>
              <a:gd name="connsiteY7" fmla="*/ 9288 h 10288"/>
              <a:gd name="connsiteX8" fmla="*/ 2500 w 10000"/>
              <a:gd name="connsiteY8" fmla="*/ 10288 h 10288"/>
              <a:gd name="connsiteX9" fmla="*/ 0 w 10000"/>
              <a:gd name="connsiteY9" fmla="*/ 9288 h 10288"/>
              <a:gd name="connsiteX10" fmla="*/ 284 w 10000"/>
              <a:gd name="connsiteY10" fmla="*/ 520 h 10288"/>
              <a:gd name="connsiteX0" fmla="*/ 284 w 10000"/>
              <a:gd name="connsiteY0" fmla="*/ 496 h 10264"/>
              <a:gd name="connsiteX1" fmla="*/ 1443 w 10000"/>
              <a:gd name="connsiteY1" fmla="*/ 16 h 10264"/>
              <a:gd name="connsiteX2" fmla="*/ 4349 w 10000"/>
              <a:gd name="connsiteY2" fmla="*/ 29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491 h 10259"/>
              <a:gd name="connsiteX1" fmla="*/ 1733 w 10000"/>
              <a:gd name="connsiteY1" fmla="*/ 18 h 10259"/>
              <a:gd name="connsiteX2" fmla="*/ 4349 w 10000"/>
              <a:gd name="connsiteY2" fmla="*/ 24 h 10259"/>
              <a:gd name="connsiteX3" fmla="*/ 7500 w 10000"/>
              <a:gd name="connsiteY3" fmla="*/ 259 h 10259"/>
              <a:gd name="connsiteX4" fmla="*/ 10000 w 10000"/>
              <a:gd name="connsiteY4" fmla="*/ 1259 h 10259"/>
              <a:gd name="connsiteX5" fmla="*/ 10000 w 10000"/>
              <a:gd name="connsiteY5" fmla="*/ 9259 h 10259"/>
              <a:gd name="connsiteX6" fmla="*/ 7500 w 10000"/>
              <a:gd name="connsiteY6" fmla="*/ 8259 h 10259"/>
              <a:gd name="connsiteX7" fmla="*/ 5000 w 10000"/>
              <a:gd name="connsiteY7" fmla="*/ 9259 h 10259"/>
              <a:gd name="connsiteX8" fmla="*/ 2500 w 10000"/>
              <a:gd name="connsiteY8" fmla="*/ 10259 h 10259"/>
              <a:gd name="connsiteX9" fmla="*/ 0 w 10000"/>
              <a:gd name="connsiteY9" fmla="*/ 9259 h 10259"/>
              <a:gd name="connsiteX10" fmla="*/ 284 w 10000"/>
              <a:gd name="connsiteY10" fmla="*/ 491 h 10259"/>
              <a:gd name="connsiteX0" fmla="*/ 284 w 10000"/>
              <a:gd name="connsiteY0" fmla="*/ 488 h 10256"/>
              <a:gd name="connsiteX1" fmla="*/ 1733 w 10000"/>
              <a:gd name="connsiteY1" fmla="*/ 15 h 10256"/>
              <a:gd name="connsiteX2" fmla="*/ 4349 w 10000"/>
              <a:gd name="connsiteY2" fmla="*/ 21 h 10256"/>
              <a:gd name="connsiteX3" fmla="*/ 7500 w 10000"/>
              <a:gd name="connsiteY3" fmla="*/ 256 h 10256"/>
              <a:gd name="connsiteX4" fmla="*/ 10000 w 10000"/>
              <a:gd name="connsiteY4" fmla="*/ 1256 h 10256"/>
              <a:gd name="connsiteX5" fmla="*/ 10000 w 10000"/>
              <a:gd name="connsiteY5" fmla="*/ 9256 h 10256"/>
              <a:gd name="connsiteX6" fmla="*/ 7500 w 10000"/>
              <a:gd name="connsiteY6" fmla="*/ 8256 h 10256"/>
              <a:gd name="connsiteX7" fmla="*/ 5000 w 10000"/>
              <a:gd name="connsiteY7" fmla="*/ 9256 h 10256"/>
              <a:gd name="connsiteX8" fmla="*/ 2500 w 10000"/>
              <a:gd name="connsiteY8" fmla="*/ 10256 h 10256"/>
              <a:gd name="connsiteX9" fmla="*/ 0 w 10000"/>
              <a:gd name="connsiteY9" fmla="*/ 9256 h 10256"/>
              <a:gd name="connsiteX10" fmla="*/ 284 w 10000"/>
              <a:gd name="connsiteY10" fmla="*/ 488 h 10256"/>
              <a:gd name="connsiteX0" fmla="*/ 284 w 10000"/>
              <a:gd name="connsiteY0" fmla="*/ 593 h 10361"/>
              <a:gd name="connsiteX1" fmla="*/ 1733 w 10000"/>
              <a:gd name="connsiteY1" fmla="*/ 120 h 10361"/>
              <a:gd name="connsiteX2" fmla="*/ 4349 w 10000"/>
              <a:gd name="connsiteY2" fmla="*/ 126 h 10361"/>
              <a:gd name="connsiteX3" fmla="*/ 7493 w 10000"/>
              <a:gd name="connsiteY3" fmla="*/ 82 h 10361"/>
              <a:gd name="connsiteX4" fmla="*/ 10000 w 10000"/>
              <a:gd name="connsiteY4" fmla="*/ 1361 h 10361"/>
              <a:gd name="connsiteX5" fmla="*/ 10000 w 10000"/>
              <a:gd name="connsiteY5" fmla="*/ 9361 h 10361"/>
              <a:gd name="connsiteX6" fmla="*/ 7500 w 10000"/>
              <a:gd name="connsiteY6" fmla="*/ 8361 h 10361"/>
              <a:gd name="connsiteX7" fmla="*/ 5000 w 10000"/>
              <a:gd name="connsiteY7" fmla="*/ 9361 h 10361"/>
              <a:gd name="connsiteX8" fmla="*/ 2500 w 10000"/>
              <a:gd name="connsiteY8" fmla="*/ 10361 h 10361"/>
              <a:gd name="connsiteX9" fmla="*/ 0 w 10000"/>
              <a:gd name="connsiteY9" fmla="*/ 9361 h 10361"/>
              <a:gd name="connsiteX10" fmla="*/ 284 w 10000"/>
              <a:gd name="connsiteY10" fmla="*/ 593 h 10361"/>
              <a:gd name="connsiteX0" fmla="*/ 284 w 10000"/>
              <a:gd name="connsiteY0" fmla="*/ 511 h 10279"/>
              <a:gd name="connsiteX1" fmla="*/ 1733 w 10000"/>
              <a:gd name="connsiteY1" fmla="*/ 38 h 10279"/>
              <a:gd name="connsiteX2" fmla="*/ 4349 w 10000"/>
              <a:gd name="connsiteY2" fmla="*/ 44 h 10279"/>
              <a:gd name="connsiteX3" fmla="*/ 7493 w 10000"/>
              <a:gd name="connsiteY3" fmla="*/ 0 h 10279"/>
              <a:gd name="connsiteX4" fmla="*/ 10000 w 10000"/>
              <a:gd name="connsiteY4" fmla="*/ 1279 h 10279"/>
              <a:gd name="connsiteX5" fmla="*/ 10000 w 10000"/>
              <a:gd name="connsiteY5" fmla="*/ 9279 h 10279"/>
              <a:gd name="connsiteX6" fmla="*/ 7500 w 10000"/>
              <a:gd name="connsiteY6" fmla="*/ 8279 h 10279"/>
              <a:gd name="connsiteX7" fmla="*/ 5000 w 10000"/>
              <a:gd name="connsiteY7" fmla="*/ 9279 h 10279"/>
              <a:gd name="connsiteX8" fmla="*/ 2500 w 10000"/>
              <a:gd name="connsiteY8" fmla="*/ 10279 h 10279"/>
              <a:gd name="connsiteX9" fmla="*/ 0 w 10000"/>
              <a:gd name="connsiteY9" fmla="*/ 9279 h 10279"/>
              <a:gd name="connsiteX10" fmla="*/ 284 w 10000"/>
              <a:gd name="connsiteY10" fmla="*/ 511 h 10279"/>
              <a:gd name="connsiteX0" fmla="*/ 284 w 10092"/>
              <a:gd name="connsiteY0" fmla="*/ 535 h 10303"/>
              <a:gd name="connsiteX1" fmla="*/ 1733 w 10092"/>
              <a:gd name="connsiteY1" fmla="*/ 62 h 10303"/>
              <a:gd name="connsiteX2" fmla="*/ 4349 w 10092"/>
              <a:gd name="connsiteY2" fmla="*/ 68 h 10303"/>
              <a:gd name="connsiteX3" fmla="*/ 7493 w 10092"/>
              <a:gd name="connsiteY3" fmla="*/ 24 h 10303"/>
              <a:gd name="connsiteX4" fmla="*/ 10092 w 10092"/>
              <a:gd name="connsiteY4" fmla="*/ 354 h 10303"/>
              <a:gd name="connsiteX5" fmla="*/ 10000 w 10092"/>
              <a:gd name="connsiteY5" fmla="*/ 9303 h 10303"/>
              <a:gd name="connsiteX6" fmla="*/ 7500 w 10092"/>
              <a:gd name="connsiteY6" fmla="*/ 8303 h 10303"/>
              <a:gd name="connsiteX7" fmla="*/ 5000 w 10092"/>
              <a:gd name="connsiteY7" fmla="*/ 9303 h 10303"/>
              <a:gd name="connsiteX8" fmla="*/ 2500 w 10092"/>
              <a:gd name="connsiteY8" fmla="*/ 10303 h 10303"/>
              <a:gd name="connsiteX9" fmla="*/ 0 w 10092"/>
              <a:gd name="connsiteY9" fmla="*/ 9303 h 10303"/>
              <a:gd name="connsiteX10" fmla="*/ 284 w 10092"/>
              <a:gd name="connsiteY10" fmla="*/ 535 h 10303"/>
              <a:gd name="connsiteX0" fmla="*/ 284 w 10092"/>
              <a:gd name="connsiteY0" fmla="*/ 557 h 10325"/>
              <a:gd name="connsiteX1" fmla="*/ 1733 w 10092"/>
              <a:gd name="connsiteY1" fmla="*/ 84 h 10325"/>
              <a:gd name="connsiteX2" fmla="*/ 4349 w 10092"/>
              <a:gd name="connsiteY2" fmla="*/ 90 h 10325"/>
              <a:gd name="connsiteX3" fmla="*/ 7493 w 10092"/>
              <a:gd name="connsiteY3" fmla="*/ 46 h 10325"/>
              <a:gd name="connsiteX4" fmla="*/ 10092 w 10092"/>
              <a:gd name="connsiteY4" fmla="*/ 376 h 10325"/>
              <a:gd name="connsiteX5" fmla="*/ 10000 w 10092"/>
              <a:gd name="connsiteY5" fmla="*/ 9325 h 10325"/>
              <a:gd name="connsiteX6" fmla="*/ 7500 w 10092"/>
              <a:gd name="connsiteY6" fmla="*/ 8325 h 10325"/>
              <a:gd name="connsiteX7" fmla="*/ 5000 w 10092"/>
              <a:gd name="connsiteY7" fmla="*/ 9325 h 10325"/>
              <a:gd name="connsiteX8" fmla="*/ 2500 w 10092"/>
              <a:gd name="connsiteY8" fmla="*/ 10325 h 10325"/>
              <a:gd name="connsiteX9" fmla="*/ 0 w 10092"/>
              <a:gd name="connsiteY9" fmla="*/ 9325 h 10325"/>
              <a:gd name="connsiteX10" fmla="*/ 284 w 10092"/>
              <a:gd name="connsiteY10" fmla="*/ 557 h 10325"/>
              <a:gd name="connsiteX0" fmla="*/ 284 w 10134"/>
              <a:gd name="connsiteY0" fmla="*/ 561 h 10329"/>
              <a:gd name="connsiteX1" fmla="*/ 1733 w 10134"/>
              <a:gd name="connsiteY1" fmla="*/ 88 h 10329"/>
              <a:gd name="connsiteX2" fmla="*/ 4349 w 10134"/>
              <a:gd name="connsiteY2" fmla="*/ 94 h 10329"/>
              <a:gd name="connsiteX3" fmla="*/ 7493 w 10134"/>
              <a:gd name="connsiteY3" fmla="*/ 50 h 10329"/>
              <a:gd name="connsiteX4" fmla="*/ 10134 w 10134"/>
              <a:gd name="connsiteY4" fmla="*/ 373 h 10329"/>
              <a:gd name="connsiteX5" fmla="*/ 10000 w 10134"/>
              <a:gd name="connsiteY5" fmla="*/ 9329 h 10329"/>
              <a:gd name="connsiteX6" fmla="*/ 7500 w 10134"/>
              <a:gd name="connsiteY6" fmla="*/ 8329 h 10329"/>
              <a:gd name="connsiteX7" fmla="*/ 5000 w 10134"/>
              <a:gd name="connsiteY7" fmla="*/ 9329 h 10329"/>
              <a:gd name="connsiteX8" fmla="*/ 2500 w 10134"/>
              <a:gd name="connsiteY8" fmla="*/ 10329 h 10329"/>
              <a:gd name="connsiteX9" fmla="*/ 0 w 10134"/>
              <a:gd name="connsiteY9" fmla="*/ 9329 h 10329"/>
              <a:gd name="connsiteX10" fmla="*/ 284 w 10134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402"/>
              <a:gd name="connsiteX1" fmla="*/ 1733 w 10136"/>
              <a:gd name="connsiteY1" fmla="*/ 88 h 10402"/>
              <a:gd name="connsiteX2" fmla="*/ 4349 w 10136"/>
              <a:gd name="connsiteY2" fmla="*/ 94 h 10402"/>
              <a:gd name="connsiteX3" fmla="*/ 7493 w 10136"/>
              <a:gd name="connsiteY3" fmla="*/ 50 h 10402"/>
              <a:gd name="connsiteX4" fmla="*/ 10134 w 10136"/>
              <a:gd name="connsiteY4" fmla="*/ 373 h 10402"/>
              <a:gd name="connsiteX5" fmla="*/ 10127 w 10136"/>
              <a:gd name="connsiteY5" fmla="*/ 9555 h 10402"/>
              <a:gd name="connsiteX6" fmla="*/ 9082 w 10136"/>
              <a:gd name="connsiteY6" fmla="*/ 10399 h 10402"/>
              <a:gd name="connsiteX7" fmla="*/ 5000 w 10136"/>
              <a:gd name="connsiteY7" fmla="*/ 9329 h 10402"/>
              <a:gd name="connsiteX8" fmla="*/ 2500 w 10136"/>
              <a:gd name="connsiteY8" fmla="*/ 10329 h 10402"/>
              <a:gd name="connsiteX9" fmla="*/ 0 w 10136"/>
              <a:gd name="connsiteY9" fmla="*/ 9329 h 10402"/>
              <a:gd name="connsiteX10" fmla="*/ 284 w 10136"/>
              <a:gd name="connsiteY10" fmla="*/ 561 h 10402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461"/>
              <a:gd name="connsiteX1" fmla="*/ 1733 w 10136"/>
              <a:gd name="connsiteY1" fmla="*/ 88 h 10461"/>
              <a:gd name="connsiteX2" fmla="*/ 4349 w 10136"/>
              <a:gd name="connsiteY2" fmla="*/ 94 h 10461"/>
              <a:gd name="connsiteX3" fmla="*/ 7493 w 10136"/>
              <a:gd name="connsiteY3" fmla="*/ 50 h 10461"/>
              <a:gd name="connsiteX4" fmla="*/ 10134 w 10136"/>
              <a:gd name="connsiteY4" fmla="*/ 373 h 10461"/>
              <a:gd name="connsiteX5" fmla="*/ 10127 w 10136"/>
              <a:gd name="connsiteY5" fmla="*/ 9555 h 10461"/>
              <a:gd name="connsiteX6" fmla="*/ 9082 w 10136"/>
              <a:gd name="connsiteY6" fmla="*/ 10399 h 10461"/>
              <a:gd name="connsiteX7" fmla="*/ 5219 w 10136"/>
              <a:gd name="connsiteY7" fmla="*/ 10391 h 10461"/>
              <a:gd name="connsiteX8" fmla="*/ 2500 w 10136"/>
              <a:gd name="connsiteY8" fmla="*/ 10329 h 10461"/>
              <a:gd name="connsiteX9" fmla="*/ 0 w 10136"/>
              <a:gd name="connsiteY9" fmla="*/ 9329 h 10461"/>
              <a:gd name="connsiteX10" fmla="*/ 284 w 10136"/>
              <a:gd name="connsiteY10" fmla="*/ 561 h 10461"/>
              <a:gd name="connsiteX0" fmla="*/ 284 w 10136"/>
              <a:gd name="connsiteY0" fmla="*/ 561 h 10401"/>
              <a:gd name="connsiteX1" fmla="*/ 1733 w 10136"/>
              <a:gd name="connsiteY1" fmla="*/ 88 h 10401"/>
              <a:gd name="connsiteX2" fmla="*/ 4349 w 10136"/>
              <a:gd name="connsiteY2" fmla="*/ 94 h 10401"/>
              <a:gd name="connsiteX3" fmla="*/ 7493 w 10136"/>
              <a:gd name="connsiteY3" fmla="*/ 50 h 10401"/>
              <a:gd name="connsiteX4" fmla="*/ 10134 w 10136"/>
              <a:gd name="connsiteY4" fmla="*/ 373 h 10401"/>
              <a:gd name="connsiteX5" fmla="*/ 10127 w 10136"/>
              <a:gd name="connsiteY5" fmla="*/ 9555 h 10401"/>
              <a:gd name="connsiteX6" fmla="*/ 9082 w 10136"/>
              <a:gd name="connsiteY6" fmla="*/ 10399 h 10401"/>
              <a:gd name="connsiteX7" fmla="*/ 5219 w 10136"/>
              <a:gd name="connsiteY7" fmla="*/ 10391 h 10401"/>
              <a:gd name="connsiteX8" fmla="*/ 2500 w 10136"/>
              <a:gd name="connsiteY8" fmla="*/ 10329 h 10401"/>
              <a:gd name="connsiteX9" fmla="*/ 0 w 10136"/>
              <a:gd name="connsiteY9" fmla="*/ 9329 h 10401"/>
              <a:gd name="connsiteX10" fmla="*/ 284 w 10136"/>
              <a:gd name="connsiteY10" fmla="*/ 561 h 10401"/>
              <a:gd name="connsiteX0" fmla="*/ 284 w 10136"/>
              <a:gd name="connsiteY0" fmla="*/ 561 h 10455"/>
              <a:gd name="connsiteX1" fmla="*/ 1733 w 10136"/>
              <a:gd name="connsiteY1" fmla="*/ 88 h 10455"/>
              <a:gd name="connsiteX2" fmla="*/ 4349 w 10136"/>
              <a:gd name="connsiteY2" fmla="*/ 94 h 10455"/>
              <a:gd name="connsiteX3" fmla="*/ 7493 w 10136"/>
              <a:gd name="connsiteY3" fmla="*/ 50 h 10455"/>
              <a:gd name="connsiteX4" fmla="*/ 10134 w 10136"/>
              <a:gd name="connsiteY4" fmla="*/ 373 h 10455"/>
              <a:gd name="connsiteX5" fmla="*/ 10127 w 10136"/>
              <a:gd name="connsiteY5" fmla="*/ 9555 h 10455"/>
              <a:gd name="connsiteX6" fmla="*/ 9082 w 10136"/>
              <a:gd name="connsiteY6" fmla="*/ 10399 h 10455"/>
              <a:gd name="connsiteX7" fmla="*/ 5219 w 10136"/>
              <a:gd name="connsiteY7" fmla="*/ 10391 h 10455"/>
              <a:gd name="connsiteX8" fmla="*/ 2465 w 10136"/>
              <a:gd name="connsiteY8" fmla="*/ 10455 h 10455"/>
              <a:gd name="connsiteX9" fmla="*/ 0 w 10136"/>
              <a:gd name="connsiteY9" fmla="*/ 9329 h 10455"/>
              <a:gd name="connsiteX10" fmla="*/ 284 w 10136"/>
              <a:gd name="connsiteY10" fmla="*/ 561 h 10455"/>
              <a:gd name="connsiteX0" fmla="*/ 242 w 10094"/>
              <a:gd name="connsiteY0" fmla="*/ 561 h 10483"/>
              <a:gd name="connsiteX1" fmla="*/ 1691 w 10094"/>
              <a:gd name="connsiteY1" fmla="*/ 88 h 10483"/>
              <a:gd name="connsiteX2" fmla="*/ 4307 w 10094"/>
              <a:gd name="connsiteY2" fmla="*/ 94 h 10483"/>
              <a:gd name="connsiteX3" fmla="*/ 7451 w 10094"/>
              <a:gd name="connsiteY3" fmla="*/ 50 h 10483"/>
              <a:gd name="connsiteX4" fmla="*/ 10092 w 10094"/>
              <a:gd name="connsiteY4" fmla="*/ 373 h 10483"/>
              <a:gd name="connsiteX5" fmla="*/ 10085 w 10094"/>
              <a:gd name="connsiteY5" fmla="*/ 9555 h 10483"/>
              <a:gd name="connsiteX6" fmla="*/ 9040 w 10094"/>
              <a:gd name="connsiteY6" fmla="*/ 10399 h 10483"/>
              <a:gd name="connsiteX7" fmla="*/ 5177 w 10094"/>
              <a:gd name="connsiteY7" fmla="*/ 10391 h 10483"/>
              <a:gd name="connsiteX8" fmla="*/ 2423 w 10094"/>
              <a:gd name="connsiteY8" fmla="*/ 10455 h 10483"/>
              <a:gd name="connsiteX9" fmla="*/ 0 w 10094"/>
              <a:gd name="connsiteY9" fmla="*/ 10085 h 10483"/>
              <a:gd name="connsiteX10" fmla="*/ 242 w 10094"/>
              <a:gd name="connsiteY10" fmla="*/ 561 h 10483"/>
              <a:gd name="connsiteX0" fmla="*/ 242 w 10094"/>
              <a:gd name="connsiteY0" fmla="*/ 561 h 10455"/>
              <a:gd name="connsiteX1" fmla="*/ 1691 w 10094"/>
              <a:gd name="connsiteY1" fmla="*/ 88 h 10455"/>
              <a:gd name="connsiteX2" fmla="*/ 4307 w 10094"/>
              <a:gd name="connsiteY2" fmla="*/ 94 h 10455"/>
              <a:gd name="connsiteX3" fmla="*/ 7451 w 10094"/>
              <a:gd name="connsiteY3" fmla="*/ 50 h 10455"/>
              <a:gd name="connsiteX4" fmla="*/ 10092 w 10094"/>
              <a:gd name="connsiteY4" fmla="*/ 373 h 10455"/>
              <a:gd name="connsiteX5" fmla="*/ 10085 w 10094"/>
              <a:gd name="connsiteY5" fmla="*/ 9555 h 10455"/>
              <a:gd name="connsiteX6" fmla="*/ 9040 w 10094"/>
              <a:gd name="connsiteY6" fmla="*/ 10399 h 10455"/>
              <a:gd name="connsiteX7" fmla="*/ 5177 w 10094"/>
              <a:gd name="connsiteY7" fmla="*/ 10391 h 10455"/>
              <a:gd name="connsiteX8" fmla="*/ 2423 w 10094"/>
              <a:gd name="connsiteY8" fmla="*/ 10455 h 10455"/>
              <a:gd name="connsiteX9" fmla="*/ 0 w 10094"/>
              <a:gd name="connsiteY9" fmla="*/ 10085 h 10455"/>
              <a:gd name="connsiteX10" fmla="*/ 242 w 10094"/>
              <a:gd name="connsiteY10" fmla="*/ 561 h 10455"/>
              <a:gd name="connsiteX0" fmla="*/ 15 w 9867"/>
              <a:gd name="connsiteY0" fmla="*/ 561 h 10550"/>
              <a:gd name="connsiteX1" fmla="*/ 1464 w 9867"/>
              <a:gd name="connsiteY1" fmla="*/ 88 h 10550"/>
              <a:gd name="connsiteX2" fmla="*/ 4080 w 9867"/>
              <a:gd name="connsiteY2" fmla="*/ 94 h 10550"/>
              <a:gd name="connsiteX3" fmla="*/ 7224 w 9867"/>
              <a:gd name="connsiteY3" fmla="*/ 50 h 10550"/>
              <a:gd name="connsiteX4" fmla="*/ 9865 w 9867"/>
              <a:gd name="connsiteY4" fmla="*/ 373 h 10550"/>
              <a:gd name="connsiteX5" fmla="*/ 9858 w 9867"/>
              <a:gd name="connsiteY5" fmla="*/ 9555 h 10550"/>
              <a:gd name="connsiteX6" fmla="*/ 8813 w 9867"/>
              <a:gd name="connsiteY6" fmla="*/ 10399 h 10550"/>
              <a:gd name="connsiteX7" fmla="*/ 4950 w 9867"/>
              <a:gd name="connsiteY7" fmla="*/ 10391 h 10550"/>
              <a:gd name="connsiteX8" fmla="*/ 2196 w 9867"/>
              <a:gd name="connsiteY8" fmla="*/ 10455 h 10550"/>
              <a:gd name="connsiteX9" fmla="*/ 225 w 9867"/>
              <a:gd name="connsiteY9" fmla="*/ 10423 h 10550"/>
              <a:gd name="connsiteX10" fmla="*/ 15 w 9867"/>
              <a:gd name="connsiteY10" fmla="*/ 561 h 10550"/>
              <a:gd name="connsiteX0" fmla="*/ 15 w 10000"/>
              <a:gd name="connsiteY0" fmla="*/ 532 h 10000"/>
              <a:gd name="connsiteX1" fmla="*/ 1484 w 10000"/>
              <a:gd name="connsiteY1" fmla="*/ 83 h 10000"/>
              <a:gd name="connsiteX2" fmla="*/ 4135 w 10000"/>
              <a:gd name="connsiteY2" fmla="*/ 89 h 10000"/>
              <a:gd name="connsiteX3" fmla="*/ 7321 w 10000"/>
              <a:gd name="connsiteY3" fmla="*/ 47 h 10000"/>
              <a:gd name="connsiteX4" fmla="*/ 9998 w 10000"/>
              <a:gd name="connsiteY4" fmla="*/ 354 h 10000"/>
              <a:gd name="connsiteX5" fmla="*/ 9991 w 10000"/>
              <a:gd name="connsiteY5" fmla="*/ 9057 h 10000"/>
              <a:gd name="connsiteX6" fmla="*/ 8932 w 10000"/>
              <a:gd name="connsiteY6" fmla="*/ 9857 h 10000"/>
              <a:gd name="connsiteX7" fmla="*/ 5017 w 10000"/>
              <a:gd name="connsiteY7" fmla="*/ 9849 h 10000"/>
              <a:gd name="connsiteX8" fmla="*/ 2226 w 10000"/>
              <a:gd name="connsiteY8" fmla="*/ 9910 h 10000"/>
              <a:gd name="connsiteX9" fmla="*/ 228 w 10000"/>
              <a:gd name="connsiteY9" fmla="*/ 9880 h 10000"/>
              <a:gd name="connsiteX10" fmla="*/ 15 w 10000"/>
              <a:gd name="connsiteY10" fmla="*/ 532 h 10000"/>
              <a:gd name="connsiteX0" fmla="*/ 19 w 10004"/>
              <a:gd name="connsiteY0" fmla="*/ 532 h 10005"/>
              <a:gd name="connsiteX1" fmla="*/ 1488 w 10004"/>
              <a:gd name="connsiteY1" fmla="*/ 83 h 10005"/>
              <a:gd name="connsiteX2" fmla="*/ 4139 w 10004"/>
              <a:gd name="connsiteY2" fmla="*/ 89 h 10005"/>
              <a:gd name="connsiteX3" fmla="*/ 7325 w 10004"/>
              <a:gd name="connsiteY3" fmla="*/ 47 h 10005"/>
              <a:gd name="connsiteX4" fmla="*/ 10002 w 10004"/>
              <a:gd name="connsiteY4" fmla="*/ 354 h 10005"/>
              <a:gd name="connsiteX5" fmla="*/ 9995 w 10004"/>
              <a:gd name="connsiteY5" fmla="*/ 9057 h 10005"/>
              <a:gd name="connsiteX6" fmla="*/ 8936 w 10004"/>
              <a:gd name="connsiteY6" fmla="*/ 9857 h 10005"/>
              <a:gd name="connsiteX7" fmla="*/ 5021 w 10004"/>
              <a:gd name="connsiteY7" fmla="*/ 9849 h 10005"/>
              <a:gd name="connsiteX8" fmla="*/ 2230 w 10004"/>
              <a:gd name="connsiteY8" fmla="*/ 9910 h 10005"/>
              <a:gd name="connsiteX9" fmla="*/ 125 w 10004"/>
              <a:gd name="connsiteY9" fmla="*/ 9886 h 10005"/>
              <a:gd name="connsiteX10" fmla="*/ 19 w 10004"/>
              <a:gd name="connsiteY10" fmla="*/ 532 h 10005"/>
              <a:gd name="connsiteX0" fmla="*/ 53 w 10038"/>
              <a:gd name="connsiteY0" fmla="*/ 532 h 10005"/>
              <a:gd name="connsiteX1" fmla="*/ 1522 w 10038"/>
              <a:gd name="connsiteY1" fmla="*/ 83 h 10005"/>
              <a:gd name="connsiteX2" fmla="*/ 4173 w 10038"/>
              <a:gd name="connsiteY2" fmla="*/ 89 h 10005"/>
              <a:gd name="connsiteX3" fmla="*/ 7359 w 10038"/>
              <a:gd name="connsiteY3" fmla="*/ 47 h 10005"/>
              <a:gd name="connsiteX4" fmla="*/ 10036 w 10038"/>
              <a:gd name="connsiteY4" fmla="*/ 354 h 10005"/>
              <a:gd name="connsiteX5" fmla="*/ 10029 w 10038"/>
              <a:gd name="connsiteY5" fmla="*/ 9057 h 10005"/>
              <a:gd name="connsiteX6" fmla="*/ 8970 w 10038"/>
              <a:gd name="connsiteY6" fmla="*/ 9857 h 10005"/>
              <a:gd name="connsiteX7" fmla="*/ 5055 w 10038"/>
              <a:gd name="connsiteY7" fmla="*/ 9849 h 10005"/>
              <a:gd name="connsiteX8" fmla="*/ 2264 w 10038"/>
              <a:gd name="connsiteY8" fmla="*/ 9910 h 10005"/>
              <a:gd name="connsiteX9" fmla="*/ 159 w 10038"/>
              <a:gd name="connsiteY9" fmla="*/ 9886 h 10005"/>
              <a:gd name="connsiteX10" fmla="*/ 53 w 10038"/>
              <a:gd name="connsiteY10" fmla="*/ 532 h 10005"/>
              <a:gd name="connsiteX0" fmla="*/ 294 w 10279"/>
              <a:gd name="connsiteY0" fmla="*/ 532 h 10023"/>
              <a:gd name="connsiteX1" fmla="*/ 1763 w 10279"/>
              <a:gd name="connsiteY1" fmla="*/ 83 h 10023"/>
              <a:gd name="connsiteX2" fmla="*/ 4414 w 10279"/>
              <a:gd name="connsiteY2" fmla="*/ 89 h 10023"/>
              <a:gd name="connsiteX3" fmla="*/ 7600 w 10279"/>
              <a:gd name="connsiteY3" fmla="*/ 47 h 10023"/>
              <a:gd name="connsiteX4" fmla="*/ 10277 w 10279"/>
              <a:gd name="connsiteY4" fmla="*/ 354 h 10023"/>
              <a:gd name="connsiteX5" fmla="*/ 10270 w 10279"/>
              <a:gd name="connsiteY5" fmla="*/ 9057 h 10023"/>
              <a:gd name="connsiteX6" fmla="*/ 9211 w 10279"/>
              <a:gd name="connsiteY6" fmla="*/ 9857 h 10023"/>
              <a:gd name="connsiteX7" fmla="*/ 5296 w 10279"/>
              <a:gd name="connsiteY7" fmla="*/ 9849 h 10023"/>
              <a:gd name="connsiteX8" fmla="*/ 2505 w 10279"/>
              <a:gd name="connsiteY8" fmla="*/ 9910 h 10023"/>
              <a:gd name="connsiteX9" fmla="*/ 400 w 10279"/>
              <a:gd name="connsiteY9" fmla="*/ 9886 h 10023"/>
              <a:gd name="connsiteX10" fmla="*/ 2 w 10279"/>
              <a:gd name="connsiteY10" fmla="*/ 9047 h 10023"/>
              <a:gd name="connsiteX11" fmla="*/ 294 w 10279"/>
              <a:gd name="connsiteY11" fmla="*/ 532 h 10023"/>
              <a:gd name="connsiteX0" fmla="*/ 294 w 10279"/>
              <a:gd name="connsiteY0" fmla="*/ 532 h 9926"/>
              <a:gd name="connsiteX1" fmla="*/ 1763 w 10279"/>
              <a:gd name="connsiteY1" fmla="*/ 83 h 9926"/>
              <a:gd name="connsiteX2" fmla="*/ 4414 w 10279"/>
              <a:gd name="connsiteY2" fmla="*/ 89 h 9926"/>
              <a:gd name="connsiteX3" fmla="*/ 7600 w 10279"/>
              <a:gd name="connsiteY3" fmla="*/ 47 h 9926"/>
              <a:gd name="connsiteX4" fmla="*/ 10277 w 10279"/>
              <a:gd name="connsiteY4" fmla="*/ 354 h 9926"/>
              <a:gd name="connsiteX5" fmla="*/ 10270 w 10279"/>
              <a:gd name="connsiteY5" fmla="*/ 9057 h 9926"/>
              <a:gd name="connsiteX6" fmla="*/ 9211 w 10279"/>
              <a:gd name="connsiteY6" fmla="*/ 9857 h 9926"/>
              <a:gd name="connsiteX7" fmla="*/ 5296 w 10279"/>
              <a:gd name="connsiteY7" fmla="*/ 9849 h 9926"/>
              <a:gd name="connsiteX8" fmla="*/ 2505 w 10279"/>
              <a:gd name="connsiteY8" fmla="*/ 9910 h 9926"/>
              <a:gd name="connsiteX9" fmla="*/ 400 w 10279"/>
              <a:gd name="connsiteY9" fmla="*/ 9886 h 9926"/>
              <a:gd name="connsiteX10" fmla="*/ 2 w 10279"/>
              <a:gd name="connsiteY10" fmla="*/ 9047 h 9926"/>
              <a:gd name="connsiteX11" fmla="*/ 294 w 10279"/>
              <a:gd name="connsiteY11" fmla="*/ 532 h 9926"/>
              <a:gd name="connsiteX0" fmla="*/ 439 w 10153"/>
              <a:gd name="connsiteY0" fmla="*/ 536 h 10005"/>
              <a:gd name="connsiteX1" fmla="*/ 1868 w 10153"/>
              <a:gd name="connsiteY1" fmla="*/ 84 h 10005"/>
              <a:gd name="connsiteX2" fmla="*/ 4447 w 10153"/>
              <a:gd name="connsiteY2" fmla="*/ 90 h 10005"/>
              <a:gd name="connsiteX3" fmla="*/ 7547 w 10153"/>
              <a:gd name="connsiteY3" fmla="*/ 47 h 10005"/>
              <a:gd name="connsiteX4" fmla="*/ 10151 w 10153"/>
              <a:gd name="connsiteY4" fmla="*/ 357 h 10005"/>
              <a:gd name="connsiteX5" fmla="*/ 10144 w 10153"/>
              <a:gd name="connsiteY5" fmla="*/ 9125 h 10005"/>
              <a:gd name="connsiteX6" fmla="*/ 9114 w 10153"/>
              <a:gd name="connsiteY6" fmla="*/ 9930 h 10005"/>
              <a:gd name="connsiteX7" fmla="*/ 5305 w 10153"/>
              <a:gd name="connsiteY7" fmla="*/ 9922 h 10005"/>
              <a:gd name="connsiteX8" fmla="*/ 2590 w 10153"/>
              <a:gd name="connsiteY8" fmla="*/ 9984 h 10005"/>
              <a:gd name="connsiteX9" fmla="*/ 542 w 10153"/>
              <a:gd name="connsiteY9" fmla="*/ 9960 h 10005"/>
              <a:gd name="connsiteX10" fmla="*/ 15 w 10153"/>
              <a:gd name="connsiteY10" fmla="*/ 9602 h 10005"/>
              <a:gd name="connsiteX11" fmla="*/ 155 w 10153"/>
              <a:gd name="connsiteY11" fmla="*/ 9114 h 10005"/>
              <a:gd name="connsiteX12" fmla="*/ 439 w 10153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80"/>
              <a:gd name="connsiteX1" fmla="*/ 1853 w 10138"/>
              <a:gd name="connsiteY1" fmla="*/ 84 h 10080"/>
              <a:gd name="connsiteX2" fmla="*/ 4432 w 10138"/>
              <a:gd name="connsiteY2" fmla="*/ 90 h 10080"/>
              <a:gd name="connsiteX3" fmla="*/ 7532 w 10138"/>
              <a:gd name="connsiteY3" fmla="*/ 47 h 10080"/>
              <a:gd name="connsiteX4" fmla="*/ 10136 w 10138"/>
              <a:gd name="connsiteY4" fmla="*/ 357 h 10080"/>
              <a:gd name="connsiteX5" fmla="*/ 10129 w 10138"/>
              <a:gd name="connsiteY5" fmla="*/ 9125 h 10080"/>
              <a:gd name="connsiteX6" fmla="*/ 9099 w 10138"/>
              <a:gd name="connsiteY6" fmla="*/ 9930 h 10080"/>
              <a:gd name="connsiteX7" fmla="*/ 5290 w 10138"/>
              <a:gd name="connsiteY7" fmla="*/ 9922 h 10080"/>
              <a:gd name="connsiteX8" fmla="*/ 2575 w 10138"/>
              <a:gd name="connsiteY8" fmla="*/ 9984 h 10080"/>
              <a:gd name="connsiteX9" fmla="*/ 771 w 10138"/>
              <a:gd name="connsiteY9" fmla="*/ 10055 h 10080"/>
              <a:gd name="connsiteX10" fmla="*/ 0 w 10138"/>
              <a:gd name="connsiteY10" fmla="*/ 9602 h 10080"/>
              <a:gd name="connsiteX11" fmla="*/ 140 w 10138"/>
              <a:gd name="connsiteY11" fmla="*/ 9114 h 10080"/>
              <a:gd name="connsiteX12" fmla="*/ 424 w 1013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1 w 10097"/>
              <a:gd name="connsiteY10" fmla="*/ 96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34 w 10048"/>
              <a:gd name="connsiteY0" fmla="*/ 536 h 10080"/>
              <a:gd name="connsiteX1" fmla="*/ 1763 w 10048"/>
              <a:gd name="connsiteY1" fmla="*/ 84 h 10080"/>
              <a:gd name="connsiteX2" fmla="*/ 4342 w 10048"/>
              <a:gd name="connsiteY2" fmla="*/ 90 h 10080"/>
              <a:gd name="connsiteX3" fmla="*/ 7442 w 10048"/>
              <a:gd name="connsiteY3" fmla="*/ 47 h 10080"/>
              <a:gd name="connsiteX4" fmla="*/ 10046 w 10048"/>
              <a:gd name="connsiteY4" fmla="*/ 357 h 10080"/>
              <a:gd name="connsiteX5" fmla="*/ 10039 w 10048"/>
              <a:gd name="connsiteY5" fmla="*/ 9125 h 10080"/>
              <a:gd name="connsiteX6" fmla="*/ 9009 w 10048"/>
              <a:gd name="connsiteY6" fmla="*/ 9930 h 10080"/>
              <a:gd name="connsiteX7" fmla="*/ 5200 w 10048"/>
              <a:gd name="connsiteY7" fmla="*/ 9922 h 10080"/>
              <a:gd name="connsiteX8" fmla="*/ 2485 w 10048"/>
              <a:gd name="connsiteY8" fmla="*/ 9984 h 10080"/>
              <a:gd name="connsiteX9" fmla="*/ 681 w 10048"/>
              <a:gd name="connsiteY9" fmla="*/ 10055 h 10080"/>
              <a:gd name="connsiteX10" fmla="*/ 29 w 10048"/>
              <a:gd name="connsiteY10" fmla="*/ 9741 h 10080"/>
              <a:gd name="connsiteX11" fmla="*/ 50 w 10048"/>
              <a:gd name="connsiteY11" fmla="*/ 9114 h 10080"/>
              <a:gd name="connsiteX12" fmla="*/ 334 w 10048"/>
              <a:gd name="connsiteY12" fmla="*/ 536 h 10080"/>
              <a:gd name="connsiteX0" fmla="*/ 317 w 10031"/>
              <a:gd name="connsiteY0" fmla="*/ 536 h 10080"/>
              <a:gd name="connsiteX1" fmla="*/ 1746 w 10031"/>
              <a:gd name="connsiteY1" fmla="*/ 84 h 10080"/>
              <a:gd name="connsiteX2" fmla="*/ 4325 w 10031"/>
              <a:gd name="connsiteY2" fmla="*/ 90 h 10080"/>
              <a:gd name="connsiteX3" fmla="*/ 7425 w 10031"/>
              <a:gd name="connsiteY3" fmla="*/ 47 h 10080"/>
              <a:gd name="connsiteX4" fmla="*/ 10029 w 10031"/>
              <a:gd name="connsiteY4" fmla="*/ 357 h 10080"/>
              <a:gd name="connsiteX5" fmla="*/ 10022 w 10031"/>
              <a:gd name="connsiteY5" fmla="*/ 9125 h 10080"/>
              <a:gd name="connsiteX6" fmla="*/ 8992 w 10031"/>
              <a:gd name="connsiteY6" fmla="*/ 9930 h 10080"/>
              <a:gd name="connsiteX7" fmla="*/ 5183 w 10031"/>
              <a:gd name="connsiteY7" fmla="*/ 9922 h 10080"/>
              <a:gd name="connsiteX8" fmla="*/ 2468 w 10031"/>
              <a:gd name="connsiteY8" fmla="*/ 9984 h 10080"/>
              <a:gd name="connsiteX9" fmla="*/ 664 w 10031"/>
              <a:gd name="connsiteY9" fmla="*/ 10055 h 10080"/>
              <a:gd name="connsiteX10" fmla="*/ 82 w 10031"/>
              <a:gd name="connsiteY10" fmla="*/ 9652 h 10080"/>
              <a:gd name="connsiteX11" fmla="*/ 33 w 10031"/>
              <a:gd name="connsiteY11" fmla="*/ 9114 h 10080"/>
              <a:gd name="connsiteX12" fmla="*/ 317 w 10031"/>
              <a:gd name="connsiteY12" fmla="*/ 536 h 10080"/>
              <a:gd name="connsiteX0" fmla="*/ 329 w 10043"/>
              <a:gd name="connsiteY0" fmla="*/ 536 h 10080"/>
              <a:gd name="connsiteX1" fmla="*/ 1758 w 10043"/>
              <a:gd name="connsiteY1" fmla="*/ 84 h 10080"/>
              <a:gd name="connsiteX2" fmla="*/ 4337 w 10043"/>
              <a:gd name="connsiteY2" fmla="*/ 90 h 10080"/>
              <a:gd name="connsiteX3" fmla="*/ 7437 w 10043"/>
              <a:gd name="connsiteY3" fmla="*/ 47 h 10080"/>
              <a:gd name="connsiteX4" fmla="*/ 10041 w 10043"/>
              <a:gd name="connsiteY4" fmla="*/ 357 h 10080"/>
              <a:gd name="connsiteX5" fmla="*/ 10034 w 10043"/>
              <a:gd name="connsiteY5" fmla="*/ 9125 h 10080"/>
              <a:gd name="connsiteX6" fmla="*/ 9004 w 10043"/>
              <a:gd name="connsiteY6" fmla="*/ 9930 h 10080"/>
              <a:gd name="connsiteX7" fmla="*/ 5195 w 10043"/>
              <a:gd name="connsiteY7" fmla="*/ 9922 h 10080"/>
              <a:gd name="connsiteX8" fmla="*/ 2480 w 10043"/>
              <a:gd name="connsiteY8" fmla="*/ 9984 h 10080"/>
              <a:gd name="connsiteX9" fmla="*/ 676 w 10043"/>
              <a:gd name="connsiteY9" fmla="*/ 10055 h 10080"/>
              <a:gd name="connsiteX10" fmla="*/ 94 w 10043"/>
              <a:gd name="connsiteY10" fmla="*/ 9652 h 10080"/>
              <a:gd name="connsiteX11" fmla="*/ 45 w 10043"/>
              <a:gd name="connsiteY11" fmla="*/ 9114 h 10080"/>
              <a:gd name="connsiteX12" fmla="*/ 329 w 10043"/>
              <a:gd name="connsiteY12" fmla="*/ 536 h 10080"/>
              <a:gd name="connsiteX0" fmla="*/ 354 w 10068"/>
              <a:gd name="connsiteY0" fmla="*/ 536 h 10080"/>
              <a:gd name="connsiteX1" fmla="*/ 1783 w 10068"/>
              <a:gd name="connsiteY1" fmla="*/ 84 h 10080"/>
              <a:gd name="connsiteX2" fmla="*/ 4362 w 10068"/>
              <a:gd name="connsiteY2" fmla="*/ 90 h 10080"/>
              <a:gd name="connsiteX3" fmla="*/ 7462 w 10068"/>
              <a:gd name="connsiteY3" fmla="*/ 47 h 10080"/>
              <a:gd name="connsiteX4" fmla="*/ 10066 w 10068"/>
              <a:gd name="connsiteY4" fmla="*/ 357 h 10080"/>
              <a:gd name="connsiteX5" fmla="*/ 10059 w 10068"/>
              <a:gd name="connsiteY5" fmla="*/ 9125 h 10080"/>
              <a:gd name="connsiteX6" fmla="*/ 9029 w 10068"/>
              <a:gd name="connsiteY6" fmla="*/ 9930 h 10080"/>
              <a:gd name="connsiteX7" fmla="*/ 5220 w 10068"/>
              <a:gd name="connsiteY7" fmla="*/ 9922 h 10080"/>
              <a:gd name="connsiteX8" fmla="*/ 2505 w 10068"/>
              <a:gd name="connsiteY8" fmla="*/ 9984 h 10080"/>
              <a:gd name="connsiteX9" fmla="*/ 701 w 10068"/>
              <a:gd name="connsiteY9" fmla="*/ 10055 h 10080"/>
              <a:gd name="connsiteX10" fmla="*/ 54 w 10068"/>
              <a:gd name="connsiteY10" fmla="*/ 9740 h 10080"/>
              <a:gd name="connsiteX11" fmla="*/ 70 w 10068"/>
              <a:gd name="connsiteY11" fmla="*/ 9114 h 10080"/>
              <a:gd name="connsiteX12" fmla="*/ 354 w 1006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04 w 10095"/>
              <a:gd name="connsiteY6" fmla="*/ 9802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264"/>
              <a:gd name="connsiteY0" fmla="*/ 505 h 10057"/>
              <a:gd name="connsiteX1" fmla="*/ 1812 w 10264"/>
              <a:gd name="connsiteY1" fmla="*/ 53 h 10057"/>
              <a:gd name="connsiteX2" fmla="*/ 4391 w 10264"/>
              <a:gd name="connsiteY2" fmla="*/ 59 h 10057"/>
              <a:gd name="connsiteX3" fmla="*/ 7491 w 10264"/>
              <a:gd name="connsiteY3" fmla="*/ 16 h 10057"/>
              <a:gd name="connsiteX4" fmla="*/ 10095 w 10264"/>
              <a:gd name="connsiteY4" fmla="*/ 326 h 10057"/>
              <a:gd name="connsiteX5" fmla="*/ 9987 w 10264"/>
              <a:gd name="connsiteY5" fmla="*/ 3016 h 10057"/>
              <a:gd name="connsiteX6" fmla="*/ 9942 w 10264"/>
              <a:gd name="connsiteY6" fmla="*/ 9094 h 10057"/>
              <a:gd name="connsiteX7" fmla="*/ 9831 w 10264"/>
              <a:gd name="connsiteY7" fmla="*/ 9683 h 10057"/>
              <a:gd name="connsiteX8" fmla="*/ 9058 w 10264"/>
              <a:gd name="connsiteY8" fmla="*/ 9899 h 10057"/>
              <a:gd name="connsiteX9" fmla="*/ 5249 w 10264"/>
              <a:gd name="connsiteY9" fmla="*/ 9891 h 10057"/>
              <a:gd name="connsiteX10" fmla="*/ 2534 w 10264"/>
              <a:gd name="connsiteY10" fmla="*/ 9953 h 10057"/>
              <a:gd name="connsiteX11" fmla="*/ 730 w 10264"/>
              <a:gd name="connsiteY11" fmla="*/ 10024 h 10057"/>
              <a:gd name="connsiteX12" fmla="*/ 83 w 10264"/>
              <a:gd name="connsiteY12" fmla="*/ 9709 h 10057"/>
              <a:gd name="connsiteX13" fmla="*/ 99 w 10264"/>
              <a:gd name="connsiteY13" fmla="*/ 9083 h 10057"/>
              <a:gd name="connsiteX14" fmla="*/ 383 w 10264"/>
              <a:gd name="connsiteY14" fmla="*/ 505 h 10057"/>
              <a:gd name="connsiteX0" fmla="*/ 383 w 10148"/>
              <a:gd name="connsiteY0" fmla="*/ 557 h 10109"/>
              <a:gd name="connsiteX1" fmla="*/ 1812 w 10148"/>
              <a:gd name="connsiteY1" fmla="*/ 105 h 10109"/>
              <a:gd name="connsiteX2" fmla="*/ 4391 w 10148"/>
              <a:gd name="connsiteY2" fmla="*/ 111 h 10109"/>
              <a:gd name="connsiteX3" fmla="*/ 7491 w 10148"/>
              <a:gd name="connsiteY3" fmla="*/ 68 h 10109"/>
              <a:gd name="connsiteX4" fmla="*/ 9939 w 10148"/>
              <a:gd name="connsiteY4" fmla="*/ 285 h 10109"/>
              <a:gd name="connsiteX5" fmla="*/ 9987 w 10148"/>
              <a:gd name="connsiteY5" fmla="*/ 3068 h 10109"/>
              <a:gd name="connsiteX6" fmla="*/ 9942 w 10148"/>
              <a:gd name="connsiteY6" fmla="*/ 9146 h 10109"/>
              <a:gd name="connsiteX7" fmla="*/ 9831 w 10148"/>
              <a:gd name="connsiteY7" fmla="*/ 9735 h 10109"/>
              <a:gd name="connsiteX8" fmla="*/ 9058 w 10148"/>
              <a:gd name="connsiteY8" fmla="*/ 9951 h 10109"/>
              <a:gd name="connsiteX9" fmla="*/ 5249 w 10148"/>
              <a:gd name="connsiteY9" fmla="*/ 9943 h 10109"/>
              <a:gd name="connsiteX10" fmla="*/ 2534 w 10148"/>
              <a:gd name="connsiteY10" fmla="*/ 10005 h 10109"/>
              <a:gd name="connsiteX11" fmla="*/ 730 w 10148"/>
              <a:gd name="connsiteY11" fmla="*/ 10076 h 10109"/>
              <a:gd name="connsiteX12" fmla="*/ 83 w 10148"/>
              <a:gd name="connsiteY12" fmla="*/ 9761 h 10109"/>
              <a:gd name="connsiteX13" fmla="*/ 99 w 10148"/>
              <a:gd name="connsiteY13" fmla="*/ 9135 h 10109"/>
              <a:gd name="connsiteX14" fmla="*/ 383 w 10148"/>
              <a:gd name="connsiteY14" fmla="*/ 557 h 10109"/>
              <a:gd name="connsiteX0" fmla="*/ 383 w 10023"/>
              <a:gd name="connsiteY0" fmla="*/ 557 h 10109"/>
              <a:gd name="connsiteX1" fmla="*/ 1812 w 10023"/>
              <a:gd name="connsiteY1" fmla="*/ 105 h 10109"/>
              <a:gd name="connsiteX2" fmla="*/ 4391 w 10023"/>
              <a:gd name="connsiteY2" fmla="*/ 111 h 10109"/>
              <a:gd name="connsiteX3" fmla="*/ 7491 w 10023"/>
              <a:gd name="connsiteY3" fmla="*/ 68 h 10109"/>
              <a:gd name="connsiteX4" fmla="*/ 9939 w 10023"/>
              <a:gd name="connsiteY4" fmla="*/ 285 h 10109"/>
              <a:gd name="connsiteX5" fmla="*/ 9987 w 10023"/>
              <a:gd name="connsiteY5" fmla="*/ 3068 h 10109"/>
              <a:gd name="connsiteX6" fmla="*/ 9942 w 10023"/>
              <a:gd name="connsiteY6" fmla="*/ 9146 h 10109"/>
              <a:gd name="connsiteX7" fmla="*/ 9831 w 10023"/>
              <a:gd name="connsiteY7" fmla="*/ 9735 h 10109"/>
              <a:gd name="connsiteX8" fmla="*/ 9058 w 10023"/>
              <a:gd name="connsiteY8" fmla="*/ 9951 h 10109"/>
              <a:gd name="connsiteX9" fmla="*/ 5249 w 10023"/>
              <a:gd name="connsiteY9" fmla="*/ 9943 h 10109"/>
              <a:gd name="connsiteX10" fmla="*/ 2534 w 10023"/>
              <a:gd name="connsiteY10" fmla="*/ 10005 h 10109"/>
              <a:gd name="connsiteX11" fmla="*/ 730 w 10023"/>
              <a:gd name="connsiteY11" fmla="*/ 10076 h 10109"/>
              <a:gd name="connsiteX12" fmla="*/ 83 w 10023"/>
              <a:gd name="connsiteY12" fmla="*/ 9761 h 10109"/>
              <a:gd name="connsiteX13" fmla="*/ 99 w 10023"/>
              <a:gd name="connsiteY13" fmla="*/ 9135 h 10109"/>
              <a:gd name="connsiteX14" fmla="*/ 383 w 10023"/>
              <a:gd name="connsiteY14" fmla="*/ 557 h 10109"/>
              <a:gd name="connsiteX0" fmla="*/ 383 w 10006"/>
              <a:gd name="connsiteY0" fmla="*/ 557 h 10109"/>
              <a:gd name="connsiteX1" fmla="*/ 1812 w 10006"/>
              <a:gd name="connsiteY1" fmla="*/ 105 h 10109"/>
              <a:gd name="connsiteX2" fmla="*/ 4391 w 10006"/>
              <a:gd name="connsiteY2" fmla="*/ 111 h 10109"/>
              <a:gd name="connsiteX3" fmla="*/ 7491 w 10006"/>
              <a:gd name="connsiteY3" fmla="*/ 68 h 10109"/>
              <a:gd name="connsiteX4" fmla="*/ 9939 w 10006"/>
              <a:gd name="connsiteY4" fmla="*/ 285 h 10109"/>
              <a:gd name="connsiteX5" fmla="*/ 9987 w 10006"/>
              <a:gd name="connsiteY5" fmla="*/ 3068 h 10109"/>
              <a:gd name="connsiteX6" fmla="*/ 9942 w 10006"/>
              <a:gd name="connsiteY6" fmla="*/ 9146 h 10109"/>
              <a:gd name="connsiteX7" fmla="*/ 9831 w 10006"/>
              <a:gd name="connsiteY7" fmla="*/ 9735 h 10109"/>
              <a:gd name="connsiteX8" fmla="*/ 9058 w 10006"/>
              <a:gd name="connsiteY8" fmla="*/ 9951 h 10109"/>
              <a:gd name="connsiteX9" fmla="*/ 5249 w 10006"/>
              <a:gd name="connsiteY9" fmla="*/ 9943 h 10109"/>
              <a:gd name="connsiteX10" fmla="*/ 2534 w 10006"/>
              <a:gd name="connsiteY10" fmla="*/ 10005 h 10109"/>
              <a:gd name="connsiteX11" fmla="*/ 730 w 10006"/>
              <a:gd name="connsiteY11" fmla="*/ 10076 h 10109"/>
              <a:gd name="connsiteX12" fmla="*/ 83 w 10006"/>
              <a:gd name="connsiteY12" fmla="*/ 9761 h 10109"/>
              <a:gd name="connsiteX13" fmla="*/ 99 w 10006"/>
              <a:gd name="connsiteY13" fmla="*/ 9135 h 10109"/>
              <a:gd name="connsiteX14" fmla="*/ 383 w 10006"/>
              <a:gd name="connsiteY14" fmla="*/ 557 h 10109"/>
              <a:gd name="connsiteX0" fmla="*/ 383 w 10019"/>
              <a:gd name="connsiteY0" fmla="*/ 557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383 w 10019"/>
              <a:gd name="connsiteY14" fmla="*/ 557 h 10109"/>
              <a:gd name="connsiteX0" fmla="*/ 270 w 10019"/>
              <a:gd name="connsiteY0" fmla="*/ 562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562 h 10109"/>
              <a:gd name="connsiteX1" fmla="*/ 1774 w 10019"/>
              <a:gd name="connsiteY1" fmla="*/ 9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789 h 10336"/>
              <a:gd name="connsiteX1" fmla="*/ 1009 w 10019"/>
              <a:gd name="connsiteY1" fmla="*/ 327 h 10336"/>
              <a:gd name="connsiteX2" fmla="*/ 1774 w 10019"/>
              <a:gd name="connsiteY2" fmla="*/ 322 h 10336"/>
              <a:gd name="connsiteX3" fmla="*/ 4391 w 10019"/>
              <a:gd name="connsiteY3" fmla="*/ 338 h 10336"/>
              <a:gd name="connsiteX4" fmla="*/ 7491 w 10019"/>
              <a:gd name="connsiteY4" fmla="*/ 295 h 10336"/>
              <a:gd name="connsiteX5" fmla="*/ 9939 w 10019"/>
              <a:gd name="connsiteY5" fmla="*/ 512 h 10336"/>
              <a:gd name="connsiteX6" fmla="*/ 9987 w 10019"/>
              <a:gd name="connsiteY6" fmla="*/ 3295 h 10336"/>
              <a:gd name="connsiteX7" fmla="*/ 9942 w 10019"/>
              <a:gd name="connsiteY7" fmla="*/ 9373 h 10336"/>
              <a:gd name="connsiteX8" fmla="*/ 9831 w 10019"/>
              <a:gd name="connsiteY8" fmla="*/ 9962 h 10336"/>
              <a:gd name="connsiteX9" fmla="*/ 9058 w 10019"/>
              <a:gd name="connsiteY9" fmla="*/ 10178 h 10336"/>
              <a:gd name="connsiteX10" fmla="*/ 5249 w 10019"/>
              <a:gd name="connsiteY10" fmla="*/ 10170 h 10336"/>
              <a:gd name="connsiteX11" fmla="*/ 2534 w 10019"/>
              <a:gd name="connsiteY11" fmla="*/ 10232 h 10336"/>
              <a:gd name="connsiteX12" fmla="*/ 730 w 10019"/>
              <a:gd name="connsiteY12" fmla="*/ 10303 h 10336"/>
              <a:gd name="connsiteX13" fmla="*/ 83 w 10019"/>
              <a:gd name="connsiteY13" fmla="*/ 9988 h 10336"/>
              <a:gd name="connsiteX14" fmla="*/ 99 w 10019"/>
              <a:gd name="connsiteY14" fmla="*/ 9362 h 10336"/>
              <a:gd name="connsiteX15" fmla="*/ 270 w 10019"/>
              <a:gd name="connsiteY15" fmla="*/ 789 h 10336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9620"/>
              <a:gd name="connsiteY0" fmla="*/ 517 h 10064"/>
              <a:gd name="connsiteX1" fmla="*/ 1009 w 19620"/>
              <a:gd name="connsiteY1" fmla="*/ 55 h 10064"/>
              <a:gd name="connsiteX2" fmla="*/ 1774 w 19620"/>
              <a:gd name="connsiteY2" fmla="*/ 50 h 10064"/>
              <a:gd name="connsiteX3" fmla="*/ 4391 w 19620"/>
              <a:gd name="connsiteY3" fmla="*/ 66 h 10064"/>
              <a:gd name="connsiteX4" fmla="*/ 7491 w 19620"/>
              <a:gd name="connsiteY4" fmla="*/ 23 h 10064"/>
              <a:gd name="connsiteX5" fmla="*/ 19619 w 19620"/>
              <a:gd name="connsiteY5" fmla="*/ 475 h 10064"/>
              <a:gd name="connsiteX6" fmla="*/ 9987 w 19620"/>
              <a:gd name="connsiteY6" fmla="*/ 3023 h 10064"/>
              <a:gd name="connsiteX7" fmla="*/ 9942 w 19620"/>
              <a:gd name="connsiteY7" fmla="*/ 9101 h 10064"/>
              <a:gd name="connsiteX8" fmla="*/ 9831 w 19620"/>
              <a:gd name="connsiteY8" fmla="*/ 9690 h 10064"/>
              <a:gd name="connsiteX9" fmla="*/ 9058 w 19620"/>
              <a:gd name="connsiteY9" fmla="*/ 9906 h 10064"/>
              <a:gd name="connsiteX10" fmla="*/ 5249 w 19620"/>
              <a:gd name="connsiteY10" fmla="*/ 9898 h 10064"/>
              <a:gd name="connsiteX11" fmla="*/ 2534 w 19620"/>
              <a:gd name="connsiteY11" fmla="*/ 9960 h 10064"/>
              <a:gd name="connsiteX12" fmla="*/ 730 w 19620"/>
              <a:gd name="connsiteY12" fmla="*/ 10031 h 10064"/>
              <a:gd name="connsiteX13" fmla="*/ 83 w 19620"/>
              <a:gd name="connsiteY13" fmla="*/ 9716 h 10064"/>
              <a:gd name="connsiteX14" fmla="*/ 99 w 19620"/>
              <a:gd name="connsiteY14" fmla="*/ 9090 h 10064"/>
              <a:gd name="connsiteX15" fmla="*/ 270 w 19620"/>
              <a:gd name="connsiteY15" fmla="*/ 517 h 10064"/>
              <a:gd name="connsiteX0" fmla="*/ 270 w 19793"/>
              <a:gd name="connsiteY0" fmla="*/ 517 h 10064"/>
              <a:gd name="connsiteX1" fmla="*/ 1009 w 19793"/>
              <a:gd name="connsiteY1" fmla="*/ 55 h 10064"/>
              <a:gd name="connsiteX2" fmla="*/ 1774 w 19793"/>
              <a:gd name="connsiteY2" fmla="*/ 50 h 10064"/>
              <a:gd name="connsiteX3" fmla="*/ 4391 w 19793"/>
              <a:gd name="connsiteY3" fmla="*/ 66 h 10064"/>
              <a:gd name="connsiteX4" fmla="*/ 7491 w 19793"/>
              <a:gd name="connsiteY4" fmla="*/ 23 h 10064"/>
              <a:gd name="connsiteX5" fmla="*/ 19619 w 19793"/>
              <a:gd name="connsiteY5" fmla="*/ 475 h 10064"/>
              <a:gd name="connsiteX6" fmla="*/ 19788 w 19793"/>
              <a:gd name="connsiteY6" fmla="*/ 4153 h 10064"/>
              <a:gd name="connsiteX7" fmla="*/ 9942 w 19793"/>
              <a:gd name="connsiteY7" fmla="*/ 9101 h 10064"/>
              <a:gd name="connsiteX8" fmla="*/ 9831 w 19793"/>
              <a:gd name="connsiteY8" fmla="*/ 9690 h 10064"/>
              <a:gd name="connsiteX9" fmla="*/ 9058 w 19793"/>
              <a:gd name="connsiteY9" fmla="*/ 9906 h 10064"/>
              <a:gd name="connsiteX10" fmla="*/ 5249 w 19793"/>
              <a:gd name="connsiteY10" fmla="*/ 9898 h 10064"/>
              <a:gd name="connsiteX11" fmla="*/ 2534 w 19793"/>
              <a:gd name="connsiteY11" fmla="*/ 9960 h 10064"/>
              <a:gd name="connsiteX12" fmla="*/ 730 w 19793"/>
              <a:gd name="connsiteY12" fmla="*/ 10031 h 10064"/>
              <a:gd name="connsiteX13" fmla="*/ 83 w 19793"/>
              <a:gd name="connsiteY13" fmla="*/ 9716 h 10064"/>
              <a:gd name="connsiteX14" fmla="*/ 99 w 19793"/>
              <a:gd name="connsiteY14" fmla="*/ 9090 h 10064"/>
              <a:gd name="connsiteX15" fmla="*/ 270 w 19793"/>
              <a:gd name="connsiteY15" fmla="*/ 517 h 10064"/>
              <a:gd name="connsiteX0" fmla="*/ 270 w 19903"/>
              <a:gd name="connsiteY0" fmla="*/ 517 h 10064"/>
              <a:gd name="connsiteX1" fmla="*/ 1009 w 19903"/>
              <a:gd name="connsiteY1" fmla="*/ 55 h 10064"/>
              <a:gd name="connsiteX2" fmla="*/ 1774 w 19903"/>
              <a:gd name="connsiteY2" fmla="*/ 50 h 10064"/>
              <a:gd name="connsiteX3" fmla="*/ 4391 w 19903"/>
              <a:gd name="connsiteY3" fmla="*/ 66 h 10064"/>
              <a:gd name="connsiteX4" fmla="*/ 7491 w 19903"/>
              <a:gd name="connsiteY4" fmla="*/ 23 h 10064"/>
              <a:gd name="connsiteX5" fmla="*/ 19619 w 19903"/>
              <a:gd name="connsiteY5" fmla="*/ 475 h 10064"/>
              <a:gd name="connsiteX6" fmla="*/ 19788 w 19903"/>
              <a:gd name="connsiteY6" fmla="*/ 4153 h 10064"/>
              <a:gd name="connsiteX7" fmla="*/ 19898 w 19903"/>
              <a:gd name="connsiteY7" fmla="*/ 9588 h 10064"/>
              <a:gd name="connsiteX8" fmla="*/ 9831 w 19903"/>
              <a:gd name="connsiteY8" fmla="*/ 9690 h 10064"/>
              <a:gd name="connsiteX9" fmla="*/ 9058 w 19903"/>
              <a:gd name="connsiteY9" fmla="*/ 9906 h 10064"/>
              <a:gd name="connsiteX10" fmla="*/ 5249 w 19903"/>
              <a:gd name="connsiteY10" fmla="*/ 9898 h 10064"/>
              <a:gd name="connsiteX11" fmla="*/ 2534 w 19903"/>
              <a:gd name="connsiteY11" fmla="*/ 9960 h 10064"/>
              <a:gd name="connsiteX12" fmla="*/ 730 w 19903"/>
              <a:gd name="connsiteY12" fmla="*/ 10031 h 10064"/>
              <a:gd name="connsiteX13" fmla="*/ 83 w 19903"/>
              <a:gd name="connsiteY13" fmla="*/ 9716 h 10064"/>
              <a:gd name="connsiteX14" fmla="*/ 99 w 19903"/>
              <a:gd name="connsiteY14" fmla="*/ 9090 h 10064"/>
              <a:gd name="connsiteX15" fmla="*/ 270 w 19903"/>
              <a:gd name="connsiteY15" fmla="*/ 517 h 10064"/>
              <a:gd name="connsiteX0" fmla="*/ 270 w 19903"/>
              <a:gd name="connsiteY0" fmla="*/ 517 h 10064"/>
              <a:gd name="connsiteX1" fmla="*/ 1009 w 19903"/>
              <a:gd name="connsiteY1" fmla="*/ 55 h 10064"/>
              <a:gd name="connsiteX2" fmla="*/ 1774 w 19903"/>
              <a:gd name="connsiteY2" fmla="*/ 50 h 10064"/>
              <a:gd name="connsiteX3" fmla="*/ 4391 w 19903"/>
              <a:gd name="connsiteY3" fmla="*/ 66 h 10064"/>
              <a:gd name="connsiteX4" fmla="*/ 7491 w 19903"/>
              <a:gd name="connsiteY4" fmla="*/ 23 h 10064"/>
              <a:gd name="connsiteX5" fmla="*/ 19619 w 19903"/>
              <a:gd name="connsiteY5" fmla="*/ 475 h 10064"/>
              <a:gd name="connsiteX6" fmla="*/ 19788 w 19903"/>
              <a:gd name="connsiteY6" fmla="*/ 4153 h 10064"/>
              <a:gd name="connsiteX7" fmla="*/ 19898 w 19903"/>
              <a:gd name="connsiteY7" fmla="*/ 9588 h 10064"/>
              <a:gd name="connsiteX8" fmla="*/ 12937 w 19903"/>
              <a:gd name="connsiteY8" fmla="*/ 9878 h 10064"/>
              <a:gd name="connsiteX9" fmla="*/ 9058 w 19903"/>
              <a:gd name="connsiteY9" fmla="*/ 9906 h 10064"/>
              <a:gd name="connsiteX10" fmla="*/ 5249 w 19903"/>
              <a:gd name="connsiteY10" fmla="*/ 9898 h 10064"/>
              <a:gd name="connsiteX11" fmla="*/ 2534 w 19903"/>
              <a:gd name="connsiteY11" fmla="*/ 9960 h 10064"/>
              <a:gd name="connsiteX12" fmla="*/ 730 w 19903"/>
              <a:gd name="connsiteY12" fmla="*/ 10031 h 10064"/>
              <a:gd name="connsiteX13" fmla="*/ 83 w 19903"/>
              <a:gd name="connsiteY13" fmla="*/ 9716 h 10064"/>
              <a:gd name="connsiteX14" fmla="*/ 99 w 19903"/>
              <a:gd name="connsiteY14" fmla="*/ 9090 h 10064"/>
              <a:gd name="connsiteX15" fmla="*/ 270 w 19903"/>
              <a:gd name="connsiteY15" fmla="*/ 517 h 10064"/>
              <a:gd name="connsiteX0" fmla="*/ 270 w 19903"/>
              <a:gd name="connsiteY0" fmla="*/ 517 h 10064"/>
              <a:gd name="connsiteX1" fmla="*/ 1009 w 19903"/>
              <a:gd name="connsiteY1" fmla="*/ 55 h 10064"/>
              <a:gd name="connsiteX2" fmla="*/ 1774 w 19903"/>
              <a:gd name="connsiteY2" fmla="*/ 50 h 10064"/>
              <a:gd name="connsiteX3" fmla="*/ 4391 w 19903"/>
              <a:gd name="connsiteY3" fmla="*/ 66 h 10064"/>
              <a:gd name="connsiteX4" fmla="*/ 7491 w 19903"/>
              <a:gd name="connsiteY4" fmla="*/ 23 h 10064"/>
              <a:gd name="connsiteX5" fmla="*/ 19619 w 19903"/>
              <a:gd name="connsiteY5" fmla="*/ 475 h 10064"/>
              <a:gd name="connsiteX6" fmla="*/ 19788 w 19903"/>
              <a:gd name="connsiteY6" fmla="*/ 4153 h 10064"/>
              <a:gd name="connsiteX7" fmla="*/ 19898 w 19903"/>
              <a:gd name="connsiteY7" fmla="*/ 9588 h 10064"/>
              <a:gd name="connsiteX8" fmla="*/ 13179 w 19903"/>
              <a:gd name="connsiteY8" fmla="*/ 9909 h 10064"/>
              <a:gd name="connsiteX9" fmla="*/ 9058 w 19903"/>
              <a:gd name="connsiteY9" fmla="*/ 9906 h 10064"/>
              <a:gd name="connsiteX10" fmla="*/ 5249 w 19903"/>
              <a:gd name="connsiteY10" fmla="*/ 9898 h 10064"/>
              <a:gd name="connsiteX11" fmla="*/ 2534 w 19903"/>
              <a:gd name="connsiteY11" fmla="*/ 9960 h 10064"/>
              <a:gd name="connsiteX12" fmla="*/ 730 w 19903"/>
              <a:gd name="connsiteY12" fmla="*/ 10031 h 10064"/>
              <a:gd name="connsiteX13" fmla="*/ 83 w 19903"/>
              <a:gd name="connsiteY13" fmla="*/ 9716 h 10064"/>
              <a:gd name="connsiteX14" fmla="*/ 99 w 19903"/>
              <a:gd name="connsiteY14" fmla="*/ 9090 h 10064"/>
              <a:gd name="connsiteX15" fmla="*/ 270 w 19903"/>
              <a:gd name="connsiteY15" fmla="*/ 517 h 10064"/>
              <a:gd name="connsiteX0" fmla="*/ 270 w 19903"/>
              <a:gd name="connsiteY0" fmla="*/ 517 h 10064"/>
              <a:gd name="connsiteX1" fmla="*/ 1009 w 19903"/>
              <a:gd name="connsiteY1" fmla="*/ 55 h 10064"/>
              <a:gd name="connsiteX2" fmla="*/ 1774 w 19903"/>
              <a:gd name="connsiteY2" fmla="*/ 50 h 10064"/>
              <a:gd name="connsiteX3" fmla="*/ 4391 w 19903"/>
              <a:gd name="connsiteY3" fmla="*/ 66 h 10064"/>
              <a:gd name="connsiteX4" fmla="*/ 7491 w 19903"/>
              <a:gd name="connsiteY4" fmla="*/ 23 h 10064"/>
              <a:gd name="connsiteX5" fmla="*/ 19619 w 19903"/>
              <a:gd name="connsiteY5" fmla="*/ 475 h 10064"/>
              <a:gd name="connsiteX6" fmla="*/ 19788 w 19903"/>
              <a:gd name="connsiteY6" fmla="*/ 4153 h 10064"/>
              <a:gd name="connsiteX7" fmla="*/ 19898 w 19903"/>
              <a:gd name="connsiteY7" fmla="*/ 9588 h 10064"/>
              <a:gd name="connsiteX8" fmla="*/ 13179 w 19903"/>
              <a:gd name="connsiteY8" fmla="*/ 9909 h 10064"/>
              <a:gd name="connsiteX9" fmla="*/ 9058 w 19903"/>
              <a:gd name="connsiteY9" fmla="*/ 9906 h 10064"/>
              <a:gd name="connsiteX10" fmla="*/ 5249 w 19903"/>
              <a:gd name="connsiteY10" fmla="*/ 9898 h 10064"/>
              <a:gd name="connsiteX11" fmla="*/ 2534 w 19903"/>
              <a:gd name="connsiteY11" fmla="*/ 9960 h 10064"/>
              <a:gd name="connsiteX12" fmla="*/ 730 w 19903"/>
              <a:gd name="connsiteY12" fmla="*/ 10031 h 10064"/>
              <a:gd name="connsiteX13" fmla="*/ 83 w 19903"/>
              <a:gd name="connsiteY13" fmla="*/ 9716 h 10064"/>
              <a:gd name="connsiteX14" fmla="*/ 99 w 19903"/>
              <a:gd name="connsiteY14" fmla="*/ 9090 h 10064"/>
              <a:gd name="connsiteX15" fmla="*/ 270 w 19903"/>
              <a:gd name="connsiteY15" fmla="*/ 517 h 10064"/>
              <a:gd name="connsiteX0" fmla="*/ 270 w 19903"/>
              <a:gd name="connsiteY0" fmla="*/ 517 h 10064"/>
              <a:gd name="connsiteX1" fmla="*/ 1009 w 19903"/>
              <a:gd name="connsiteY1" fmla="*/ 55 h 10064"/>
              <a:gd name="connsiteX2" fmla="*/ 1774 w 19903"/>
              <a:gd name="connsiteY2" fmla="*/ 50 h 10064"/>
              <a:gd name="connsiteX3" fmla="*/ 4391 w 19903"/>
              <a:gd name="connsiteY3" fmla="*/ 66 h 10064"/>
              <a:gd name="connsiteX4" fmla="*/ 7491 w 19903"/>
              <a:gd name="connsiteY4" fmla="*/ 23 h 10064"/>
              <a:gd name="connsiteX5" fmla="*/ 19619 w 19903"/>
              <a:gd name="connsiteY5" fmla="*/ 475 h 10064"/>
              <a:gd name="connsiteX6" fmla="*/ 19788 w 19903"/>
              <a:gd name="connsiteY6" fmla="*/ 4153 h 10064"/>
              <a:gd name="connsiteX7" fmla="*/ 19898 w 19903"/>
              <a:gd name="connsiteY7" fmla="*/ 9588 h 10064"/>
              <a:gd name="connsiteX8" fmla="*/ 13179 w 19903"/>
              <a:gd name="connsiteY8" fmla="*/ 9909 h 10064"/>
              <a:gd name="connsiteX9" fmla="*/ 9058 w 19903"/>
              <a:gd name="connsiteY9" fmla="*/ 9906 h 10064"/>
              <a:gd name="connsiteX10" fmla="*/ 5249 w 19903"/>
              <a:gd name="connsiteY10" fmla="*/ 9898 h 10064"/>
              <a:gd name="connsiteX11" fmla="*/ 2534 w 19903"/>
              <a:gd name="connsiteY11" fmla="*/ 9960 h 10064"/>
              <a:gd name="connsiteX12" fmla="*/ 730 w 19903"/>
              <a:gd name="connsiteY12" fmla="*/ 10031 h 10064"/>
              <a:gd name="connsiteX13" fmla="*/ 83 w 19903"/>
              <a:gd name="connsiteY13" fmla="*/ 9716 h 10064"/>
              <a:gd name="connsiteX14" fmla="*/ 99 w 19903"/>
              <a:gd name="connsiteY14" fmla="*/ 9090 h 10064"/>
              <a:gd name="connsiteX15" fmla="*/ 270 w 19903"/>
              <a:gd name="connsiteY15" fmla="*/ 517 h 10064"/>
              <a:gd name="connsiteX0" fmla="*/ 192 w 19825"/>
              <a:gd name="connsiteY0" fmla="*/ 517 h 10064"/>
              <a:gd name="connsiteX1" fmla="*/ 931 w 19825"/>
              <a:gd name="connsiteY1" fmla="*/ 55 h 10064"/>
              <a:gd name="connsiteX2" fmla="*/ 1696 w 19825"/>
              <a:gd name="connsiteY2" fmla="*/ 50 h 10064"/>
              <a:gd name="connsiteX3" fmla="*/ 4313 w 19825"/>
              <a:gd name="connsiteY3" fmla="*/ 66 h 10064"/>
              <a:gd name="connsiteX4" fmla="*/ 7413 w 19825"/>
              <a:gd name="connsiteY4" fmla="*/ 23 h 10064"/>
              <a:gd name="connsiteX5" fmla="*/ 19541 w 19825"/>
              <a:gd name="connsiteY5" fmla="*/ 475 h 10064"/>
              <a:gd name="connsiteX6" fmla="*/ 19710 w 19825"/>
              <a:gd name="connsiteY6" fmla="*/ 4153 h 10064"/>
              <a:gd name="connsiteX7" fmla="*/ 19820 w 19825"/>
              <a:gd name="connsiteY7" fmla="*/ 9588 h 10064"/>
              <a:gd name="connsiteX8" fmla="*/ 13101 w 19825"/>
              <a:gd name="connsiteY8" fmla="*/ 9909 h 10064"/>
              <a:gd name="connsiteX9" fmla="*/ 8980 w 19825"/>
              <a:gd name="connsiteY9" fmla="*/ 9906 h 10064"/>
              <a:gd name="connsiteX10" fmla="*/ 5171 w 19825"/>
              <a:gd name="connsiteY10" fmla="*/ 9898 h 10064"/>
              <a:gd name="connsiteX11" fmla="*/ 2456 w 19825"/>
              <a:gd name="connsiteY11" fmla="*/ 9960 h 10064"/>
              <a:gd name="connsiteX12" fmla="*/ 652 w 19825"/>
              <a:gd name="connsiteY12" fmla="*/ 10031 h 10064"/>
              <a:gd name="connsiteX13" fmla="*/ 333 w 19825"/>
              <a:gd name="connsiteY13" fmla="*/ 9653 h 10064"/>
              <a:gd name="connsiteX14" fmla="*/ 21 w 19825"/>
              <a:gd name="connsiteY14" fmla="*/ 9090 h 10064"/>
              <a:gd name="connsiteX15" fmla="*/ 192 w 19825"/>
              <a:gd name="connsiteY15" fmla="*/ 517 h 10064"/>
              <a:gd name="connsiteX0" fmla="*/ 192 w 19825"/>
              <a:gd name="connsiteY0" fmla="*/ 517 h 9998"/>
              <a:gd name="connsiteX1" fmla="*/ 931 w 19825"/>
              <a:gd name="connsiteY1" fmla="*/ 55 h 9998"/>
              <a:gd name="connsiteX2" fmla="*/ 1696 w 19825"/>
              <a:gd name="connsiteY2" fmla="*/ 50 h 9998"/>
              <a:gd name="connsiteX3" fmla="*/ 4313 w 19825"/>
              <a:gd name="connsiteY3" fmla="*/ 66 h 9998"/>
              <a:gd name="connsiteX4" fmla="*/ 7413 w 19825"/>
              <a:gd name="connsiteY4" fmla="*/ 23 h 9998"/>
              <a:gd name="connsiteX5" fmla="*/ 19541 w 19825"/>
              <a:gd name="connsiteY5" fmla="*/ 475 h 9998"/>
              <a:gd name="connsiteX6" fmla="*/ 19710 w 19825"/>
              <a:gd name="connsiteY6" fmla="*/ 4153 h 9998"/>
              <a:gd name="connsiteX7" fmla="*/ 19820 w 19825"/>
              <a:gd name="connsiteY7" fmla="*/ 9588 h 9998"/>
              <a:gd name="connsiteX8" fmla="*/ 13101 w 19825"/>
              <a:gd name="connsiteY8" fmla="*/ 9909 h 9998"/>
              <a:gd name="connsiteX9" fmla="*/ 8980 w 19825"/>
              <a:gd name="connsiteY9" fmla="*/ 9906 h 9998"/>
              <a:gd name="connsiteX10" fmla="*/ 5171 w 19825"/>
              <a:gd name="connsiteY10" fmla="*/ 9898 h 9998"/>
              <a:gd name="connsiteX11" fmla="*/ 2456 w 19825"/>
              <a:gd name="connsiteY11" fmla="*/ 9960 h 9998"/>
              <a:gd name="connsiteX12" fmla="*/ 980 w 19825"/>
              <a:gd name="connsiteY12" fmla="*/ 9874 h 9998"/>
              <a:gd name="connsiteX13" fmla="*/ 333 w 19825"/>
              <a:gd name="connsiteY13" fmla="*/ 9653 h 9998"/>
              <a:gd name="connsiteX14" fmla="*/ 21 w 19825"/>
              <a:gd name="connsiteY14" fmla="*/ 9090 h 9998"/>
              <a:gd name="connsiteX15" fmla="*/ 192 w 19825"/>
              <a:gd name="connsiteY15" fmla="*/ 517 h 9998"/>
              <a:gd name="connsiteX0" fmla="*/ 97 w 9999"/>
              <a:gd name="connsiteY0" fmla="*/ 517 h 10000"/>
              <a:gd name="connsiteX1" fmla="*/ 470 w 9999"/>
              <a:gd name="connsiteY1" fmla="*/ 55 h 10000"/>
              <a:gd name="connsiteX2" fmla="*/ 855 w 9999"/>
              <a:gd name="connsiteY2" fmla="*/ 50 h 10000"/>
              <a:gd name="connsiteX3" fmla="*/ 2176 w 9999"/>
              <a:gd name="connsiteY3" fmla="*/ 66 h 10000"/>
              <a:gd name="connsiteX4" fmla="*/ 3739 w 9999"/>
              <a:gd name="connsiteY4" fmla="*/ 23 h 10000"/>
              <a:gd name="connsiteX5" fmla="*/ 9857 w 9999"/>
              <a:gd name="connsiteY5" fmla="*/ 475 h 10000"/>
              <a:gd name="connsiteX6" fmla="*/ 9942 w 9999"/>
              <a:gd name="connsiteY6" fmla="*/ 4154 h 10000"/>
              <a:gd name="connsiteX7" fmla="*/ 9997 w 9999"/>
              <a:gd name="connsiteY7" fmla="*/ 9590 h 10000"/>
              <a:gd name="connsiteX8" fmla="*/ 6608 w 9999"/>
              <a:gd name="connsiteY8" fmla="*/ 9911 h 10000"/>
              <a:gd name="connsiteX9" fmla="*/ 4530 w 9999"/>
              <a:gd name="connsiteY9" fmla="*/ 9908 h 10000"/>
              <a:gd name="connsiteX10" fmla="*/ 2608 w 9999"/>
              <a:gd name="connsiteY10" fmla="*/ 9900 h 10000"/>
              <a:gd name="connsiteX11" fmla="*/ 1239 w 9999"/>
              <a:gd name="connsiteY11" fmla="*/ 9962 h 10000"/>
              <a:gd name="connsiteX12" fmla="*/ 494 w 9999"/>
              <a:gd name="connsiteY12" fmla="*/ 9876 h 10000"/>
              <a:gd name="connsiteX13" fmla="*/ 168 w 9999"/>
              <a:gd name="connsiteY13" fmla="*/ 9655 h 10000"/>
              <a:gd name="connsiteX14" fmla="*/ 11 w 9999"/>
              <a:gd name="connsiteY14" fmla="*/ 9092 h 10000"/>
              <a:gd name="connsiteX15" fmla="*/ 97 w 9999"/>
              <a:gd name="connsiteY15" fmla="*/ 517 h 10000"/>
              <a:gd name="connsiteX0" fmla="*/ 97 w 10000"/>
              <a:gd name="connsiteY0" fmla="*/ 517 h 10000"/>
              <a:gd name="connsiteX1" fmla="*/ 470 w 10000"/>
              <a:gd name="connsiteY1" fmla="*/ 55 h 10000"/>
              <a:gd name="connsiteX2" fmla="*/ 855 w 10000"/>
              <a:gd name="connsiteY2" fmla="*/ 50 h 10000"/>
              <a:gd name="connsiteX3" fmla="*/ 2176 w 10000"/>
              <a:gd name="connsiteY3" fmla="*/ 66 h 10000"/>
              <a:gd name="connsiteX4" fmla="*/ 3739 w 10000"/>
              <a:gd name="connsiteY4" fmla="*/ 23 h 10000"/>
              <a:gd name="connsiteX5" fmla="*/ 9858 w 10000"/>
              <a:gd name="connsiteY5" fmla="*/ 475 h 10000"/>
              <a:gd name="connsiteX6" fmla="*/ 9943 w 10000"/>
              <a:gd name="connsiteY6" fmla="*/ 4154 h 10000"/>
              <a:gd name="connsiteX7" fmla="*/ 9998 w 10000"/>
              <a:gd name="connsiteY7" fmla="*/ 9590 h 10000"/>
              <a:gd name="connsiteX8" fmla="*/ 6609 w 10000"/>
              <a:gd name="connsiteY8" fmla="*/ 9911 h 10000"/>
              <a:gd name="connsiteX9" fmla="*/ 4530 w 10000"/>
              <a:gd name="connsiteY9" fmla="*/ 9908 h 10000"/>
              <a:gd name="connsiteX10" fmla="*/ 2608 w 10000"/>
              <a:gd name="connsiteY10" fmla="*/ 9900 h 10000"/>
              <a:gd name="connsiteX11" fmla="*/ 1378 w 10000"/>
              <a:gd name="connsiteY11" fmla="*/ 9946 h 10000"/>
              <a:gd name="connsiteX12" fmla="*/ 494 w 10000"/>
              <a:gd name="connsiteY12" fmla="*/ 9876 h 10000"/>
              <a:gd name="connsiteX13" fmla="*/ 168 w 10000"/>
              <a:gd name="connsiteY13" fmla="*/ 9655 h 10000"/>
              <a:gd name="connsiteX14" fmla="*/ 11 w 10000"/>
              <a:gd name="connsiteY14" fmla="*/ 9092 h 10000"/>
              <a:gd name="connsiteX15" fmla="*/ 97 w 10000"/>
              <a:gd name="connsiteY15" fmla="*/ 517 h 10000"/>
              <a:gd name="connsiteX0" fmla="*/ 97 w 10000"/>
              <a:gd name="connsiteY0" fmla="*/ 517 h 10000"/>
              <a:gd name="connsiteX1" fmla="*/ 470 w 10000"/>
              <a:gd name="connsiteY1" fmla="*/ 55 h 10000"/>
              <a:gd name="connsiteX2" fmla="*/ 855 w 10000"/>
              <a:gd name="connsiteY2" fmla="*/ 50 h 10000"/>
              <a:gd name="connsiteX3" fmla="*/ 2176 w 10000"/>
              <a:gd name="connsiteY3" fmla="*/ 66 h 10000"/>
              <a:gd name="connsiteX4" fmla="*/ 3739 w 10000"/>
              <a:gd name="connsiteY4" fmla="*/ 23 h 10000"/>
              <a:gd name="connsiteX5" fmla="*/ 9858 w 10000"/>
              <a:gd name="connsiteY5" fmla="*/ 475 h 10000"/>
              <a:gd name="connsiteX6" fmla="*/ 9943 w 10000"/>
              <a:gd name="connsiteY6" fmla="*/ 4154 h 10000"/>
              <a:gd name="connsiteX7" fmla="*/ 9998 w 10000"/>
              <a:gd name="connsiteY7" fmla="*/ 9590 h 10000"/>
              <a:gd name="connsiteX8" fmla="*/ 6609 w 10000"/>
              <a:gd name="connsiteY8" fmla="*/ 9911 h 10000"/>
              <a:gd name="connsiteX9" fmla="*/ 4530 w 10000"/>
              <a:gd name="connsiteY9" fmla="*/ 9908 h 10000"/>
              <a:gd name="connsiteX10" fmla="*/ 2608 w 10000"/>
              <a:gd name="connsiteY10" fmla="*/ 9900 h 10000"/>
              <a:gd name="connsiteX11" fmla="*/ 1378 w 10000"/>
              <a:gd name="connsiteY11" fmla="*/ 9946 h 10000"/>
              <a:gd name="connsiteX12" fmla="*/ 494 w 10000"/>
              <a:gd name="connsiteY12" fmla="*/ 9876 h 10000"/>
              <a:gd name="connsiteX13" fmla="*/ 168 w 10000"/>
              <a:gd name="connsiteY13" fmla="*/ 9655 h 10000"/>
              <a:gd name="connsiteX14" fmla="*/ 11 w 10000"/>
              <a:gd name="connsiteY14" fmla="*/ 9092 h 10000"/>
              <a:gd name="connsiteX15" fmla="*/ 97 w 10000"/>
              <a:gd name="connsiteY15" fmla="*/ 517 h 10000"/>
              <a:gd name="connsiteX0" fmla="*/ 65 w 9968"/>
              <a:gd name="connsiteY0" fmla="*/ 517 h 10000"/>
              <a:gd name="connsiteX1" fmla="*/ 438 w 9968"/>
              <a:gd name="connsiteY1" fmla="*/ 55 h 10000"/>
              <a:gd name="connsiteX2" fmla="*/ 823 w 9968"/>
              <a:gd name="connsiteY2" fmla="*/ 50 h 10000"/>
              <a:gd name="connsiteX3" fmla="*/ 2144 w 9968"/>
              <a:gd name="connsiteY3" fmla="*/ 66 h 10000"/>
              <a:gd name="connsiteX4" fmla="*/ 3707 w 9968"/>
              <a:gd name="connsiteY4" fmla="*/ 23 h 10000"/>
              <a:gd name="connsiteX5" fmla="*/ 9826 w 9968"/>
              <a:gd name="connsiteY5" fmla="*/ 475 h 10000"/>
              <a:gd name="connsiteX6" fmla="*/ 9911 w 9968"/>
              <a:gd name="connsiteY6" fmla="*/ 4154 h 10000"/>
              <a:gd name="connsiteX7" fmla="*/ 9966 w 9968"/>
              <a:gd name="connsiteY7" fmla="*/ 9590 h 10000"/>
              <a:gd name="connsiteX8" fmla="*/ 6577 w 9968"/>
              <a:gd name="connsiteY8" fmla="*/ 9911 h 10000"/>
              <a:gd name="connsiteX9" fmla="*/ 4498 w 9968"/>
              <a:gd name="connsiteY9" fmla="*/ 9908 h 10000"/>
              <a:gd name="connsiteX10" fmla="*/ 2576 w 9968"/>
              <a:gd name="connsiteY10" fmla="*/ 9900 h 10000"/>
              <a:gd name="connsiteX11" fmla="*/ 1346 w 9968"/>
              <a:gd name="connsiteY11" fmla="*/ 9946 h 10000"/>
              <a:gd name="connsiteX12" fmla="*/ 462 w 9968"/>
              <a:gd name="connsiteY12" fmla="*/ 9876 h 10000"/>
              <a:gd name="connsiteX13" fmla="*/ 136 w 9968"/>
              <a:gd name="connsiteY13" fmla="*/ 9655 h 10000"/>
              <a:gd name="connsiteX14" fmla="*/ 31 w 9968"/>
              <a:gd name="connsiteY14" fmla="*/ 9108 h 10000"/>
              <a:gd name="connsiteX15" fmla="*/ 65 w 9968"/>
              <a:gd name="connsiteY15" fmla="*/ 517 h 10000"/>
              <a:gd name="connsiteX0" fmla="*/ 65 w 10000"/>
              <a:gd name="connsiteY0" fmla="*/ 517 h 10000"/>
              <a:gd name="connsiteX1" fmla="*/ 439 w 10000"/>
              <a:gd name="connsiteY1" fmla="*/ 55 h 10000"/>
              <a:gd name="connsiteX2" fmla="*/ 826 w 10000"/>
              <a:gd name="connsiteY2" fmla="*/ 50 h 10000"/>
              <a:gd name="connsiteX3" fmla="*/ 2151 w 10000"/>
              <a:gd name="connsiteY3" fmla="*/ 66 h 10000"/>
              <a:gd name="connsiteX4" fmla="*/ 3719 w 10000"/>
              <a:gd name="connsiteY4" fmla="*/ 23 h 10000"/>
              <a:gd name="connsiteX5" fmla="*/ 9858 w 10000"/>
              <a:gd name="connsiteY5" fmla="*/ 475 h 10000"/>
              <a:gd name="connsiteX6" fmla="*/ 9943 w 10000"/>
              <a:gd name="connsiteY6" fmla="*/ 4154 h 10000"/>
              <a:gd name="connsiteX7" fmla="*/ 9998 w 10000"/>
              <a:gd name="connsiteY7" fmla="*/ 9590 h 10000"/>
              <a:gd name="connsiteX8" fmla="*/ 6598 w 10000"/>
              <a:gd name="connsiteY8" fmla="*/ 9911 h 10000"/>
              <a:gd name="connsiteX9" fmla="*/ 4512 w 10000"/>
              <a:gd name="connsiteY9" fmla="*/ 9908 h 10000"/>
              <a:gd name="connsiteX10" fmla="*/ 2584 w 10000"/>
              <a:gd name="connsiteY10" fmla="*/ 9900 h 10000"/>
              <a:gd name="connsiteX11" fmla="*/ 1350 w 10000"/>
              <a:gd name="connsiteY11" fmla="*/ 9946 h 10000"/>
              <a:gd name="connsiteX12" fmla="*/ 463 w 10000"/>
              <a:gd name="connsiteY12" fmla="*/ 9876 h 10000"/>
              <a:gd name="connsiteX13" fmla="*/ 136 w 10000"/>
              <a:gd name="connsiteY13" fmla="*/ 9655 h 10000"/>
              <a:gd name="connsiteX14" fmla="*/ 31 w 10000"/>
              <a:gd name="connsiteY14" fmla="*/ 9108 h 10000"/>
              <a:gd name="connsiteX15" fmla="*/ 65 w 10000"/>
              <a:gd name="connsiteY15" fmla="*/ 517 h 10000"/>
              <a:gd name="connsiteX0" fmla="*/ 65 w 10000"/>
              <a:gd name="connsiteY0" fmla="*/ 517 h 10000"/>
              <a:gd name="connsiteX1" fmla="*/ 439 w 10000"/>
              <a:gd name="connsiteY1" fmla="*/ 55 h 10000"/>
              <a:gd name="connsiteX2" fmla="*/ 826 w 10000"/>
              <a:gd name="connsiteY2" fmla="*/ 50 h 10000"/>
              <a:gd name="connsiteX3" fmla="*/ 2151 w 10000"/>
              <a:gd name="connsiteY3" fmla="*/ 66 h 10000"/>
              <a:gd name="connsiteX4" fmla="*/ 3719 w 10000"/>
              <a:gd name="connsiteY4" fmla="*/ 23 h 10000"/>
              <a:gd name="connsiteX5" fmla="*/ 9858 w 10000"/>
              <a:gd name="connsiteY5" fmla="*/ 475 h 10000"/>
              <a:gd name="connsiteX6" fmla="*/ 9943 w 10000"/>
              <a:gd name="connsiteY6" fmla="*/ 4154 h 10000"/>
              <a:gd name="connsiteX7" fmla="*/ 9998 w 10000"/>
              <a:gd name="connsiteY7" fmla="*/ 9590 h 10000"/>
              <a:gd name="connsiteX8" fmla="*/ 6598 w 10000"/>
              <a:gd name="connsiteY8" fmla="*/ 9911 h 10000"/>
              <a:gd name="connsiteX9" fmla="*/ 4512 w 10000"/>
              <a:gd name="connsiteY9" fmla="*/ 9908 h 10000"/>
              <a:gd name="connsiteX10" fmla="*/ 2584 w 10000"/>
              <a:gd name="connsiteY10" fmla="*/ 9900 h 10000"/>
              <a:gd name="connsiteX11" fmla="*/ 1350 w 10000"/>
              <a:gd name="connsiteY11" fmla="*/ 9946 h 10000"/>
              <a:gd name="connsiteX12" fmla="*/ 463 w 10000"/>
              <a:gd name="connsiteY12" fmla="*/ 9876 h 10000"/>
              <a:gd name="connsiteX13" fmla="*/ 136 w 10000"/>
              <a:gd name="connsiteY13" fmla="*/ 9655 h 10000"/>
              <a:gd name="connsiteX14" fmla="*/ 31 w 10000"/>
              <a:gd name="connsiteY14" fmla="*/ 9108 h 10000"/>
              <a:gd name="connsiteX15" fmla="*/ 65 w 10000"/>
              <a:gd name="connsiteY15" fmla="*/ 517 h 10000"/>
              <a:gd name="connsiteX0" fmla="*/ 37 w 10086"/>
              <a:gd name="connsiteY0" fmla="*/ 658 h 10000"/>
              <a:gd name="connsiteX1" fmla="*/ 525 w 10086"/>
              <a:gd name="connsiteY1" fmla="*/ 55 h 10000"/>
              <a:gd name="connsiteX2" fmla="*/ 912 w 10086"/>
              <a:gd name="connsiteY2" fmla="*/ 50 h 10000"/>
              <a:gd name="connsiteX3" fmla="*/ 2237 w 10086"/>
              <a:gd name="connsiteY3" fmla="*/ 66 h 10000"/>
              <a:gd name="connsiteX4" fmla="*/ 3805 w 10086"/>
              <a:gd name="connsiteY4" fmla="*/ 23 h 10000"/>
              <a:gd name="connsiteX5" fmla="*/ 9944 w 10086"/>
              <a:gd name="connsiteY5" fmla="*/ 475 h 10000"/>
              <a:gd name="connsiteX6" fmla="*/ 10029 w 10086"/>
              <a:gd name="connsiteY6" fmla="*/ 4154 h 10000"/>
              <a:gd name="connsiteX7" fmla="*/ 10084 w 10086"/>
              <a:gd name="connsiteY7" fmla="*/ 9590 h 10000"/>
              <a:gd name="connsiteX8" fmla="*/ 6684 w 10086"/>
              <a:gd name="connsiteY8" fmla="*/ 9911 h 10000"/>
              <a:gd name="connsiteX9" fmla="*/ 4598 w 10086"/>
              <a:gd name="connsiteY9" fmla="*/ 9908 h 10000"/>
              <a:gd name="connsiteX10" fmla="*/ 2670 w 10086"/>
              <a:gd name="connsiteY10" fmla="*/ 9900 h 10000"/>
              <a:gd name="connsiteX11" fmla="*/ 1436 w 10086"/>
              <a:gd name="connsiteY11" fmla="*/ 9946 h 10000"/>
              <a:gd name="connsiteX12" fmla="*/ 549 w 10086"/>
              <a:gd name="connsiteY12" fmla="*/ 9876 h 10000"/>
              <a:gd name="connsiteX13" fmla="*/ 222 w 10086"/>
              <a:gd name="connsiteY13" fmla="*/ 9655 h 10000"/>
              <a:gd name="connsiteX14" fmla="*/ 117 w 10086"/>
              <a:gd name="connsiteY14" fmla="*/ 9108 h 10000"/>
              <a:gd name="connsiteX15" fmla="*/ 37 w 10086"/>
              <a:gd name="connsiteY15" fmla="*/ 658 h 10000"/>
              <a:gd name="connsiteX0" fmla="*/ 31 w 10080"/>
              <a:gd name="connsiteY0" fmla="*/ 658 h 10000"/>
              <a:gd name="connsiteX1" fmla="*/ 519 w 10080"/>
              <a:gd name="connsiteY1" fmla="*/ 55 h 10000"/>
              <a:gd name="connsiteX2" fmla="*/ 906 w 10080"/>
              <a:gd name="connsiteY2" fmla="*/ 50 h 10000"/>
              <a:gd name="connsiteX3" fmla="*/ 2231 w 10080"/>
              <a:gd name="connsiteY3" fmla="*/ 66 h 10000"/>
              <a:gd name="connsiteX4" fmla="*/ 3799 w 10080"/>
              <a:gd name="connsiteY4" fmla="*/ 23 h 10000"/>
              <a:gd name="connsiteX5" fmla="*/ 9938 w 10080"/>
              <a:gd name="connsiteY5" fmla="*/ 475 h 10000"/>
              <a:gd name="connsiteX6" fmla="*/ 10023 w 10080"/>
              <a:gd name="connsiteY6" fmla="*/ 4154 h 10000"/>
              <a:gd name="connsiteX7" fmla="*/ 10078 w 10080"/>
              <a:gd name="connsiteY7" fmla="*/ 9590 h 10000"/>
              <a:gd name="connsiteX8" fmla="*/ 6678 w 10080"/>
              <a:gd name="connsiteY8" fmla="*/ 9911 h 10000"/>
              <a:gd name="connsiteX9" fmla="*/ 4592 w 10080"/>
              <a:gd name="connsiteY9" fmla="*/ 9908 h 10000"/>
              <a:gd name="connsiteX10" fmla="*/ 2664 w 10080"/>
              <a:gd name="connsiteY10" fmla="*/ 9900 h 10000"/>
              <a:gd name="connsiteX11" fmla="*/ 1430 w 10080"/>
              <a:gd name="connsiteY11" fmla="*/ 9946 h 10000"/>
              <a:gd name="connsiteX12" fmla="*/ 543 w 10080"/>
              <a:gd name="connsiteY12" fmla="*/ 9876 h 10000"/>
              <a:gd name="connsiteX13" fmla="*/ 216 w 10080"/>
              <a:gd name="connsiteY13" fmla="*/ 9655 h 10000"/>
              <a:gd name="connsiteX14" fmla="*/ 111 w 10080"/>
              <a:gd name="connsiteY14" fmla="*/ 9108 h 10000"/>
              <a:gd name="connsiteX15" fmla="*/ 84 w 10080"/>
              <a:gd name="connsiteY15" fmla="*/ 4091 h 10000"/>
              <a:gd name="connsiteX16" fmla="*/ 31 w 10080"/>
              <a:gd name="connsiteY16" fmla="*/ 658 h 10000"/>
              <a:gd name="connsiteX0" fmla="*/ 24 w 10117"/>
              <a:gd name="connsiteY0" fmla="*/ 752 h 10000"/>
              <a:gd name="connsiteX1" fmla="*/ 556 w 10117"/>
              <a:gd name="connsiteY1" fmla="*/ 55 h 10000"/>
              <a:gd name="connsiteX2" fmla="*/ 943 w 10117"/>
              <a:gd name="connsiteY2" fmla="*/ 50 h 10000"/>
              <a:gd name="connsiteX3" fmla="*/ 2268 w 10117"/>
              <a:gd name="connsiteY3" fmla="*/ 66 h 10000"/>
              <a:gd name="connsiteX4" fmla="*/ 3836 w 10117"/>
              <a:gd name="connsiteY4" fmla="*/ 23 h 10000"/>
              <a:gd name="connsiteX5" fmla="*/ 9975 w 10117"/>
              <a:gd name="connsiteY5" fmla="*/ 475 h 10000"/>
              <a:gd name="connsiteX6" fmla="*/ 10060 w 10117"/>
              <a:gd name="connsiteY6" fmla="*/ 4154 h 10000"/>
              <a:gd name="connsiteX7" fmla="*/ 10115 w 10117"/>
              <a:gd name="connsiteY7" fmla="*/ 9590 h 10000"/>
              <a:gd name="connsiteX8" fmla="*/ 6715 w 10117"/>
              <a:gd name="connsiteY8" fmla="*/ 9911 h 10000"/>
              <a:gd name="connsiteX9" fmla="*/ 4629 w 10117"/>
              <a:gd name="connsiteY9" fmla="*/ 9908 h 10000"/>
              <a:gd name="connsiteX10" fmla="*/ 2701 w 10117"/>
              <a:gd name="connsiteY10" fmla="*/ 9900 h 10000"/>
              <a:gd name="connsiteX11" fmla="*/ 1467 w 10117"/>
              <a:gd name="connsiteY11" fmla="*/ 9946 h 10000"/>
              <a:gd name="connsiteX12" fmla="*/ 580 w 10117"/>
              <a:gd name="connsiteY12" fmla="*/ 9876 h 10000"/>
              <a:gd name="connsiteX13" fmla="*/ 253 w 10117"/>
              <a:gd name="connsiteY13" fmla="*/ 9655 h 10000"/>
              <a:gd name="connsiteX14" fmla="*/ 148 w 10117"/>
              <a:gd name="connsiteY14" fmla="*/ 9108 h 10000"/>
              <a:gd name="connsiteX15" fmla="*/ 121 w 10117"/>
              <a:gd name="connsiteY15" fmla="*/ 4091 h 10000"/>
              <a:gd name="connsiteX16" fmla="*/ 24 w 10117"/>
              <a:gd name="connsiteY16" fmla="*/ 752 h 10000"/>
              <a:gd name="connsiteX0" fmla="*/ 24 w 10452"/>
              <a:gd name="connsiteY0" fmla="*/ 752 h 10000"/>
              <a:gd name="connsiteX1" fmla="*/ 556 w 10452"/>
              <a:gd name="connsiteY1" fmla="*/ 55 h 10000"/>
              <a:gd name="connsiteX2" fmla="*/ 943 w 10452"/>
              <a:gd name="connsiteY2" fmla="*/ 50 h 10000"/>
              <a:gd name="connsiteX3" fmla="*/ 2268 w 10452"/>
              <a:gd name="connsiteY3" fmla="*/ 66 h 10000"/>
              <a:gd name="connsiteX4" fmla="*/ 3836 w 10452"/>
              <a:gd name="connsiteY4" fmla="*/ 23 h 10000"/>
              <a:gd name="connsiteX5" fmla="*/ 9975 w 10452"/>
              <a:gd name="connsiteY5" fmla="*/ 475 h 10000"/>
              <a:gd name="connsiteX6" fmla="*/ 10068 w 10452"/>
              <a:gd name="connsiteY6" fmla="*/ 919 h 10000"/>
              <a:gd name="connsiteX7" fmla="*/ 10060 w 10452"/>
              <a:gd name="connsiteY7" fmla="*/ 4154 h 10000"/>
              <a:gd name="connsiteX8" fmla="*/ 10115 w 10452"/>
              <a:gd name="connsiteY8" fmla="*/ 9590 h 10000"/>
              <a:gd name="connsiteX9" fmla="*/ 6715 w 10452"/>
              <a:gd name="connsiteY9" fmla="*/ 9911 h 10000"/>
              <a:gd name="connsiteX10" fmla="*/ 4629 w 10452"/>
              <a:gd name="connsiteY10" fmla="*/ 9908 h 10000"/>
              <a:gd name="connsiteX11" fmla="*/ 2701 w 10452"/>
              <a:gd name="connsiteY11" fmla="*/ 9900 h 10000"/>
              <a:gd name="connsiteX12" fmla="*/ 1467 w 10452"/>
              <a:gd name="connsiteY12" fmla="*/ 9946 h 10000"/>
              <a:gd name="connsiteX13" fmla="*/ 580 w 10452"/>
              <a:gd name="connsiteY13" fmla="*/ 9876 h 10000"/>
              <a:gd name="connsiteX14" fmla="*/ 253 w 10452"/>
              <a:gd name="connsiteY14" fmla="*/ 9655 h 10000"/>
              <a:gd name="connsiteX15" fmla="*/ 148 w 10452"/>
              <a:gd name="connsiteY15" fmla="*/ 9108 h 10000"/>
              <a:gd name="connsiteX16" fmla="*/ 121 w 10452"/>
              <a:gd name="connsiteY16" fmla="*/ 4091 h 10000"/>
              <a:gd name="connsiteX17" fmla="*/ 24 w 10452"/>
              <a:gd name="connsiteY17" fmla="*/ 752 h 10000"/>
              <a:gd name="connsiteX0" fmla="*/ 24 w 10446"/>
              <a:gd name="connsiteY0" fmla="*/ 752 h 10000"/>
              <a:gd name="connsiteX1" fmla="*/ 556 w 10446"/>
              <a:gd name="connsiteY1" fmla="*/ 55 h 10000"/>
              <a:gd name="connsiteX2" fmla="*/ 943 w 10446"/>
              <a:gd name="connsiteY2" fmla="*/ 50 h 10000"/>
              <a:gd name="connsiteX3" fmla="*/ 2268 w 10446"/>
              <a:gd name="connsiteY3" fmla="*/ 66 h 10000"/>
              <a:gd name="connsiteX4" fmla="*/ 3836 w 10446"/>
              <a:gd name="connsiteY4" fmla="*/ 23 h 10000"/>
              <a:gd name="connsiteX5" fmla="*/ 9975 w 10446"/>
              <a:gd name="connsiteY5" fmla="*/ 475 h 10000"/>
              <a:gd name="connsiteX6" fmla="*/ 10068 w 10446"/>
              <a:gd name="connsiteY6" fmla="*/ 919 h 10000"/>
              <a:gd name="connsiteX7" fmla="*/ 10060 w 10446"/>
              <a:gd name="connsiteY7" fmla="*/ 4154 h 10000"/>
              <a:gd name="connsiteX8" fmla="*/ 10115 w 10446"/>
              <a:gd name="connsiteY8" fmla="*/ 9590 h 10000"/>
              <a:gd name="connsiteX9" fmla="*/ 6715 w 10446"/>
              <a:gd name="connsiteY9" fmla="*/ 9911 h 10000"/>
              <a:gd name="connsiteX10" fmla="*/ 4629 w 10446"/>
              <a:gd name="connsiteY10" fmla="*/ 9908 h 10000"/>
              <a:gd name="connsiteX11" fmla="*/ 2701 w 10446"/>
              <a:gd name="connsiteY11" fmla="*/ 9900 h 10000"/>
              <a:gd name="connsiteX12" fmla="*/ 1467 w 10446"/>
              <a:gd name="connsiteY12" fmla="*/ 9946 h 10000"/>
              <a:gd name="connsiteX13" fmla="*/ 580 w 10446"/>
              <a:gd name="connsiteY13" fmla="*/ 9876 h 10000"/>
              <a:gd name="connsiteX14" fmla="*/ 253 w 10446"/>
              <a:gd name="connsiteY14" fmla="*/ 9655 h 10000"/>
              <a:gd name="connsiteX15" fmla="*/ 148 w 10446"/>
              <a:gd name="connsiteY15" fmla="*/ 9108 h 10000"/>
              <a:gd name="connsiteX16" fmla="*/ 121 w 10446"/>
              <a:gd name="connsiteY16" fmla="*/ 4091 h 10000"/>
              <a:gd name="connsiteX17" fmla="*/ 24 w 10446"/>
              <a:gd name="connsiteY17" fmla="*/ 752 h 10000"/>
              <a:gd name="connsiteX0" fmla="*/ 24 w 10303"/>
              <a:gd name="connsiteY0" fmla="*/ 742 h 9990"/>
              <a:gd name="connsiteX1" fmla="*/ 556 w 10303"/>
              <a:gd name="connsiteY1" fmla="*/ 45 h 9990"/>
              <a:gd name="connsiteX2" fmla="*/ 943 w 10303"/>
              <a:gd name="connsiteY2" fmla="*/ 40 h 9990"/>
              <a:gd name="connsiteX3" fmla="*/ 2268 w 10303"/>
              <a:gd name="connsiteY3" fmla="*/ 56 h 9990"/>
              <a:gd name="connsiteX4" fmla="*/ 3836 w 10303"/>
              <a:gd name="connsiteY4" fmla="*/ 13 h 9990"/>
              <a:gd name="connsiteX5" fmla="*/ 9765 w 10303"/>
              <a:gd name="connsiteY5" fmla="*/ 308 h 9990"/>
              <a:gd name="connsiteX6" fmla="*/ 10068 w 10303"/>
              <a:gd name="connsiteY6" fmla="*/ 909 h 9990"/>
              <a:gd name="connsiteX7" fmla="*/ 10060 w 10303"/>
              <a:gd name="connsiteY7" fmla="*/ 4144 h 9990"/>
              <a:gd name="connsiteX8" fmla="*/ 10115 w 10303"/>
              <a:gd name="connsiteY8" fmla="*/ 9580 h 9990"/>
              <a:gd name="connsiteX9" fmla="*/ 6715 w 10303"/>
              <a:gd name="connsiteY9" fmla="*/ 9901 h 9990"/>
              <a:gd name="connsiteX10" fmla="*/ 4629 w 10303"/>
              <a:gd name="connsiteY10" fmla="*/ 9898 h 9990"/>
              <a:gd name="connsiteX11" fmla="*/ 2701 w 10303"/>
              <a:gd name="connsiteY11" fmla="*/ 9890 h 9990"/>
              <a:gd name="connsiteX12" fmla="*/ 1467 w 10303"/>
              <a:gd name="connsiteY12" fmla="*/ 9936 h 9990"/>
              <a:gd name="connsiteX13" fmla="*/ 580 w 10303"/>
              <a:gd name="connsiteY13" fmla="*/ 9866 h 9990"/>
              <a:gd name="connsiteX14" fmla="*/ 253 w 10303"/>
              <a:gd name="connsiteY14" fmla="*/ 9645 h 9990"/>
              <a:gd name="connsiteX15" fmla="*/ 148 w 10303"/>
              <a:gd name="connsiteY15" fmla="*/ 9098 h 9990"/>
              <a:gd name="connsiteX16" fmla="*/ 121 w 10303"/>
              <a:gd name="connsiteY16" fmla="*/ 4081 h 9990"/>
              <a:gd name="connsiteX17" fmla="*/ 24 w 10303"/>
              <a:gd name="connsiteY17" fmla="*/ 742 h 9990"/>
              <a:gd name="connsiteX0" fmla="*/ 23 w 9821"/>
              <a:gd name="connsiteY0" fmla="*/ 743 h 10000"/>
              <a:gd name="connsiteX1" fmla="*/ 540 w 9821"/>
              <a:gd name="connsiteY1" fmla="*/ 45 h 10000"/>
              <a:gd name="connsiteX2" fmla="*/ 915 w 9821"/>
              <a:gd name="connsiteY2" fmla="*/ 40 h 10000"/>
              <a:gd name="connsiteX3" fmla="*/ 2201 w 9821"/>
              <a:gd name="connsiteY3" fmla="*/ 56 h 10000"/>
              <a:gd name="connsiteX4" fmla="*/ 3723 w 9821"/>
              <a:gd name="connsiteY4" fmla="*/ 13 h 10000"/>
              <a:gd name="connsiteX5" fmla="*/ 9478 w 9821"/>
              <a:gd name="connsiteY5" fmla="*/ 308 h 10000"/>
              <a:gd name="connsiteX6" fmla="*/ 9772 w 9821"/>
              <a:gd name="connsiteY6" fmla="*/ 910 h 10000"/>
              <a:gd name="connsiteX7" fmla="*/ 9764 w 9821"/>
              <a:gd name="connsiteY7" fmla="*/ 4148 h 10000"/>
              <a:gd name="connsiteX8" fmla="*/ 9818 w 9821"/>
              <a:gd name="connsiteY8" fmla="*/ 9590 h 10000"/>
              <a:gd name="connsiteX9" fmla="*/ 6518 w 9821"/>
              <a:gd name="connsiteY9" fmla="*/ 9911 h 10000"/>
              <a:gd name="connsiteX10" fmla="*/ 4493 w 9821"/>
              <a:gd name="connsiteY10" fmla="*/ 9908 h 10000"/>
              <a:gd name="connsiteX11" fmla="*/ 2622 w 9821"/>
              <a:gd name="connsiteY11" fmla="*/ 9900 h 10000"/>
              <a:gd name="connsiteX12" fmla="*/ 1424 w 9821"/>
              <a:gd name="connsiteY12" fmla="*/ 9946 h 10000"/>
              <a:gd name="connsiteX13" fmla="*/ 563 w 9821"/>
              <a:gd name="connsiteY13" fmla="*/ 9876 h 10000"/>
              <a:gd name="connsiteX14" fmla="*/ 246 w 9821"/>
              <a:gd name="connsiteY14" fmla="*/ 9655 h 10000"/>
              <a:gd name="connsiteX15" fmla="*/ 144 w 9821"/>
              <a:gd name="connsiteY15" fmla="*/ 9107 h 10000"/>
              <a:gd name="connsiteX16" fmla="*/ 117 w 9821"/>
              <a:gd name="connsiteY16" fmla="*/ 4085 h 10000"/>
              <a:gd name="connsiteX17" fmla="*/ 23 w 9821"/>
              <a:gd name="connsiteY17" fmla="*/ 743 h 10000"/>
              <a:gd name="connsiteX0" fmla="*/ 23 w 10000"/>
              <a:gd name="connsiteY0" fmla="*/ 720 h 9977"/>
              <a:gd name="connsiteX1" fmla="*/ 550 w 10000"/>
              <a:gd name="connsiteY1" fmla="*/ 22 h 9977"/>
              <a:gd name="connsiteX2" fmla="*/ 932 w 10000"/>
              <a:gd name="connsiteY2" fmla="*/ 17 h 9977"/>
              <a:gd name="connsiteX3" fmla="*/ 2241 w 10000"/>
              <a:gd name="connsiteY3" fmla="*/ 33 h 9977"/>
              <a:gd name="connsiteX4" fmla="*/ 3808 w 10000"/>
              <a:gd name="connsiteY4" fmla="*/ 147 h 9977"/>
              <a:gd name="connsiteX5" fmla="*/ 9651 w 10000"/>
              <a:gd name="connsiteY5" fmla="*/ 285 h 9977"/>
              <a:gd name="connsiteX6" fmla="*/ 9950 w 10000"/>
              <a:gd name="connsiteY6" fmla="*/ 887 h 9977"/>
              <a:gd name="connsiteX7" fmla="*/ 9942 w 10000"/>
              <a:gd name="connsiteY7" fmla="*/ 4125 h 9977"/>
              <a:gd name="connsiteX8" fmla="*/ 9997 w 10000"/>
              <a:gd name="connsiteY8" fmla="*/ 9567 h 9977"/>
              <a:gd name="connsiteX9" fmla="*/ 6637 w 10000"/>
              <a:gd name="connsiteY9" fmla="*/ 9888 h 9977"/>
              <a:gd name="connsiteX10" fmla="*/ 4575 w 10000"/>
              <a:gd name="connsiteY10" fmla="*/ 9885 h 9977"/>
              <a:gd name="connsiteX11" fmla="*/ 2670 w 10000"/>
              <a:gd name="connsiteY11" fmla="*/ 9877 h 9977"/>
              <a:gd name="connsiteX12" fmla="*/ 1450 w 10000"/>
              <a:gd name="connsiteY12" fmla="*/ 9923 h 9977"/>
              <a:gd name="connsiteX13" fmla="*/ 573 w 10000"/>
              <a:gd name="connsiteY13" fmla="*/ 9853 h 9977"/>
              <a:gd name="connsiteX14" fmla="*/ 250 w 10000"/>
              <a:gd name="connsiteY14" fmla="*/ 9632 h 9977"/>
              <a:gd name="connsiteX15" fmla="*/ 147 w 10000"/>
              <a:gd name="connsiteY15" fmla="*/ 9084 h 9977"/>
              <a:gd name="connsiteX16" fmla="*/ 119 w 10000"/>
              <a:gd name="connsiteY16" fmla="*/ 4062 h 9977"/>
              <a:gd name="connsiteX17" fmla="*/ 23 w 10000"/>
              <a:gd name="connsiteY17" fmla="*/ 720 h 9977"/>
              <a:gd name="connsiteX0" fmla="*/ 23 w 10000"/>
              <a:gd name="connsiteY0" fmla="*/ 726 h 10004"/>
              <a:gd name="connsiteX1" fmla="*/ 550 w 10000"/>
              <a:gd name="connsiteY1" fmla="*/ 26 h 10004"/>
              <a:gd name="connsiteX2" fmla="*/ 932 w 10000"/>
              <a:gd name="connsiteY2" fmla="*/ 21 h 10004"/>
              <a:gd name="connsiteX3" fmla="*/ 2163 w 10000"/>
              <a:gd name="connsiteY3" fmla="*/ 132 h 10004"/>
              <a:gd name="connsiteX4" fmla="*/ 3808 w 10000"/>
              <a:gd name="connsiteY4" fmla="*/ 151 h 10004"/>
              <a:gd name="connsiteX5" fmla="*/ 9651 w 10000"/>
              <a:gd name="connsiteY5" fmla="*/ 290 h 10004"/>
              <a:gd name="connsiteX6" fmla="*/ 9950 w 10000"/>
              <a:gd name="connsiteY6" fmla="*/ 893 h 10004"/>
              <a:gd name="connsiteX7" fmla="*/ 9942 w 10000"/>
              <a:gd name="connsiteY7" fmla="*/ 4139 h 10004"/>
              <a:gd name="connsiteX8" fmla="*/ 9997 w 10000"/>
              <a:gd name="connsiteY8" fmla="*/ 9593 h 10004"/>
              <a:gd name="connsiteX9" fmla="*/ 6637 w 10000"/>
              <a:gd name="connsiteY9" fmla="*/ 9915 h 10004"/>
              <a:gd name="connsiteX10" fmla="*/ 4575 w 10000"/>
              <a:gd name="connsiteY10" fmla="*/ 9912 h 10004"/>
              <a:gd name="connsiteX11" fmla="*/ 2670 w 10000"/>
              <a:gd name="connsiteY11" fmla="*/ 9904 h 10004"/>
              <a:gd name="connsiteX12" fmla="*/ 1450 w 10000"/>
              <a:gd name="connsiteY12" fmla="*/ 9950 h 10004"/>
              <a:gd name="connsiteX13" fmla="*/ 573 w 10000"/>
              <a:gd name="connsiteY13" fmla="*/ 9880 h 10004"/>
              <a:gd name="connsiteX14" fmla="*/ 250 w 10000"/>
              <a:gd name="connsiteY14" fmla="*/ 9658 h 10004"/>
              <a:gd name="connsiteX15" fmla="*/ 147 w 10000"/>
              <a:gd name="connsiteY15" fmla="*/ 9109 h 10004"/>
              <a:gd name="connsiteX16" fmla="*/ 119 w 10000"/>
              <a:gd name="connsiteY16" fmla="*/ 4075 h 10004"/>
              <a:gd name="connsiteX17" fmla="*/ 23 w 10000"/>
              <a:gd name="connsiteY17" fmla="*/ 726 h 10004"/>
              <a:gd name="connsiteX0" fmla="*/ 23 w 10000"/>
              <a:gd name="connsiteY0" fmla="*/ 726 h 10004"/>
              <a:gd name="connsiteX1" fmla="*/ 550 w 10000"/>
              <a:gd name="connsiteY1" fmla="*/ 26 h 10004"/>
              <a:gd name="connsiteX2" fmla="*/ 932 w 10000"/>
              <a:gd name="connsiteY2" fmla="*/ 21 h 10004"/>
              <a:gd name="connsiteX3" fmla="*/ 2163 w 10000"/>
              <a:gd name="connsiteY3" fmla="*/ 132 h 10004"/>
              <a:gd name="connsiteX4" fmla="*/ 3808 w 10000"/>
              <a:gd name="connsiteY4" fmla="*/ 151 h 10004"/>
              <a:gd name="connsiteX5" fmla="*/ 9651 w 10000"/>
              <a:gd name="connsiteY5" fmla="*/ 290 h 10004"/>
              <a:gd name="connsiteX6" fmla="*/ 9950 w 10000"/>
              <a:gd name="connsiteY6" fmla="*/ 893 h 10004"/>
              <a:gd name="connsiteX7" fmla="*/ 9942 w 10000"/>
              <a:gd name="connsiteY7" fmla="*/ 4139 h 10004"/>
              <a:gd name="connsiteX8" fmla="*/ 9997 w 10000"/>
              <a:gd name="connsiteY8" fmla="*/ 9593 h 10004"/>
              <a:gd name="connsiteX9" fmla="*/ 6637 w 10000"/>
              <a:gd name="connsiteY9" fmla="*/ 9915 h 10004"/>
              <a:gd name="connsiteX10" fmla="*/ 4575 w 10000"/>
              <a:gd name="connsiteY10" fmla="*/ 9912 h 10004"/>
              <a:gd name="connsiteX11" fmla="*/ 2670 w 10000"/>
              <a:gd name="connsiteY11" fmla="*/ 9904 h 10004"/>
              <a:gd name="connsiteX12" fmla="*/ 1450 w 10000"/>
              <a:gd name="connsiteY12" fmla="*/ 9950 h 10004"/>
              <a:gd name="connsiteX13" fmla="*/ 573 w 10000"/>
              <a:gd name="connsiteY13" fmla="*/ 9880 h 10004"/>
              <a:gd name="connsiteX14" fmla="*/ 250 w 10000"/>
              <a:gd name="connsiteY14" fmla="*/ 9658 h 10004"/>
              <a:gd name="connsiteX15" fmla="*/ 147 w 10000"/>
              <a:gd name="connsiteY15" fmla="*/ 9109 h 10004"/>
              <a:gd name="connsiteX16" fmla="*/ 119 w 10000"/>
              <a:gd name="connsiteY16" fmla="*/ 4075 h 10004"/>
              <a:gd name="connsiteX17" fmla="*/ 23 w 10000"/>
              <a:gd name="connsiteY17" fmla="*/ 726 h 10004"/>
              <a:gd name="connsiteX0" fmla="*/ 23 w 10000"/>
              <a:gd name="connsiteY0" fmla="*/ 710 h 9988"/>
              <a:gd name="connsiteX1" fmla="*/ 550 w 10000"/>
              <a:gd name="connsiteY1" fmla="*/ 10 h 9988"/>
              <a:gd name="connsiteX2" fmla="*/ 984 w 10000"/>
              <a:gd name="connsiteY2" fmla="*/ 100 h 9988"/>
              <a:gd name="connsiteX3" fmla="*/ 2163 w 10000"/>
              <a:gd name="connsiteY3" fmla="*/ 116 h 9988"/>
              <a:gd name="connsiteX4" fmla="*/ 3808 w 10000"/>
              <a:gd name="connsiteY4" fmla="*/ 135 h 9988"/>
              <a:gd name="connsiteX5" fmla="*/ 9651 w 10000"/>
              <a:gd name="connsiteY5" fmla="*/ 274 h 9988"/>
              <a:gd name="connsiteX6" fmla="*/ 9950 w 10000"/>
              <a:gd name="connsiteY6" fmla="*/ 877 h 9988"/>
              <a:gd name="connsiteX7" fmla="*/ 9942 w 10000"/>
              <a:gd name="connsiteY7" fmla="*/ 4123 h 9988"/>
              <a:gd name="connsiteX8" fmla="*/ 9997 w 10000"/>
              <a:gd name="connsiteY8" fmla="*/ 9577 h 9988"/>
              <a:gd name="connsiteX9" fmla="*/ 6637 w 10000"/>
              <a:gd name="connsiteY9" fmla="*/ 9899 h 9988"/>
              <a:gd name="connsiteX10" fmla="*/ 4575 w 10000"/>
              <a:gd name="connsiteY10" fmla="*/ 9896 h 9988"/>
              <a:gd name="connsiteX11" fmla="*/ 2670 w 10000"/>
              <a:gd name="connsiteY11" fmla="*/ 9888 h 9988"/>
              <a:gd name="connsiteX12" fmla="*/ 1450 w 10000"/>
              <a:gd name="connsiteY12" fmla="*/ 9934 h 9988"/>
              <a:gd name="connsiteX13" fmla="*/ 573 w 10000"/>
              <a:gd name="connsiteY13" fmla="*/ 9864 h 9988"/>
              <a:gd name="connsiteX14" fmla="*/ 250 w 10000"/>
              <a:gd name="connsiteY14" fmla="*/ 9642 h 9988"/>
              <a:gd name="connsiteX15" fmla="*/ 147 w 10000"/>
              <a:gd name="connsiteY15" fmla="*/ 9093 h 9988"/>
              <a:gd name="connsiteX16" fmla="*/ 119 w 10000"/>
              <a:gd name="connsiteY16" fmla="*/ 4059 h 9988"/>
              <a:gd name="connsiteX17" fmla="*/ 23 w 10000"/>
              <a:gd name="connsiteY17" fmla="*/ 710 h 9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000" h="9988">
                <a:moveTo>
                  <a:pt x="23" y="710"/>
                </a:moveTo>
                <a:cubicBezTo>
                  <a:pt x="13" y="290"/>
                  <a:pt x="451" y="-40"/>
                  <a:pt x="550" y="10"/>
                </a:cubicBezTo>
                <a:cubicBezTo>
                  <a:pt x="675" y="-34"/>
                  <a:pt x="715" y="82"/>
                  <a:pt x="984" y="100"/>
                </a:cubicBezTo>
                <a:cubicBezTo>
                  <a:pt x="1253" y="118"/>
                  <a:pt x="1692" y="110"/>
                  <a:pt x="2163" y="116"/>
                </a:cubicBezTo>
                <a:lnTo>
                  <a:pt x="3808" y="135"/>
                </a:lnTo>
                <a:cubicBezTo>
                  <a:pt x="5056" y="161"/>
                  <a:pt x="8638" y="171"/>
                  <a:pt x="9651" y="274"/>
                </a:cubicBezTo>
                <a:cubicBezTo>
                  <a:pt x="9974" y="329"/>
                  <a:pt x="9910" y="262"/>
                  <a:pt x="9950" y="877"/>
                </a:cubicBezTo>
                <a:cubicBezTo>
                  <a:pt x="9963" y="1492"/>
                  <a:pt x="9922" y="2626"/>
                  <a:pt x="9942" y="4123"/>
                </a:cubicBezTo>
                <a:cubicBezTo>
                  <a:pt x="9963" y="5620"/>
                  <a:pt x="10015" y="8458"/>
                  <a:pt x="9997" y="9577"/>
                </a:cubicBezTo>
                <a:cubicBezTo>
                  <a:pt x="9910" y="10243"/>
                  <a:pt x="6641" y="9902"/>
                  <a:pt x="6637" y="9899"/>
                </a:cubicBezTo>
                <a:cubicBezTo>
                  <a:pt x="6435" y="9970"/>
                  <a:pt x="5237" y="9898"/>
                  <a:pt x="4575" y="9896"/>
                </a:cubicBezTo>
                <a:lnTo>
                  <a:pt x="2670" y="9888"/>
                </a:lnTo>
                <a:cubicBezTo>
                  <a:pt x="2149" y="9894"/>
                  <a:pt x="2131" y="9934"/>
                  <a:pt x="1450" y="9934"/>
                </a:cubicBezTo>
                <a:cubicBezTo>
                  <a:pt x="971" y="9946"/>
                  <a:pt x="846" y="9887"/>
                  <a:pt x="573" y="9864"/>
                </a:cubicBezTo>
                <a:cubicBezTo>
                  <a:pt x="372" y="9778"/>
                  <a:pt x="378" y="9854"/>
                  <a:pt x="250" y="9642"/>
                </a:cubicBezTo>
                <a:cubicBezTo>
                  <a:pt x="179" y="9525"/>
                  <a:pt x="177" y="9398"/>
                  <a:pt x="147" y="9093"/>
                </a:cubicBezTo>
                <a:cubicBezTo>
                  <a:pt x="111" y="8126"/>
                  <a:pt x="132" y="5472"/>
                  <a:pt x="119" y="4059"/>
                </a:cubicBezTo>
                <a:cubicBezTo>
                  <a:pt x="107" y="2647"/>
                  <a:pt x="-62" y="1347"/>
                  <a:pt x="23" y="710"/>
                </a:cubicBezTo>
                <a:close/>
              </a:path>
            </a:pathLst>
          </a:cu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Afbeelding invoegen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pic>
        <p:nvPicPr>
          <p:cNvPr id="5" name="kringeltje">
            <a:extLst>
              <a:ext uri="{FF2B5EF4-FFF2-40B4-BE49-F238E27FC236}">
                <a16:creationId xmlns:a16="http://schemas.microsoft.com/office/drawing/2014/main" id="{38EB7E27-E4F7-75C3-ADCA-AED0F7C3D7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668027">
            <a:off x="69262" y="6100777"/>
            <a:ext cx="644625" cy="66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3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en dia Praktisc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058ACBC-2573-08C8-828B-BE278FF486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jdelijke aanduiding voor afbeelding 4">
            <a:extLst>
              <a:ext uri="{FF2B5EF4-FFF2-40B4-BE49-F238E27FC236}">
                <a16:creationId xmlns:a16="http://schemas.microsoft.com/office/drawing/2014/main" id="{056AAC2C-4E90-37E1-165C-88D3CDF9EC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04533" y="157507"/>
            <a:ext cx="5899279" cy="6542985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284 w 10000"/>
              <a:gd name="connsiteY0" fmla="*/ 232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284 w 10000"/>
              <a:gd name="connsiteY10" fmla="*/ 232 h 10000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29 h 10297"/>
              <a:gd name="connsiteX1" fmla="*/ 2311 w 10000"/>
              <a:gd name="connsiteY1" fmla="*/ 27 h 10297"/>
              <a:gd name="connsiteX2" fmla="*/ 3638 w 10000"/>
              <a:gd name="connsiteY2" fmla="*/ 1175 h 10297"/>
              <a:gd name="connsiteX3" fmla="*/ 7500 w 10000"/>
              <a:gd name="connsiteY3" fmla="*/ 297 h 10297"/>
              <a:gd name="connsiteX4" fmla="*/ 10000 w 10000"/>
              <a:gd name="connsiteY4" fmla="*/ 1297 h 10297"/>
              <a:gd name="connsiteX5" fmla="*/ 10000 w 10000"/>
              <a:gd name="connsiteY5" fmla="*/ 9297 h 10297"/>
              <a:gd name="connsiteX6" fmla="*/ 7500 w 10000"/>
              <a:gd name="connsiteY6" fmla="*/ 8297 h 10297"/>
              <a:gd name="connsiteX7" fmla="*/ 5000 w 10000"/>
              <a:gd name="connsiteY7" fmla="*/ 9297 h 10297"/>
              <a:gd name="connsiteX8" fmla="*/ 2500 w 10000"/>
              <a:gd name="connsiteY8" fmla="*/ 10297 h 10297"/>
              <a:gd name="connsiteX9" fmla="*/ 0 w 10000"/>
              <a:gd name="connsiteY9" fmla="*/ 9297 h 10297"/>
              <a:gd name="connsiteX10" fmla="*/ 284 w 10000"/>
              <a:gd name="connsiteY10" fmla="*/ 529 h 10297"/>
              <a:gd name="connsiteX0" fmla="*/ 284 w 10000"/>
              <a:gd name="connsiteY0" fmla="*/ 510 h 10278"/>
              <a:gd name="connsiteX1" fmla="*/ 1944 w 10000"/>
              <a:gd name="connsiteY1" fmla="*/ 30 h 10278"/>
              <a:gd name="connsiteX2" fmla="*/ 3638 w 10000"/>
              <a:gd name="connsiteY2" fmla="*/ 1156 h 10278"/>
              <a:gd name="connsiteX3" fmla="*/ 7500 w 10000"/>
              <a:gd name="connsiteY3" fmla="*/ 278 h 10278"/>
              <a:gd name="connsiteX4" fmla="*/ 10000 w 10000"/>
              <a:gd name="connsiteY4" fmla="*/ 1278 h 10278"/>
              <a:gd name="connsiteX5" fmla="*/ 10000 w 10000"/>
              <a:gd name="connsiteY5" fmla="*/ 9278 h 10278"/>
              <a:gd name="connsiteX6" fmla="*/ 7500 w 10000"/>
              <a:gd name="connsiteY6" fmla="*/ 8278 h 10278"/>
              <a:gd name="connsiteX7" fmla="*/ 5000 w 10000"/>
              <a:gd name="connsiteY7" fmla="*/ 9278 h 10278"/>
              <a:gd name="connsiteX8" fmla="*/ 2500 w 10000"/>
              <a:gd name="connsiteY8" fmla="*/ 10278 h 10278"/>
              <a:gd name="connsiteX9" fmla="*/ 0 w 10000"/>
              <a:gd name="connsiteY9" fmla="*/ 9278 h 10278"/>
              <a:gd name="connsiteX10" fmla="*/ 284 w 10000"/>
              <a:gd name="connsiteY10" fmla="*/ 510 h 10278"/>
              <a:gd name="connsiteX0" fmla="*/ 284 w 10000"/>
              <a:gd name="connsiteY0" fmla="*/ 483 h 10251"/>
              <a:gd name="connsiteX1" fmla="*/ 1944 w 10000"/>
              <a:gd name="connsiteY1" fmla="*/ 3 h 10251"/>
              <a:gd name="connsiteX2" fmla="*/ 3638 w 10000"/>
              <a:gd name="connsiteY2" fmla="*/ 1129 h 10251"/>
              <a:gd name="connsiteX3" fmla="*/ 7500 w 10000"/>
              <a:gd name="connsiteY3" fmla="*/ 251 h 10251"/>
              <a:gd name="connsiteX4" fmla="*/ 10000 w 10000"/>
              <a:gd name="connsiteY4" fmla="*/ 1251 h 10251"/>
              <a:gd name="connsiteX5" fmla="*/ 10000 w 10000"/>
              <a:gd name="connsiteY5" fmla="*/ 9251 h 10251"/>
              <a:gd name="connsiteX6" fmla="*/ 7500 w 10000"/>
              <a:gd name="connsiteY6" fmla="*/ 8251 h 10251"/>
              <a:gd name="connsiteX7" fmla="*/ 5000 w 10000"/>
              <a:gd name="connsiteY7" fmla="*/ 9251 h 10251"/>
              <a:gd name="connsiteX8" fmla="*/ 2500 w 10000"/>
              <a:gd name="connsiteY8" fmla="*/ 10251 h 10251"/>
              <a:gd name="connsiteX9" fmla="*/ 0 w 10000"/>
              <a:gd name="connsiteY9" fmla="*/ 9251 h 10251"/>
              <a:gd name="connsiteX10" fmla="*/ 284 w 10000"/>
              <a:gd name="connsiteY10" fmla="*/ 483 h 10251"/>
              <a:gd name="connsiteX0" fmla="*/ 284 w 10000"/>
              <a:gd name="connsiteY0" fmla="*/ 501 h 10269"/>
              <a:gd name="connsiteX1" fmla="*/ 1944 w 10000"/>
              <a:gd name="connsiteY1" fmla="*/ 21 h 10269"/>
              <a:gd name="connsiteX2" fmla="*/ 4100 w 10000"/>
              <a:gd name="connsiteY2" fmla="*/ 101 h 10269"/>
              <a:gd name="connsiteX3" fmla="*/ 7500 w 10000"/>
              <a:gd name="connsiteY3" fmla="*/ 269 h 10269"/>
              <a:gd name="connsiteX4" fmla="*/ 10000 w 10000"/>
              <a:gd name="connsiteY4" fmla="*/ 1269 h 10269"/>
              <a:gd name="connsiteX5" fmla="*/ 10000 w 10000"/>
              <a:gd name="connsiteY5" fmla="*/ 9269 h 10269"/>
              <a:gd name="connsiteX6" fmla="*/ 7500 w 10000"/>
              <a:gd name="connsiteY6" fmla="*/ 8269 h 10269"/>
              <a:gd name="connsiteX7" fmla="*/ 5000 w 10000"/>
              <a:gd name="connsiteY7" fmla="*/ 9269 h 10269"/>
              <a:gd name="connsiteX8" fmla="*/ 2500 w 10000"/>
              <a:gd name="connsiteY8" fmla="*/ 10269 h 10269"/>
              <a:gd name="connsiteX9" fmla="*/ 0 w 10000"/>
              <a:gd name="connsiteY9" fmla="*/ 9269 h 10269"/>
              <a:gd name="connsiteX10" fmla="*/ 284 w 10000"/>
              <a:gd name="connsiteY10" fmla="*/ 501 h 10269"/>
              <a:gd name="connsiteX0" fmla="*/ 284 w 10000"/>
              <a:gd name="connsiteY0" fmla="*/ 496 h 10264"/>
              <a:gd name="connsiteX1" fmla="*/ 1944 w 10000"/>
              <a:gd name="connsiteY1" fmla="*/ 16 h 10264"/>
              <a:gd name="connsiteX2" fmla="*/ 4100 w 10000"/>
              <a:gd name="connsiteY2" fmla="*/ 96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20 h 10288"/>
              <a:gd name="connsiteX1" fmla="*/ 1443 w 10000"/>
              <a:gd name="connsiteY1" fmla="*/ 40 h 10288"/>
              <a:gd name="connsiteX2" fmla="*/ 4349 w 10000"/>
              <a:gd name="connsiteY2" fmla="*/ 53 h 10288"/>
              <a:gd name="connsiteX3" fmla="*/ 7500 w 10000"/>
              <a:gd name="connsiteY3" fmla="*/ 288 h 10288"/>
              <a:gd name="connsiteX4" fmla="*/ 10000 w 10000"/>
              <a:gd name="connsiteY4" fmla="*/ 1288 h 10288"/>
              <a:gd name="connsiteX5" fmla="*/ 10000 w 10000"/>
              <a:gd name="connsiteY5" fmla="*/ 9288 h 10288"/>
              <a:gd name="connsiteX6" fmla="*/ 7500 w 10000"/>
              <a:gd name="connsiteY6" fmla="*/ 8288 h 10288"/>
              <a:gd name="connsiteX7" fmla="*/ 5000 w 10000"/>
              <a:gd name="connsiteY7" fmla="*/ 9288 h 10288"/>
              <a:gd name="connsiteX8" fmla="*/ 2500 w 10000"/>
              <a:gd name="connsiteY8" fmla="*/ 10288 h 10288"/>
              <a:gd name="connsiteX9" fmla="*/ 0 w 10000"/>
              <a:gd name="connsiteY9" fmla="*/ 9288 h 10288"/>
              <a:gd name="connsiteX10" fmla="*/ 284 w 10000"/>
              <a:gd name="connsiteY10" fmla="*/ 520 h 10288"/>
              <a:gd name="connsiteX0" fmla="*/ 284 w 10000"/>
              <a:gd name="connsiteY0" fmla="*/ 496 h 10264"/>
              <a:gd name="connsiteX1" fmla="*/ 1443 w 10000"/>
              <a:gd name="connsiteY1" fmla="*/ 16 h 10264"/>
              <a:gd name="connsiteX2" fmla="*/ 4349 w 10000"/>
              <a:gd name="connsiteY2" fmla="*/ 29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491 h 10259"/>
              <a:gd name="connsiteX1" fmla="*/ 1733 w 10000"/>
              <a:gd name="connsiteY1" fmla="*/ 18 h 10259"/>
              <a:gd name="connsiteX2" fmla="*/ 4349 w 10000"/>
              <a:gd name="connsiteY2" fmla="*/ 24 h 10259"/>
              <a:gd name="connsiteX3" fmla="*/ 7500 w 10000"/>
              <a:gd name="connsiteY3" fmla="*/ 259 h 10259"/>
              <a:gd name="connsiteX4" fmla="*/ 10000 w 10000"/>
              <a:gd name="connsiteY4" fmla="*/ 1259 h 10259"/>
              <a:gd name="connsiteX5" fmla="*/ 10000 w 10000"/>
              <a:gd name="connsiteY5" fmla="*/ 9259 h 10259"/>
              <a:gd name="connsiteX6" fmla="*/ 7500 w 10000"/>
              <a:gd name="connsiteY6" fmla="*/ 8259 h 10259"/>
              <a:gd name="connsiteX7" fmla="*/ 5000 w 10000"/>
              <a:gd name="connsiteY7" fmla="*/ 9259 h 10259"/>
              <a:gd name="connsiteX8" fmla="*/ 2500 w 10000"/>
              <a:gd name="connsiteY8" fmla="*/ 10259 h 10259"/>
              <a:gd name="connsiteX9" fmla="*/ 0 w 10000"/>
              <a:gd name="connsiteY9" fmla="*/ 9259 h 10259"/>
              <a:gd name="connsiteX10" fmla="*/ 284 w 10000"/>
              <a:gd name="connsiteY10" fmla="*/ 491 h 10259"/>
              <a:gd name="connsiteX0" fmla="*/ 284 w 10000"/>
              <a:gd name="connsiteY0" fmla="*/ 488 h 10256"/>
              <a:gd name="connsiteX1" fmla="*/ 1733 w 10000"/>
              <a:gd name="connsiteY1" fmla="*/ 15 h 10256"/>
              <a:gd name="connsiteX2" fmla="*/ 4349 w 10000"/>
              <a:gd name="connsiteY2" fmla="*/ 21 h 10256"/>
              <a:gd name="connsiteX3" fmla="*/ 7500 w 10000"/>
              <a:gd name="connsiteY3" fmla="*/ 256 h 10256"/>
              <a:gd name="connsiteX4" fmla="*/ 10000 w 10000"/>
              <a:gd name="connsiteY4" fmla="*/ 1256 h 10256"/>
              <a:gd name="connsiteX5" fmla="*/ 10000 w 10000"/>
              <a:gd name="connsiteY5" fmla="*/ 9256 h 10256"/>
              <a:gd name="connsiteX6" fmla="*/ 7500 w 10000"/>
              <a:gd name="connsiteY6" fmla="*/ 8256 h 10256"/>
              <a:gd name="connsiteX7" fmla="*/ 5000 w 10000"/>
              <a:gd name="connsiteY7" fmla="*/ 9256 h 10256"/>
              <a:gd name="connsiteX8" fmla="*/ 2500 w 10000"/>
              <a:gd name="connsiteY8" fmla="*/ 10256 h 10256"/>
              <a:gd name="connsiteX9" fmla="*/ 0 w 10000"/>
              <a:gd name="connsiteY9" fmla="*/ 9256 h 10256"/>
              <a:gd name="connsiteX10" fmla="*/ 284 w 10000"/>
              <a:gd name="connsiteY10" fmla="*/ 488 h 10256"/>
              <a:gd name="connsiteX0" fmla="*/ 284 w 10000"/>
              <a:gd name="connsiteY0" fmla="*/ 593 h 10361"/>
              <a:gd name="connsiteX1" fmla="*/ 1733 w 10000"/>
              <a:gd name="connsiteY1" fmla="*/ 120 h 10361"/>
              <a:gd name="connsiteX2" fmla="*/ 4349 w 10000"/>
              <a:gd name="connsiteY2" fmla="*/ 126 h 10361"/>
              <a:gd name="connsiteX3" fmla="*/ 7493 w 10000"/>
              <a:gd name="connsiteY3" fmla="*/ 82 h 10361"/>
              <a:gd name="connsiteX4" fmla="*/ 10000 w 10000"/>
              <a:gd name="connsiteY4" fmla="*/ 1361 h 10361"/>
              <a:gd name="connsiteX5" fmla="*/ 10000 w 10000"/>
              <a:gd name="connsiteY5" fmla="*/ 9361 h 10361"/>
              <a:gd name="connsiteX6" fmla="*/ 7500 w 10000"/>
              <a:gd name="connsiteY6" fmla="*/ 8361 h 10361"/>
              <a:gd name="connsiteX7" fmla="*/ 5000 w 10000"/>
              <a:gd name="connsiteY7" fmla="*/ 9361 h 10361"/>
              <a:gd name="connsiteX8" fmla="*/ 2500 w 10000"/>
              <a:gd name="connsiteY8" fmla="*/ 10361 h 10361"/>
              <a:gd name="connsiteX9" fmla="*/ 0 w 10000"/>
              <a:gd name="connsiteY9" fmla="*/ 9361 h 10361"/>
              <a:gd name="connsiteX10" fmla="*/ 284 w 10000"/>
              <a:gd name="connsiteY10" fmla="*/ 593 h 10361"/>
              <a:gd name="connsiteX0" fmla="*/ 284 w 10000"/>
              <a:gd name="connsiteY0" fmla="*/ 511 h 10279"/>
              <a:gd name="connsiteX1" fmla="*/ 1733 w 10000"/>
              <a:gd name="connsiteY1" fmla="*/ 38 h 10279"/>
              <a:gd name="connsiteX2" fmla="*/ 4349 w 10000"/>
              <a:gd name="connsiteY2" fmla="*/ 44 h 10279"/>
              <a:gd name="connsiteX3" fmla="*/ 7493 w 10000"/>
              <a:gd name="connsiteY3" fmla="*/ 0 h 10279"/>
              <a:gd name="connsiteX4" fmla="*/ 10000 w 10000"/>
              <a:gd name="connsiteY4" fmla="*/ 1279 h 10279"/>
              <a:gd name="connsiteX5" fmla="*/ 10000 w 10000"/>
              <a:gd name="connsiteY5" fmla="*/ 9279 h 10279"/>
              <a:gd name="connsiteX6" fmla="*/ 7500 w 10000"/>
              <a:gd name="connsiteY6" fmla="*/ 8279 h 10279"/>
              <a:gd name="connsiteX7" fmla="*/ 5000 w 10000"/>
              <a:gd name="connsiteY7" fmla="*/ 9279 h 10279"/>
              <a:gd name="connsiteX8" fmla="*/ 2500 w 10000"/>
              <a:gd name="connsiteY8" fmla="*/ 10279 h 10279"/>
              <a:gd name="connsiteX9" fmla="*/ 0 w 10000"/>
              <a:gd name="connsiteY9" fmla="*/ 9279 h 10279"/>
              <a:gd name="connsiteX10" fmla="*/ 284 w 10000"/>
              <a:gd name="connsiteY10" fmla="*/ 511 h 10279"/>
              <a:gd name="connsiteX0" fmla="*/ 284 w 10092"/>
              <a:gd name="connsiteY0" fmla="*/ 535 h 10303"/>
              <a:gd name="connsiteX1" fmla="*/ 1733 w 10092"/>
              <a:gd name="connsiteY1" fmla="*/ 62 h 10303"/>
              <a:gd name="connsiteX2" fmla="*/ 4349 w 10092"/>
              <a:gd name="connsiteY2" fmla="*/ 68 h 10303"/>
              <a:gd name="connsiteX3" fmla="*/ 7493 w 10092"/>
              <a:gd name="connsiteY3" fmla="*/ 24 h 10303"/>
              <a:gd name="connsiteX4" fmla="*/ 10092 w 10092"/>
              <a:gd name="connsiteY4" fmla="*/ 354 h 10303"/>
              <a:gd name="connsiteX5" fmla="*/ 10000 w 10092"/>
              <a:gd name="connsiteY5" fmla="*/ 9303 h 10303"/>
              <a:gd name="connsiteX6" fmla="*/ 7500 w 10092"/>
              <a:gd name="connsiteY6" fmla="*/ 8303 h 10303"/>
              <a:gd name="connsiteX7" fmla="*/ 5000 w 10092"/>
              <a:gd name="connsiteY7" fmla="*/ 9303 h 10303"/>
              <a:gd name="connsiteX8" fmla="*/ 2500 w 10092"/>
              <a:gd name="connsiteY8" fmla="*/ 10303 h 10303"/>
              <a:gd name="connsiteX9" fmla="*/ 0 w 10092"/>
              <a:gd name="connsiteY9" fmla="*/ 9303 h 10303"/>
              <a:gd name="connsiteX10" fmla="*/ 284 w 10092"/>
              <a:gd name="connsiteY10" fmla="*/ 535 h 10303"/>
              <a:gd name="connsiteX0" fmla="*/ 284 w 10092"/>
              <a:gd name="connsiteY0" fmla="*/ 557 h 10325"/>
              <a:gd name="connsiteX1" fmla="*/ 1733 w 10092"/>
              <a:gd name="connsiteY1" fmla="*/ 84 h 10325"/>
              <a:gd name="connsiteX2" fmla="*/ 4349 w 10092"/>
              <a:gd name="connsiteY2" fmla="*/ 90 h 10325"/>
              <a:gd name="connsiteX3" fmla="*/ 7493 w 10092"/>
              <a:gd name="connsiteY3" fmla="*/ 46 h 10325"/>
              <a:gd name="connsiteX4" fmla="*/ 10092 w 10092"/>
              <a:gd name="connsiteY4" fmla="*/ 376 h 10325"/>
              <a:gd name="connsiteX5" fmla="*/ 10000 w 10092"/>
              <a:gd name="connsiteY5" fmla="*/ 9325 h 10325"/>
              <a:gd name="connsiteX6" fmla="*/ 7500 w 10092"/>
              <a:gd name="connsiteY6" fmla="*/ 8325 h 10325"/>
              <a:gd name="connsiteX7" fmla="*/ 5000 w 10092"/>
              <a:gd name="connsiteY7" fmla="*/ 9325 h 10325"/>
              <a:gd name="connsiteX8" fmla="*/ 2500 w 10092"/>
              <a:gd name="connsiteY8" fmla="*/ 10325 h 10325"/>
              <a:gd name="connsiteX9" fmla="*/ 0 w 10092"/>
              <a:gd name="connsiteY9" fmla="*/ 9325 h 10325"/>
              <a:gd name="connsiteX10" fmla="*/ 284 w 10092"/>
              <a:gd name="connsiteY10" fmla="*/ 557 h 10325"/>
              <a:gd name="connsiteX0" fmla="*/ 284 w 10134"/>
              <a:gd name="connsiteY0" fmla="*/ 561 h 10329"/>
              <a:gd name="connsiteX1" fmla="*/ 1733 w 10134"/>
              <a:gd name="connsiteY1" fmla="*/ 88 h 10329"/>
              <a:gd name="connsiteX2" fmla="*/ 4349 w 10134"/>
              <a:gd name="connsiteY2" fmla="*/ 94 h 10329"/>
              <a:gd name="connsiteX3" fmla="*/ 7493 w 10134"/>
              <a:gd name="connsiteY3" fmla="*/ 50 h 10329"/>
              <a:gd name="connsiteX4" fmla="*/ 10134 w 10134"/>
              <a:gd name="connsiteY4" fmla="*/ 373 h 10329"/>
              <a:gd name="connsiteX5" fmla="*/ 10000 w 10134"/>
              <a:gd name="connsiteY5" fmla="*/ 9329 h 10329"/>
              <a:gd name="connsiteX6" fmla="*/ 7500 w 10134"/>
              <a:gd name="connsiteY6" fmla="*/ 8329 h 10329"/>
              <a:gd name="connsiteX7" fmla="*/ 5000 w 10134"/>
              <a:gd name="connsiteY7" fmla="*/ 9329 h 10329"/>
              <a:gd name="connsiteX8" fmla="*/ 2500 w 10134"/>
              <a:gd name="connsiteY8" fmla="*/ 10329 h 10329"/>
              <a:gd name="connsiteX9" fmla="*/ 0 w 10134"/>
              <a:gd name="connsiteY9" fmla="*/ 9329 h 10329"/>
              <a:gd name="connsiteX10" fmla="*/ 284 w 10134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402"/>
              <a:gd name="connsiteX1" fmla="*/ 1733 w 10136"/>
              <a:gd name="connsiteY1" fmla="*/ 88 h 10402"/>
              <a:gd name="connsiteX2" fmla="*/ 4349 w 10136"/>
              <a:gd name="connsiteY2" fmla="*/ 94 h 10402"/>
              <a:gd name="connsiteX3" fmla="*/ 7493 w 10136"/>
              <a:gd name="connsiteY3" fmla="*/ 50 h 10402"/>
              <a:gd name="connsiteX4" fmla="*/ 10134 w 10136"/>
              <a:gd name="connsiteY4" fmla="*/ 373 h 10402"/>
              <a:gd name="connsiteX5" fmla="*/ 10127 w 10136"/>
              <a:gd name="connsiteY5" fmla="*/ 9555 h 10402"/>
              <a:gd name="connsiteX6" fmla="*/ 9082 w 10136"/>
              <a:gd name="connsiteY6" fmla="*/ 10399 h 10402"/>
              <a:gd name="connsiteX7" fmla="*/ 5000 w 10136"/>
              <a:gd name="connsiteY7" fmla="*/ 9329 h 10402"/>
              <a:gd name="connsiteX8" fmla="*/ 2500 w 10136"/>
              <a:gd name="connsiteY8" fmla="*/ 10329 h 10402"/>
              <a:gd name="connsiteX9" fmla="*/ 0 w 10136"/>
              <a:gd name="connsiteY9" fmla="*/ 9329 h 10402"/>
              <a:gd name="connsiteX10" fmla="*/ 284 w 10136"/>
              <a:gd name="connsiteY10" fmla="*/ 561 h 10402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461"/>
              <a:gd name="connsiteX1" fmla="*/ 1733 w 10136"/>
              <a:gd name="connsiteY1" fmla="*/ 88 h 10461"/>
              <a:gd name="connsiteX2" fmla="*/ 4349 w 10136"/>
              <a:gd name="connsiteY2" fmla="*/ 94 h 10461"/>
              <a:gd name="connsiteX3" fmla="*/ 7493 w 10136"/>
              <a:gd name="connsiteY3" fmla="*/ 50 h 10461"/>
              <a:gd name="connsiteX4" fmla="*/ 10134 w 10136"/>
              <a:gd name="connsiteY4" fmla="*/ 373 h 10461"/>
              <a:gd name="connsiteX5" fmla="*/ 10127 w 10136"/>
              <a:gd name="connsiteY5" fmla="*/ 9555 h 10461"/>
              <a:gd name="connsiteX6" fmla="*/ 9082 w 10136"/>
              <a:gd name="connsiteY6" fmla="*/ 10399 h 10461"/>
              <a:gd name="connsiteX7" fmla="*/ 5219 w 10136"/>
              <a:gd name="connsiteY7" fmla="*/ 10391 h 10461"/>
              <a:gd name="connsiteX8" fmla="*/ 2500 w 10136"/>
              <a:gd name="connsiteY8" fmla="*/ 10329 h 10461"/>
              <a:gd name="connsiteX9" fmla="*/ 0 w 10136"/>
              <a:gd name="connsiteY9" fmla="*/ 9329 h 10461"/>
              <a:gd name="connsiteX10" fmla="*/ 284 w 10136"/>
              <a:gd name="connsiteY10" fmla="*/ 561 h 10461"/>
              <a:gd name="connsiteX0" fmla="*/ 284 w 10136"/>
              <a:gd name="connsiteY0" fmla="*/ 561 h 10401"/>
              <a:gd name="connsiteX1" fmla="*/ 1733 w 10136"/>
              <a:gd name="connsiteY1" fmla="*/ 88 h 10401"/>
              <a:gd name="connsiteX2" fmla="*/ 4349 w 10136"/>
              <a:gd name="connsiteY2" fmla="*/ 94 h 10401"/>
              <a:gd name="connsiteX3" fmla="*/ 7493 w 10136"/>
              <a:gd name="connsiteY3" fmla="*/ 50 h 10401"/>
              <a:gd name="connsiteX4" fmla="*/ 10134 w 10136"/>
              <a:gd name="connsiteY4" fmla="*/ 373 h 10401"/>
              <a:gd name="connsiteX5" fmla="*/ 10127 w 10136"/>
              <a:gd name="connsiteY5" fmla="*/ 9555 h 10401"/>
              <a:gd name="connsiteX6" fmla="*/ 9082 w 10136"/>
              <a:gd name="connsiteY6" fmla="*/ 10399 h 10401"/>
              <a:gd name="connsiteX7" fmla="*/ 5219 w 10136"/>
              <a:gd name="connsiteY7" fmla="*/ 10391 h 10401"/>
              <a:gd name="connsiteX8" fmla="*/ 2500 w 10136"/>
              <a:gd name="connsiteY8" fmla="*/ 10329 h 10401"/>
              <a:gd name="connsiteX9" fmla="*/ 0 w 10136"/>
              <a:gd name="connsiteY9" fmla="*/ 9329 h 10401"/>
              <a:gd name="connsiteX10" fmla="*/ 284 w 10136"/>
              <a:gd name="connsiteY10" fmla="*/ 561 h 10401"/>
              <a:gd name="connsiteX0" fmla="*/ 284 w 10136"/>
              <a:gd name="connsiteY0" fmla="*/ 561 h 10455"/>
              <a:gd name="connsiteX1" fmla="*/ 1733 w 10136"/>
              <a:gd name="connsiteY1" fmla="*/ 88 h 10455"/>
              <a:gd name="connsiteX2" fmla="*/ 4349 w 10136"/>
              <a:gd name="connsiteY2" fmla="*/ 94 h 10455"/>
              <a:gd name="connsiteX3" fmla="*/ 7493 w 10136"/>
              <a:gd name="connsiteY3" fmla="*/ 50 h 10455"/>
              <a:gd name="connsiteX4" fmla="*/ 10134 w 10136"/>
              <a:gd name="connsiteY4" fmla="*/ 373 h 10455"/>
              <a:gd name="connsiteX5" fmla="*/ 10127 w 10136"/>
              <a:gd name="connsiteY5" fmla="*/ 9555 h 10455"/>
              <a:gd name="connsiteX6" fmla="*/ 9082 w 10136"/>
              <a:gd name="connsiteY6" fmla="*/ 10399 h 10455"/>
              <a:gd name="connsiteX7" fmla="*/ 5219 w 10136"/>
              <a:gd name="connsiteY7" fmla="*/ 10391 h 10455"/>
              <a:gd name="connsiteX8" fmla="*/ 2465 w 10136"/>
              <a:gd name="connsiteY8" fmla="*/ 10455 h 10455"/>
              <a:gd name="connsiteX9" fmla="*/ 0 w 10136"/>
              <a:gd name="connsiteY9" fmla="*/ 9329 h 10455"/>
              <a:gd name="connsiteX10" fmla="*/ 284 w 10136"/>
              <a:gd name="connsiteY10" fmla="*/ 561 h 10455"/>
              <a:gd name="connsiteX0" fmla="*/ 242 w 10094"/>
              <a:gd name="connsiteY0" fmla="*/ 561 h 10483"/>
              <a:gd name="connsiteX1" fmla="*/ 1691 w 10094"/>
              <a:gd name="connsiteY1" fmla="*/ 88 h 10483"/>
              <a:gd name="connsiteX2" fmla="*/ 4307 w 10094"/>
              <a:gd name="connsiteY2" fmla="*/ 94 h 10483"/>
              <a:gd name="connsiteX3" fmla="*/ 7451 w 10094"/>
              <a:gd name="connsiteY3" fmla="*/ 50 h 10483"/>
              <a:gd name="connsiteX4" fmla="*/ 10092 w 10094"/>
              <a:gd name="connsiteY4" fmla="*/ 373 h 10483"/>
              <a:gd name="connsiteX5" fmla="*/ 10085 w 10094"/>
              <a:gd name="connsiteY5" fmla="*/ 9555 h 10483"/>
              <a:gd name="connsiteX6" fmla="*/ 9040 w 10094"/>
              <a:gd name="connsiteY6" fmla="*/ 10399 h 10483"/>
              <a:gd name="connsiteX7" fmla="*/ 5177 w 10094"/>
              <a:gd name="connsiteY7" fmla="*/ 10391 h 10483"/>
              <a:gd name="connsiteX8" fmla="*/ 2423 w 10094"/>
              <a:gd name="connsiteY8" fmla="*/ 10455 h 10483"/>
              <a:gd name="connsiteX9" fmla="*/ 0 w 10094"/>
              <a:gd name="connsiteY9" fmla="*/ 10085 h 10483"/>
              <a:gd name="connsiteX10" fmla="*/ 242 w 10094"/>
              <a:gd name="connsiteY10" fmla="*/ 561 h 10483"/>
              <a:gd name="connsiteX0" fmla="*/ 242 w 10094"/>
              <a:gd name="connsiteY0" fmla="*/ 561 h 10455"/>
              <a:gd name="connsiteX1" fmla="*/ 1691 w 10094"/>
              <a:gd name="connsiteY1" fmla="*/ 88 h 10455"/>
              <a:gd name="connsiteX2" fmla="*/ 4307 w 10094"/>
              <a:gd name="connsiteY2" fmla="*/ 94 h 10455"/>
              <a:gd name="connsiteX3" fmla="*/ 7451 w 10094"/>
              <a:gd name="connsiteY3" fmla="*/ 50 h 10455"/>
              <a:gd name="connsiteX4" fmla="*/ 10092 w 10094"/>
              <a:gd name="connsiteY4" fmla="*/ 373 h 10455"/>
              <a:gd name="connsiteX5" fmla="*/ 10085 w 10094"/>
              <a:gd name="connsiteY5" fmla="*/ 9555 h 10455"/>
              <a:gd name="connsiteX6" fmla="*/ 9040 w 10094"/>
              <a:gd name="connsiteY6" fmla="*/ 10399 h 10455"/>
              <a:gd name="connsiteX7" fmla="*/ 5177 w 10094"/>
              <a:gd name="connsiteY7" fmla="*/ 10391 h 10455"/>
              <a:gd name="connsiteX8" fmla="*/ 2423 w 10094"/>
              <a:gd name="connsiteY8" fmla="*/ 10455 h 10455"/>
              <a:gd name="connsiteX9" fmla="*/ 0 w 10094"/>
              <a:gd name="connsiteY9" fmla="*/ 10085 h 10455"/>
              <a:gd name="connsiteX10" fmla="*/ 242 w 10094"/>
              <a:gd name="connsiteY10" fmla="*/ 561 h 10455"/>
              <a:gd name="connsiteX0" fmla="*/ 15 w 9867"/>
              <a:gd name="connsiteY0" fmla="*/ 561 h 10550"/>
              <a:gd name="connsiteX1" fmla="*/ 1464 w 9867"/>
              <a:gd name="connsiteY1" fmla="*/ 88 h 10550"/>
              <a:gd name="connsiteX2" fmla="*/ 4080 w 9867"/>
              <a:gd name="connsiteY2" fmla="*/ 94 h 10550"/>
              <a:gd name="connsiteX3" fmla="*/ 7224 w 9867"/>
              <a:gd name="connsiteY3" fmla="*/ 50 h 10550"/>
              <a:gd name="connsiteX4" fmla="*/ 9865 w 9867"/>
              <a:gd name="connsiteY4" fmla="*/ 373 h 10550"/>
              <a:gd name="connsiteX5" fmla="*/ 9858 w 9867"/>
              <a:gd name="connsiteY5" fmla="*/ 9555 h 10550"/>
              <a:gd name="connsiteX6" fmla="*/ 8813 w 9867"/>
              <a:gd name="connsiteY6" fmla="*/ 10399 h 10550"/>
              <a:gd name="connsiteX7" fmla="*/ 4950 w 9867"/>
              <a:gd name="connsiteY7" fmla="*/ 10391 h 10550"/>
              <a:gd name="connsiteX8" fmla="*/ 2196 w 9867"/>
              <a:gd name="connsiteY8" fmla="*/ 10455 h 10550"/>
              <a:gd name="connsiteX9" fmla="*/ 225 w 9867"/>
              <a:gd name="connsiteY9" fmla="*/ 10423 h 10550"/>
              <a:gd name="connsiteX10" fmla="*/ 15 w 9867"/>
              <a:gd name="connsiteY10" fmla="*/ 561 h 10550"/>
              <a:gd name="connsiteX0" fmla="*/ 15 w 10000"/>
              <a:gd name="connsiteY0" fmla="*/ 532 h 10000"/>
              <a:gd name="connsiteX1" fmla="*/ 1484 w 10000"/>
              <a:gd name="connsiteY1" fmla="*/ 83 h 10000"/>
              <a:gd name="connsiteX2" fmla="*/ 4135 w 10000"/>
              <a:gd name="connsiteY2" fmla="*/ 89 h 10000"/>
              <a:gd name="connsiteX3" fmla="*/ 7321 w 10000"/>
              <a:gd name="connsiteY3" fmla="*/ 47 h 10000"/>
              <a:gd name="connsiteX4" fmla="*/ 9998 w 10000"/>
              <a:gd name="connsiteY4" fmla="*/ 354 h 10000"/>
              <a:gd name="connsiteX5" fmla="*/ 9991 w 10000"/>
              <a:gd name="connsiteY5" fmla="*/ 9057 h 10000"/>
              <a:gd name="connsiteX6" fmla="*/ 8932 w 10000"/>
              <a:gd name="connsiteY6" fmla="*/ 9857 h 10000"/>
              <a:gd name="connsiteX7" fmla="*/ 5017 w 10000"/>
              <a:gd name="connsiteY7" fmla="*/ 9849 h 10000"/>
              <a:gd name="connsiteX8" fmla="*/ 2226 w 10000"/>
              <a:gd name="connsiteY8" fmla="*/ 9910 h 10000"/>
              <a:gd name="connsiteX9" fmla="*/ 228 w 10000"/>
              <a:gd name="connsiteY9" fmla="*/ 9880 h 10000"/>
              <a:gd name="connsiteX10" fmla="*/ 15 w 10000"/>
              <a:gd name="connsiteY10" fmla="*/ 532 h 10000"/>
              <a:gd name="connsiteX0" fmla="*/ 19 w 10004"/>
              <a:gd name="connsiteY0" fmla="*/ 532 h 10005"/>
              <a:gd name="connsiteX1" fmla="*/ 1488 w 10004"/>
              <a:gd name="connsiteY1" fmla="*/ 83 h 10005"/>
              <a:gd name="connsiteX2" fmla="*/ 4139 w 10004"/>
              <a:gd name="connsiteY2" fmla="*/ 89 h 10005"/>
              <a:gd name="connsiteX3" fmla="*/ 7325 w 10004"/>
              <a:gd name="connsiteY3" fmla="*/ 47 h 10005"/>
              <a:gd name="connsiteX4" fmla="*/ 10002 w 10004"/>
              <a:gd name="connsiteY4" fmla="*/ 354 h 10005"/>
              <a:gd name="connsiteX5" fmla="*/ 9995 w 10004"/>
              <a:gd name="connsiteY5" fmla="*/ 9057 h 10005"/>
              <a:gd name="connsiteX6" fmla="*/ 8936 w 10004"/>
              <a:gd name="connsiteY6" fmla="*/ 9857 h 10005"/>
              <a:gd name="connsiteX7" fmla="*/ 5021 w 10004"/>
              <a:gd name="connsiteY7" fmla="*/ 9849 h 10005"/>
              <a:gd name="connsiteX8" fmla="*/ 2230 w 10004"/>
              <a:gd name="connsiteY8" fmla="*/ 9910 h 10005"/>
              <a:gd name="connsiteX9" fmla="*/ 125 w 10004"/>
              <a:gd name="connsiteY9" fmla="*/ 9886 h 10005"/>
              <a:gd name="connsiteX10" fmla="*/ 19 w 10004"/>
              <a:gd name="connsiteY10" fmla="*/ 532 h 10005"/>
              <a:gd name="connsiteX0" fmla="*/ 53 w 10038"/>
              <a:gd name="connsiteY0" fmla="*/ 532 h 10005"/>
              <a:gd name="connsiteX1" fmla="*/ 1522 w 10038"/>
              <a:gd name="connsiteY1" fmla="*/ 83 h 10005"/>
              <a:gd name="connsiteX2" fmla="*/ 4173 w 10038"/>
              <a:gd name="connsiteY2" fmla="*/ 89 h 10005"/>
              <a:gd name="connsiteX3" fmla="*/ 7359 w 10038"/>
              <a:gd name="connsiteY3" fmla="*/ 47 h 10005"/>
              <a:gd name="connsiteX4" fmla="*/ 10036 w 10038"/>
              <a:gd name="connsiteY4" fmla="*/ 354 h 10005"/>
              <a:gd name="connsiteX5" fmla="*/ 10029 w 10038"/>
              <a:gd name="connsiteY5" fmla="*/ 9057 h 10005"/>
              <a:gd name="connsiteX6" fmla="*/ 8970 w 10038"/>
              <a:gd name="connsiteY6" fmla="*/ 9857 h 10005"/>
              <a:gd name="connsiteX7" fmla="*/ 5055 w 10038"/>
              <a:gd name="connsiteY7" fmla="*/ 9849 h 10005"/>
              <a:gd name="connsiteX8" fmla="*/ 2264 w 10038"/>
              <a:gd name="connsiteY8" fmla="*/ 9910 h 10005"/>
              <a:gd name="connsiteX9" fmla="*/ 159 w 10038"/>
              <a:gd name="connsiteY9" fmla="*/ 9886 h 10005"/>
              <a:gd name="connsiteX10" fmla="*/ 53 w 10038"/>
              <a:gd name="connsiteY10" fmla="*/ 532 h 10005"/>
              <a:gd name="connsiteX0" fmla="*/ 294 w 10279"/>
              <a:gd name="connsiteY0" fmla="*/ 532 h 10023"/>
              <a:gd name="connsiteX1" fmla="*/ 1763 w 10279"/>
              <a:gd name="connsiteY1" fmla="*/ 83 h 10023"/>
              <a:gd name="connsiteX2" fmla="*/ 4414 w 10279"/>
              <a:gd name="connsiteY2" fmla="*/ 89 h 10023"/>
              <a:gd name="connsiteX3" fmla="*/ 7600 w 10279"/>
              <a:gd name="connsiteY3" fmla="*/ 47 h 10023"/>
              <a:gd name="connsiteX4" fmla="*/ 10277 w 10279"/>
              <a:gd name="connsiteY4" fmla="*/ 354 h 10023"/>
              <a:gd name="connsiteX5" fmla="*/ 10270 w 10279"/>
              <a:gd name="connsiteY5" fmla="*/ 9057 h 10023"/>
              <a:gd name="connsiteX6" fmla="*/ 9211 w 10279"/>
              <a:gd name="connsiteY6" fmla="*/ 9857 h 10023"/>
              <a:gd name="connsiteX7" fmla="*/ 5296 w 10279"/>
              <a:gd name="connsiteY7" fmla="*/ 9849 h 10023"/>
              <a:gd name="connsiteX8" fmla="*/ 2505 w 10279"/>
              <a:gd name="connsiteY8" fmla="*/ 9910 h 10023"/>
              <a:gd name="connsiteX9" fmla="*/ 400 w 10279"/>
              <a:gd name="connsiteY9" fmla="*/ 9886 h 10023"/>
              <a:gd name="connsiteX10" fmla="*/ 2 w 10279"/>
              <a:gd name="connsiteY10" fmla="*/ 9047 h 10023"/>
              <a:gd name="connsiteX11" fmla="*/ 294 w 10279"/>
              <a:gd name="connsiteY11" fmla="*/ 532 h 10023"/>
              <a:gd name="connsiteX0" fmla="*/ 294 w 10279"/>
              <a:gd name="connsiteY0" fmla="*/ 532 h 9926"/>
              <a:gd name="connsiteX1" fmla="*/ 1763 w 10279"/>
              <a:gd name="connsiteY1" fmla="*/ 83 h 9926"/>
              <a:gd name="connsiteX2" fmla="*/ 4414 w 10279"/>
              <a:gd name="connsiteY2" fmla="*/ 89 h 9926"/>
              <a:gd name="connsiteX3" fmla="*/ 7600 w 10279"/>
              <a:gd name="connsiteY3" fmla="*/ 47 h 9926"/>
              <a:gd name="connsiteX4" fmla="*/ 10277 w 10279"/>
              <a:gd name="connsiteY4" fmla="*/ 354 h 9926"/>
              <a:gd name="connsiteX5" fmla="*/ 10270 w 10279"/>
              <a:gd name="connsiteY5" fmla="*/ 9057 h 9926"/>
              <a:gd name="connsiteX6" fmla="*/ 9211 w 10279"/>
              <a:gd name="connsiteY6" fmla="*/ 9857 h 9926"/>
              <a:gd name="connsiteX7" fmla="*/ 5296 w 10279"/>
              <a:gd name="connsiteY7" fmla="*/ 9849 h 9926"/>
              <a:gd name="connsiteX8" fmla="*/ 2505 w 10279"/>
              <a:gd name="connsiteY8" fmla="*/ 9910 h 9926"/>
              <a:gd name="connsiteX9" fmla="*/ 400 w 10279"/>
              <a:gd name="connsiteY9" fmla="*/ 9886 h 9926"/>
              <a:gd name="connsiteX10" fmla="*/ 2 w 10279"/>
              <a:gd name="connsiteY10" fmla="*/ 9047 h 9926"/>
              <a:gd name="connsiteX11" fmla="*/ 294 w 10279"/>
              <a:gd name="connsiteY11" fmla="*/ 532 h 9926"/>
              <a:gd name="connsiteX0" fmla="*/ 439 w 10153"/>
              <a:gd name="connsiteY0" fmla="*/ 536 h 10005"/>
              <a:gd name="connsiteX1" fmla="*/ 1868 w 10153"/>
              <a:gd name="connsiteY1" fmla="*/ 84 h 10005"/>
              <a:gd name="connsiteX2" fmla="*/ 4447 w 10153"/>
              <a:gd name="connsiteY2" fmla="*/ 90 h 10005"/>
              <a:gd name="connsiteX3" fmla="*/ 7547 w 10153"/>
              <a:gd name="connsiteY3" fmla="*/ 47 h 10005"/>
              <a:gd name="connsiteX4" fmla="*/ 10151 w 10153"/>
              <a:gd name="connsiteY4" fmla="*/ 357 h 10005"/>
              <a:gd name="connsiteX5" fmla="*/ 10144 w 10153"/>
              <a:gd name="connsiteY5" fmla="*/ 9125 h 10005"/>
              <a:gd name="connsiteX6" fmla="*/ 9114 w 10153"/>
              <a:gd name="connsiteY6" fmla="*/ 9930 h 10005"/>
              <a:gd name="connsiteX7" fmla="*/ 5305 w 10153"/>
              <a:gd name="connsiteY7" fmla="*/ 9922 h 10005"/>
              <a:gd name="connsiteX8" fmla="*/ 2590 w 10153"/>
              <a:gd name="connsiteY8" fmla="*/ 9984 h 10005"/>
              <a:gd name="connsiteX9" fmla="*/ 542 w 10153"/>
              <a:gd name="connsiteY9" fmla="*/ 9960 h 10005"/>
              <a:gd name="connsiteX10" fmla="*/ 15 w 10153"/>
              <a:gd name="connsiteY10" fmla="*/ 9602 h 10005"/>
              <a:gd name="connsiteX11" fmla="*/ 155 w 10153"/>
              <a:gd name="connsiteY11" fmla="*/ 9114 h 10005"/>
              <a:gd name="connsiteX12" fmla="*/ 439 w 10153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80"/>
              <a:gd name="connsiteX1" fmla="*/ 1853 w 10138"/>
              <a:gd name="connsiteY1" fmla="*/ 84 h 10080"/>
              <a:gd name="connsiteX2" fmla="*/ 4432 w 10138"/>
              <a:gd name="connsiteY2" fmla="*/ 90 h 10080"/>
              <a:gd name="connsiteX3" fmla="*/ 7532 w 10138"/>
              <a:gd name="connsiteY3" fmla="*/ 47 h 10080"/>
              <a:gd name="connsiteX4" fmla="*/ 10136 w 10138"/>
              <a:gd name="connsiteY4" fmla="*/ 357 h 10080"/>
              <a:gd name="connsiteX5" fmla="*/ 10129 w 10138"/>
              <a:gd name="connsiteY5" fmla="*/ 9125 h 10080"/>
              <a:gd name="connsiteX6" fmla="*/ 9099 w 10138"/>
              <a:gd name="connsiteY6" fmla="*/ 9930 h 10080"/>
              <a:gd name="connsiteX7" fmla="*/ 5290 w 10138"/>
              <a:gd name="connsiteY7" fmla="*/ 9922 h 10080"/>
              <a:gd name="connsiteX8" fmla="*/ 2575 w 10138"/>
              <a:gd name="connsiteY8" fmla="*/ 9984 h 10080"/>
              <a:gd name="connsiteX9" fmla="*/ 771 w 10138"/>
              <a:gd name="connsiteY9" fmla="*/ 10055 h 10080"/>
              <a:gd name="connsiteX10" fmla="*/ 0 w 10138"/>
              <a:gd name="connsiteY10" fmla="*/ 9602 h 10080"/>
              <a:gd name="connsiteX11" fmla="*/ 140 w 10138"/>
              <a:gd name="connsiteY11" fmla="*/ 9114 h 10080"/>
              <a:gd name="connsiteX12" fmla="*/ 424 w 1013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1 w 10097"/>
              <a:gd name="connsiteY10" fmla="*/ 96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34 w 10048"/>
              <a:gd name="connsiteY0" fmla="*/ 536 h 10080"/>
              <a:gd name="connsiteX1" fmla="*/ 1763 w 10048"/>
              <a:gd name="connsiteY1" fmla="*/ 84 h 10080"/>
              <a:gd name="connsiteX2" fmla="*/ 4342 w 10048"/>
              <a:gd name="connsiteY2" fmla="*/ 90 h 10080"/>
              <a:gd name="connsiteX3" fmla="*/ 7442 w 10048"/>
              <a:gd name="connsiteY3" fmla="*/ 47 h 10080"/>
              <a:gd name="connsiteX4" fmla="*/ 10046 w 10048"/>
              <a:gd name="connsiteY4" fmla="*/ 357 h 10080"/>
              <a:gd name="connsiteX5" fmla="*/ 10039 w 10048"/>
              <a:gd name="connsiteY5" fmla="*/ 9125 h 10080"/>
              <a:gd name="connsiteX6" fmla="*/ 9009 w 10048"/>
              <a:gd name="connsiteY6" fmla="*/ 9930 h 10080"/>
              <a:gd name="connsiteX7" fmla="*/ 5200 w 10048"/>
              <a:gd name="connsiteY7" fmla="*/ 9922 h 10080"/>
              <a:gd name="connsiteX8" fmla="*/ 2485 w 10048"/>
              <a:gd name="connsiteY8" fmla="*/ 9984 h 10080"/>
              <a:gd name="connsiteX9" fmla="*/ 681 w 10048"/>
              <a:gd name="connsiteY9" fmla="*/ 10055 h 10080"/>
              <a:gd name="connsiteX10" fmla="*/ 29 w 10048"/>
              <a:gd name="connsiteY10" fmla="*/ 9741 h 10080"/>
              <a:gd name="connsiteX11" fmla="*/ 50 w 10048"/>
              <a:gd name="connsiteY11" fmla="*/ 9114 h 10080"/>
              <a:gd name="connsiteX12" fmla="*/ 334 w 10048"/>
              <a:gd name="connsiteY12" fmla="*/ 536 h 10080"/>
              <a:gd name="connsiteX0" fmla="*/ 317 w 10031"/>
              <a:gd name="connsiteY0" fmla="*/ 536 h 10080"/>
              <a:gd name="connsiteX1" fmla="*/ 1746 w 10031"/>
              <a:gd name="connsiteY1" fmla="*/ 84 h 10080"/>
              <a:gd name="connsiteX2" fmla="*/ 4325 w 10031"/>
              <a:gd name="connsiteY2" fmla="*/ 90 h 10080"/>
              <a:gd name="connsiteX3" fmla="*/ 7425 w 10031"/>
              <a:gd name="connsiteY3" fmla="*/ 47 h 10080"/>
              <a:gd name="connsiteX4" fmla="*/ 10029 w 10031"/>
              <a:gd name="connsiteY4" fmla="*/ 357 h 10080"/>
              <a:gd name="connsiteX5" fmla="*/ 10022 w 10031"/>
              <a:gd name="connsiteY5" fmla="*/ 9125 h 10080"/>
              <a:gd name="connsiteX6" fmla="*/ 8992 w 10031"/>
              <a:gd name="connsiteY6" fmla="*/ 9930 h 10080"/>
              <a:gd name="connsiteX7" fmla="*/ 5183 w 10031"/>
              <a:gd name="connsiteY7" fmla="*/ 9922 h 10080"/>
              <a:gd name="connsiteX8" fmla="*/ 2468 w 10031"/>
              <a:gd name="connsiteY8" fmla="*/ 9984 h 10080"/>
              <a:gd name="connsiteX9" fmla="*/ 664 w 10031"/>
              <a:gd name="connsiteY9" fmla="*/ 10055 h 10080"/>
              <a:gd name="connsiteX10" fmla="*/ 82 w 10031"/>
              <a:gd name="connsiteY10" fmla="*/ 9652 h 10080"/>
              <a:gd name="connsiteX11" fmla="*/ 33 w 10031"/>
              <a:gd name="connsiteY11" fmla="*/ 9114 h 10080"/>
              <a:gd name="connsiteX12" fmla="*/ 317 w 10031"/>
              <a:gd name="connsiteY12" fmla="*/ 536 h 10080"/>
              <a:gd name="connsiteX0" fmla="*/ 329 w 10043"/>
              <a:gd name="connsiteY0" fmla="*/ 536 h 10080"/>
              <a:gd name="connsiteX1" fmla="*/ 1758 w 10043"/>
              <a:gd name="connsiteY1" fmla="*/ 84 h 10080"/>
              <a:gd name="connsiteX2" fmla="*/ 4337 w 10043"/>
              <a:gd name="connsiteY2" fmla="*/ 90 h 10080"/>
              <a:gd name="connsiteX3" fmla="*/ 7437 w 10043"/>
              <a:gd name="connsiteY3" fmla="*/ 47 h 10080"/>
              <a:gd name="connsiteX4" fmla="*/ 10041 w 10043"/>
              <a:gd name="connsiteY4" fmla="*/ 357 h 10080"/>
              <a:gd name="connsiteX5" fmla="*/ 10034 w 10043"/>
              <a:gd name="connsiteY5" fmla="*/ 9125 h 10080"/>
              <a:gd name="connsiteX6" fmla="*/ 9004 w 10043"/>
              <a:gd name="connsiteY6" fmla="*/ 9930 h 10080"/>
              <a:gd name="connsiteX7" fmla="*/ 5195 w 10043"/>
              <a:gd name="connsiteY7" fmla="*/ 9922 h 10080"/>
              <a:gd name="connsiteX8" fmla="*/ 2480 w 10043"/>
              <a:gd name="connsiteY8" fmla="*/ 9984 h 10080"/>
              <a:gd name="connsiteX9" fmla="*/ 676 w 10043"/>
              <a:gd name="connsiteY9" fmla="*/ 10055 h 10080"/>
              <a:gd name="connsiteX10" fmla="*/ 94 w 10043"/>
              <a:gd name="connsiteY10" fmla="*/ 9652 h 10080"/>
              <a:gd name="connsiteX11" fmla="*/ 45 w 10043"/>
              <a:gd name="connsiteY11" fmla="*/ 9114 h 10080"/>
              <a:gd name="connsiteX12" fmla="*/ 329 w 10043"/>
              <a:gd name="connsiteY12" fmla="*/ 536 h 10080"/>
              <a:gd name="connsiteX0" fmla="*/ 354 w 10068"/>
              <a:gd name="connsiteY0" fmla="*/ 536 h 10080"/>
              <a:gd name="connsiteX1" fmla="*/ 1783 w 10068"/>
              <a:gd name="connsiteY1" fmla="*/ 84 h 10080"/>
              <a:gd name="connsiteX2" fmla="*/ 4362 w 10068"/>
              <a:gd name="connsiteY2" fmla="*/ 90 h 10080"/>
              <a:gd name="connsiteX3" fmla="*/ 7462 w 10068"/>
              <a:gd name="connsiteY3" fmla="*/ 47 h 10080"/>
              <a:gd name="connsiteX4" fmla="*/ 10066 w 10068"/>
              <a:gd name="connsiteY4" fmla="*/ 357 h 10080"/>
              <a:gd name="connsiteX5" fmla="*/ 10059 w 10068"/>
              <a:gd name="connsiteY5" fmla="*/ 9125 h 10080"/>
              <a:gd name="connsiteX6" fmla="*/ 9029 w 10068"/>
              <a:gd name="connsiteY6" fmla="*/ 9930 h 10080"/>
              <a:gd name="connsiteX7" fmla="*/ 5220 w 10068"/>
              <a:gd name="connsiteY7" fmla="*/ 9922 h 10080"/>
              <a:gd name="connsiteX8" fmla="*/ 2505 w 10068"/>
              <a:gd name="connsiteY8" fmla="*/ 9984 h 10080"/>
              <a:gd name="connsiteX9" fmla="*/ 701 w 10068"/>
              <a:gd name="connsiteY9" fmla="*/ 10055 h 10080"/>
              <a:gd name="connsiteX10" fmla="*/ 54 w 10068"/>
              <a:gd name="connsiteY10" fmla="*/ 9740 h 10080"/>
              <a:gd name="connsiteX11" fmla="*/ 70 w 10068"/>
              <a:gd name="connsiteY11" fmla="*/ 9114 h 10080"/>
              <a:gd name="connsiteX12" fmla="*/ 354 w 1006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04 w 10095"/>
              <a:gd name="connsiteY6" fmla="*/ 9802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264"/>
              <a:gd name="connsiteY0" fmla="*/ 505 h 10057"/>
              <a:gd name="connsiteX1" fmla="*/ 1812 w 10264"/>
              <a:gd name="connsiteY1" fmla="*/ 53 h 10057"/>
              <a:gd name="connsiteX2" fmla="*/ 4391 w 10264"/>
              <a:gd name="connsiteY2" fmla="*/ 59 h 10057"/>
              <a:gd name="connsiteX3" fmla="*/ 7491 w 10264"/>
              <a:gd name="connsiteY3" fmla="*/ 16 h 10057"/>
              <a:gd name="connsiteX4" fmla="*/ 10095 w 10264"/>
              <a:gd name="connsiteY4" fmla="*/ 326 h 10057"/>
              <a:gd name="connsiteX5" fmla="*/ 9987 w 10264"/>
              <a:gd name="connsiteY5" fmla="*/ 3016 h 10057"/>
              <a:gd name="connsiteX6" fmla="*/ 9942 w 10264"/>
              <a:gd name="connsiteY6" fmla="*/ 9094 h 10057"/>
              <a:gd name="connsiteX7" fmla="*/ 9831 w 10264"/>
              <a:gd name="connsiteY7" fmla="*/ 9683 h 10057"/>
              <a:gd name="connsiteX8" fmla="*/ 9058 w 10264"/>
              <a:gd name="connsiteY8" fmla="*/ 9899 h 10057"/>
              <a:gd name="connsiteX9" fmla="*/ 5249 w 10264"/>
              <a:gd name="connsiteY9" fmla="*/ 9891 h 10057"/>
              <a:gd name="connsiteX10" fmla="*/ 2534 w 10264"/>
              <a:gd name="connsiteY10" fmla="*/ 9953 h 10057"/>
              <a:gd name="connsiteX11" fmla="*/ 730 w 10264"/>
              <a:gd name="connsiteY11" fmla="*/ 10024 h 10057"/>
              <a:gd name="connsiteX12" fmla="*/ 83 w 10264"/>
              <a:gd name="connsiteY12" fmla="*/ 9709 h 10057"/>
              <a:gd name="connsiteX13" fmla="*/ 99 w 10264"/>
              <a:gd name="connsiteY13" fmla="*/ 9083 h 10057"/>
              <a:gd name="connsiteX14" fmla="*/ 383 w 10264"/>
              <a:gd name="connsiteY14" fmla="*/ 505 h 10057"/>
              <a:gd name="connsiteX0" fmla="*/ 383 w 10148"/>
              <a:gd name="connsiteY0" fmla="*/ 557 h 10109"/>
              <a:gd name="connsiteX1" fmla="*/ 1812 w 10148"/>
              <a:gd name="connsiteY1" fmla="*/ 105 h 10109"/>
              <a:gd name="connsiteX2" fmla="*/ 4391 w 10148"/>
              <a:gd name="connsiteY2" fmla="*/ 111 h 10109"/>
              <a:gd name="connsiteX3" fmla="*/ 7491 w 10148"/>
              <a:gd name="connsiteY3" fmla="*/ 68 h 10109"/>
              <a:gd name="connsiteX4" fmla="*/ 9939 w 10148"/>
              <a:gd name="connsiteY4" fmla="*/ 285 h 10109"/>
              <a:gd name="connsiteX5" fmla="*/ 9987 w 10148"/>
              <a:gd name="connsiteY5" fmla="*/ 3068 h 10109"/>
              <a:gd name="connsiteX6" fmla="*/ 9942 w 10148"/>
              <a:gd name="connsiteY6" fmla="*/ 9146 h 10109"/>
              <a:gd name="connsiteX7" fmla="*/ 9831 w 10148"/>
              <a:gd name="connsiteY7" fmla="*/ 9735 h 10109"/>
              <a:gd name="connsiteX8" fmla="*/ 9058 w 10148"/>
              <a:gd name="connsiteY8" fmla="*/ 9951 h 10109"/>
              <a:gd name="connsiteX9" fmla="*/ 5249 w 10148"/>
              <a:gd name="connsiteY9" fmla="*/ 9943 h 10109"/>
              <a:gd name="connsiteX10" fmla="*/ 2534 w 10148"/>
              <a:gd name="connsiteY10" fmla="*/ 10005 h 10109"/>
              <a:gd name="connsiteX11" fmla="*/ 730 w 10148"/>
              <a:gd name="connsiteY11" fmla="*/ 10076 h 10109"/>
              <a:gd name="connsiteX12" fmla="*/ 83 w 10148"/>
              <a:gd name="connsiteY12" fmla="*/ 9761 h 10109"/>
              <a:gd name="connsiteX13" fmla="*/ 99 w 10148"/>
              <a:gd name="connsiteY13" fmla="*/ 9135 h 10109"/>
              <a:gd name="connsiteX14" fmla="*/ 383 w 10148"/>
              <a:gd name="connsiteY14" fmla="*/ 557 h 10109"/>
              <a:gd name="connsiteX0" fmla="*/ 383 w 10023"/>
              <a:gd name="connsiteY0" fmla="*/ 557 h 10109"/>
              <a:gd name="connsiteX1" fmla="*/ 1812 w 10023"/>
              <a:gd name="connsiteY1" fmla="*/ 105 h 10109"/>
              <a:gd name="connsiteX2" fmla="*/ 4391 w 10023"/>
              <a:gd name="connsiteY2" fmla="*/ 111 h 10109"/>
              <a:gd name="connsiteX3" fmla="*/ 7491 w 10023"/>
              <a:gd name="connsiteY3" fmla="*/ 68 h 10109"/>
              <a:gd name="connsiteX4" fmla="*/ 9939 w 10023"/>
              <a:gd name="connsiteY4" fmla="*/ 285 h 10109"/>
              <a:gd name="connsiteX5" fmla="*/ 9987 w 10023"/>
              <a:gd name="connsiteY5" fmla="*/ 3068 h 10109"/>
              <a:gd name="connsiteX6" fmla="*/ 9942 w 10023"/>
              <a:gd name="connsiteY6" fmla="*/ 9146 h 10109"/>
              <a:gd name="connsiteX7" fmla="*/ 9831 w 10023"/>
              <a:gd name="connsiteY7" fmla="*/ 9735 h 10109"/>
              <a:gd name="connsiteX8" fmla="*/ 9058 w 10023"/>
              <a:gd name="connsiteY8" fmla="*/ 9951 h 10109"/>
              <a:gd name="connsiteX9" fmla="*/ 5249 w 10023"/>
              <a:gd name="connsiteY9" fmla="*/ 9943 h 10109"/>
              <a:gd name="connsiteX10" fmla="*/ 2534 w 10023"/>
              <a:gd name="connsiteY10" fmla="*/ 10005 h 10109"/>
              <a:gd name="connsiteX11" fmla="*/ 730 w 10023"/>
              <a:gd name="connsiteY11" fmla="*/ 10076 h 10109"/>
              <a:gd name="connsiteX12" fmla="*/ 83 w 10023"/>
              <a:gd name="connsiteY12" fmla="*/ 9761 h 10109"/>
              <a:gd name="connsiteX13" fmla="*/ 99 w 10023"/>
              <a:gd name="connsiteY13" fmla="*/ 9135 h 10109"/>
              <a:gd name="connsiteX14" fmla="*/ 383 w 10023"/>
              <a:gd name="connsiteY14" fmla="*/ 557 h 10109"/>
              <a:gd name="connsiteX0" fmla="*/ 383 w 10006"/>
              <a:gd name="connsiteY0" fmla="*/ 557 h 10109"/>
              <a:gd name="connsiteX1" fmla="*/ 1812 w 10006"/>
              <a:gd name="connsiteY1" fmla="*/ 105 h 10109"/>
              <a:gd name="connsiteX2" fmla="*/ 4391 w 10006"/>
              <a:gd name="connsiteY2" fmla="*/ 111 h 10109"/>
              <a:gd name="connsiteX3" fmla="*/ 7491 w 10006"/>
              <a:gd name="connsiteY3" fmla="*/ 68 h 10109"/>
              <a:gd name="connsiteX4" fmla="*/ 9939 w 10006"/>
              <a:gd name="connsiteY4" fmla="*/ 285 h 10109"/>
              <a:gd name="connsiteX5" fmla="*/ 9987 w 10006"/>
              <a:gd name="connsiteY5" fmla="*/ 3068 h 10109"/>
              <a:gd name="connsiteX6" fmla="*/ 9942 w 10006"/>
              <a:gd name="connsiteY6" fmla="*/ 9146 h 10109"/>
              <a:gd name="connsiteX7" fmla="*/ 9831 w 10006"/>
              <a:gd name="connsiteY7" fmla="*/ 9735 h 10109"/>
              <a:gd name="connsiteX8" fmla="*/ 9058 w 10006"/>
              <a:gd name="connsiteY8" fmla="*/ 9951 h 10109"/>
              <a:gd name="connsiteX9" fmla="*/ 5249 w 10006"/>
              <a:gd name="connsiteY9" fmla="*/ 9943 h 10109"/>
              <a:gd name="connsiteX10" fmla="*/ 2534 w 10006"/>
              <a:gd name="connsiteY10" fmla="*/ 10005 h 10109"/>
              <a:gd name="connsiteX11" fmla="*/ 730 w 10006"/>
              <a:gd name="connsiteY11" fmla="*/ 10076 h 10109"/>
              <a:gd name="connsiteX12" fmla="*/ 83 w 10006"/>
              <a:gd name="connsiteY12" fmla="*/ 9761 h 10109"/>
              <a:gd name="connsiteX13" fmla="*/ 99 w 10006"/>
              <a:gd name="connsiteY13" fmla="*/ 9135 h 10109"/>
              <a:gd name="connsiteX14" fmla="*/ 383 w 10006"/>
              <a:gd name="connsiteY14" fmla="*/ 557 h 10109"/>
              <a:gd name="connsiteX0" fmla="*/ 383 w 10019"/>
              <a:gd name="connsiteY0" fmla="*/ 557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383 w 10019"/>
              <a:gd name="connsiteY14" fmla="*/ 557 h 10109"/>
              <a:gd name="connsiteX0" fmla="*/ 270 w 10019"/>
              <a:gd name="connsiteY0" fmla="*/ 562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562 h 10109"/>
              <a:gd name="connsiteX1" fmla="*/ 1774 w 10019"/>
              <a:gd name="connsiteY1" fmla="*/ 9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789 h 10336"/>
              <a:gd name="connsiteX1" fmla="*/ 1009 w 10019"/>
              <a:gd name="connsiteY1" fmla="*/ 327 h 10336"/>
              <a:gd name="connsiteX2" fmla="*/ 1774 w 10019"/>
              <a:gd name="connsiteY2" fmla="*/ 322 h 10336"/>
              <a:gd name="connsiteX3" fmla="*/ 4391 w 10019"/>
              <a:gd name="connsiteY3" fmla="*/ 338 h 10336"/>
              <a:gd name="connsiteX4" fmla="*/ 7491 w 10019"/>
              <a:gd name="connsiteY4" fmla="*/ 295 h 10336"/>
              <a:gd name="connsiteX5" fmla="*/ 9939 w 10019"/>
              <a:gd name="connsiteY5" fmla="*/ 512 h 10336"/>
              <a:gd name="connsiteX6" fmla="*/ 9987 w 10019"/>
              <a:gd name="connsiteY6" fmla="*/ 3295 h 10336"/>
              <a:gd name="connsiteX7" fmla="*/ 9942 w 10019"/>
              <a:gd name="connsiteY7" fmla="*/ 9373 h 10336"/>
              <a:gd name="connsiteX8" fmla="*/ 9831 w 10019"/>
              <a:gd name="connsiteY8" fmla="*/ 9962 h 10336"/>
              <a:gd name="connsiteX9" fmla="*/ 9058 w 10019"/>
              <a:gd name="connsiteY9" fmla="*/ 10178 h 10336"/>
              <a:gd name="connsiteX10" fmla="*/ 5249 w 10019"/>
              <a:gd name="connsiteY10" fmla="*/ 10170 h 10336"/>
              <a:gd name="connsiteX11" fmla="*/ 2534 w 10019"/>
              <a:gd name="connsiteY11" fmla="*/ 10232 h 10336"/>
              <a:gd name="connsiteX12" fmla="*/ 730 w 10019"/>
              <a:gd name="connsiteY12" fmla="*/ 10303 h 10336"/>
              <a:gd name="connsiteX13" fmla="*/ 83 w 10019"/>
              <a:gd name="connsiteY13" fmla="*/ 9988 h 10336"/>
              <a:gd name="connsiteX14" fmla="*/ 99 w 10019"/>
              <a:gd name="connsiteY14" fmla="*/ 9362 h 10336"/>
              <a:gd name="connsiteX15" fmla="*/ 270 w 10019"/>
              <a:gd name="connsiteY15" fmla="*/ 789 h 10336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019" h="10110">
                <a:moveTo>
                  <a:pt x="270" y="563"/>
                </a:moveTo>
                <a:cubicBezTo>
                  <a:pt x="249" y="145"/>
                  <a:pt x="812" y="51"/>
                  <a:pt x="1009" y="101"/>
                </a:cubicBezTo>
                <a:cubicBezTo>
                  <a:pt x="1260" y="57"/>
                  <a:pt x="1210" y="94"/>
                  <a:pt x="1774" y="96"/>
                </a:cubicBezTo>
                <a:lnTo>
                  <a:pt x="4391" y="112"/>
                </a:lnTo>
                <a:cubicBezTo>
                  <a:pt x="5344" y="108"/>
                  <a:pt x="6566" y="40"/>
                  <a:pt x="7491" y="69"/>
                </a:cubicBezTo>
                <a:cubicBezTo>
                  <a:pt x="8416" y="98"/>
                  <a:pt x="9512" y="-211"/>
                  <a:pt x="9939" y="286"/>
                </a:cubicBezTo>
                <a:cubicBezTo>
                  <a:pt x="10064" y="415"/>
                  <a:pt x="10012" y="1608"/>
                  <a:pt x="9987" y="3069"/>
                </a:cubicBezTo>
                <a:cubicBezTo>
                  <a:pt x="9962" y="4530"/>
                  <a:pt x="9979" y="8033"/>
                  <a:pt x="9942" y="9147"/>
                </a:cubicBezTo>
                <a:cubicBezTo>
                  <a:pt x="9907" y="9528"/>
                  <a:pt x="9841" y="9739"/>
                  <a:pt x="9831" y="9736"/>
                </a:cubicBezTo>
                <a:cubicBezTo>
                  <a:pt x="9600" y="9885"/>
                  <a:pt x="9822" y="9917"/>
                  <a:pt x="9058" y="9952"/>
                </a:cubicBezTo>
                <a:cubicBezTo>
                  <a:pt x="8294" y="9987"/>
                  <a:pt x="6337" y="9936"/>
                  <a:pt x="5249" y="9944"/>
                </a:cubicBezTo>
                <a:cubicBezTo>
                  <a:pt x="4162" y="9953"/>
                  <a:pt x="3895" y="10006"/>
                  <a:pt x="2534" y="10006"/>
                </a:cubicBezTo>
                <a:cubicBezTo>
                  <a:pt x="1404" y="10065"/>
                  <a:pt x="1135" y="10163"/>
                  <a:pt x="730" y="10077"/>
                </a:cubicBezTo>
                <a:cubicBezTo>
                  <a:pt x="325" y="9991"/>
                  <a:pt x="304" y="10052"/>
                  <a:pt x="83" y="9762"/>
                </a:cubicBezTo>
                <a:cubicBezTo>
                  <a:pt x="-59" y="9645"/>
                  <a:pt x="4" y="9440"/>
                  <a:pt x="99" y="9136"/>
                </a:cubicBezTo>
                <a:cubicBezTo>
                  <a:pt x="81" y="7566"/>
                  <a:pt x="40" y="2139"/>
                  <a:pt x="270" y="563"/>
                </a:cubicBezTo>
                <a:close/>
              </a:path>
            </a:pathLst>
          </a:cu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Afbeelding invoegen</a:t>
            </a:r>
          </a:p>
        </p:txBody>
      </p:sp>
      <p:sp>
        <p:nvSpPr>
          <p:cNvPr id="3" name="Tijdelijke aanduiding voor afbeelding 4">
            <a:extLst>
              <a:ext uri="{FF2B5EF4-FFF2-40B4-BE49-F238E27FC236}">
                <a16:creationId xmlns:a16="http://schemas.microsoft.com/office/drawing/2014/main" id="{B9FE83A2-5233-1DE1-DFB5-FCCBF27025F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88188" y="157507"/>
            <a:ext cx="5899279" cy="6542985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284 w 10000"/>
              <a:gd name="connsiteY0" fmla="*/ 232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284 w 10000"/>
              <a:gd name="connsiteY10" fmla="*/ 232 h 10000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29 h 10297"/>
              <a:gd name="connsiteX1" fmla="*/ 2311 w 10000"/>
              <a:gd name="connsiteY1" fmla="*/ 27 h 10297"/>
              <a:gd name="connsiteX2" fmla="*/ 3638 w 10000"/>
              <a:gd name="connsiteY2" fmla="*/ 1175 h 10297"/>
              <a:gd name="connsiteX3" fmla="*/ 7500 w 10000"/>
              <a:gd name="connsiteY3" fmla="*/ 297 h 10297"/>
              <a:gd name="connsiteX4" fmla="*/ 10000 w 10000"/>
              <a:gd name="connsiteY4" fmla="*/ 1297 h 10297"/>
              <a:gd name="connsiteX5" fmla="*/ 10000 w 10000"/>
              <a:gd name="connsiteY5" fmla="*/ 9297 h 10297"/>
              <a:gd name="connsiteX6" fmla="*/ 7500 w 10000"/>
              <a:gd name="connsiteY6" fmla="*/ 8297 h 10297"/>
              <a:gd name="connsiteX7" fmla="*/ 5000 w 10000"/>
              <a:gd name="connsiteY7" fmla="*/ 9297 h 10297"/>
              <a:gd name="connsiteX8" fmla="*/ 2500 w 10000"/>
              <a:gd name="connsiteY8" fmla="*/ 10297 h 10297"/>
              <a:gd name="connsiteX9" fmla="*/ 0 w 10000"/>
              <a:gd name="connsiteY9" fmla="*/ 9297 h 10297"/>
              <a:gd name="connsiteX10" fmla="*/ 284 w 10000"/>
              <a:gd name="connsiteY10" fmla="*/ 529 h 10297"/>
              <a:gd name="connsiteX0" fmla="*/ 284 w 10000"/>
              <a:gd name="connsiteY0" fmla="*/ 510 h 10278"/>
              <a:gd name="connsiteX1" fmla="*/ 1944 w 10000"/>
              <a:gd name="connsiteY1" fmla="*/ 30 h 10278"/>
              <a:gd name="connsiteX2" fmla="*/ 3638 w 10000"/>
              <a:gd name="connsiteY2" fmla="*/ 1156 h 10278"/>
              <a:gd name="connsiteX3" fmla="*/ 7500 w 10000"/>
              <a:gd name="connsiteY3" fmla="*/ 278 h 10278"/>
              <a:gd name="connsiteX4" fmla="*/ 10000 w 10000"/>
              <a:gd name="connsiteY4" fmla="*/ 1278 h 10278"/>
              <a:gd name="connsiteX5" fmla="*/ 10000 w 10000"/>
              <a:gd name="connsiteY5" fmla="*/ 9278 h 10278"/>
              <a:gd name="connsiteX6" fmla="*/ 7500 w 10000"/>
              <a:gd name="connsiteY6" fmla="*/ 8278 h 10278"/>
              <a:gd name="connsiteX7" fmla="*/ 5000 w 10000"/>
              <a:gd name="connsiteY7" fmla="*/ 9278 h 10278"/>
              <a:gd name="connsiteX8" fmla="*/ 2500 w 10000"/>
              <a:gd name="connsiteY8" fmla="*/ 10278 h 10278"/>
              <a:gd name="connsiteX9" fmla="*/ 0 w 10000"/>
              <a:gd name="connsiteY9" fmla="*/ 9278 h 10278"/>
              <a:gd name="connsiteX10" fmla="*/ 284 w 10000"/>
              <a:gd name="connsiteY10" fmla="*/ 510 h 10278"/>
              <a:gd name="connsiteX0" fmla="*/ 284 w 10000"/>
              <a:gd name="connsiteY0" fmla="*/ 483 h 10251"/>
              <a:gd name="connsiteX1" fmla="*/ 1944 w 10000"/>
              <a:gd name="connsiteY1" fmla="*/ 3 h 10251"/>
              <a:gd name="connsiteX2" fmla="*/ 3638 w 10000"/>
              <a:gd name="connsiteY2" fmla="*/ 1129 h 10251"/>
              <a:gd name="connsiteX3" fmla="*/ 7500 w 10000"/>
              <a:gd name="connsiteY3" fmla="*/ 251 h 10251"/>
              <a:gd name="connsiteX4" fmla="*/ 10000 w 10000"/>
              <a:gd name="connsiteY4" fmla="*/ 1251 h 10251"/>
              <a:gd name="connsiteX5" fmla="*/ 10000 w 10000"/>
              <a:gd name="connsiteY5" fmla="*/ 9251 h 10251"/>
              <a:gd name="connsiteX6" fmla="*/ 7500 w 10000"/>
              <a:gd name="connsiteY6" fmla="*/ 8251 h 10251"/>
              <a:gd name="connsiteX7" fmla="*/ 5000 w 10000"/>
              <a:gd name="connsiteY7" fmla="*/ 9251 h 10251"/>
              <a:gd name="connsiteX8" fmla="*/ 2500 w 10000"/>
              <a:gd name="connsiteY8" fmla="*/ 10251 h 10251"/>
              <a:gd name="connsiteX9" fmla="*/ 0 w 10000"/>
              <a:gd name="connsiteY9" fmla="*/ 9251 h 10251"/>
              <a:gd name="connsiteX10" fmla="*/ 284 w 10000"/>
              <a:gd name="connsiteY10" fmla="*/ 483 h 10251"/>
              <a:gd name="connsiteX0" fmla="*/ 284 w 10000"/>
              <a:gd name="connsiteY0" fmla="*/ 501 h 10269"/>
              <a:gd name="connsiteX1" fmla="*/ 1944 w 10000"/>
              <a:gd name="connsiteY1" fmla="*/ 21 h 10269"/>
              <a:gd name="connsiteX2" fmla="*/ 4100 w 10000"/>
              <a:gd name="connsiteY2" fmla="*/ 101 h 10269"/>
              <a:gd name="connsiteX3" fmla="*/ 7500 w 10000"/>
              <a:gd name="connsiteY3" fmla="*/ 269 h 10269"/>
              <a:gd name="connsiteX4" fmla="*/ 10000 w 10000"/>
              <a:gd name="connsiteY4" fmla="*/ 1269 h 10269"/>
              <a:gd name="connsiteX5" fmla="*/ 10000 w 10000"/>
              <a:gd name="connsiteY5" fmla="*/ 9269 h 10269"/>
              <a:gd name="connsiteX6" fmla="*/ 7500 w 10000"/>
              <a:gd name="connsiteY6" fmla="*/ 8269 h 10269"/>
              <a:gd name="connsiteX7" fmla="*/ 5000 w 10000"/>
              <a:gd name="connsiteY7" fmla="*/ 9269 h 10269"/>
              <a:gd name="connsiteX8" fmla="*/ 2500 w 10000"/>
              <a:gd name="connsiteY8" fmla="*/ 10269 h 10269"/>
              <a:gd name="connsiteX9" fmla="*/ 0 w 10000"/>
              <a:gd name="connsiteY9" fmla="*/ 9269 h 10269"/>
              <a:gd name="connsiteX10" fmla="*/ 284 w 10000"/>
              <a:gd name="connsiteY10" fmla="*/ 501 h 10269"/>
              <a:gd name="connsiteX0" fmla="*/ 284 w 10000"/>
              <a:gd name="connsiteY0" fmla="*/ 496 h 10264"/>
              <a:gd name="connsiteX1" fmla="*/ 1944 w 10000"/>
              <a:gd name="connsiteY1" fmla="*/ 16 h 10264"/>
              <a:gd name="connsiteX2" fmla="*/ 4100 w 10000"/>
              <a:gd name="connsiteY2" fmla="*/ 96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20 h 10288"/>
              <a:gd name="connsiteX1" fmla="*/ 1443 w 10000"/>
              <a:gd name="connsiteY1" fmla="*/ 40 h 10288"/>
              <a:gd name="connsiteX2" fmla="*/ 4349 w 10000"/>
              <a:gd name="connsiteY2" fmla="*/ 53 h 10288"/>
              <a:gd name="connsiteX3" fmla="*/ 7500 w 10000"/>
              <a:gd name="connsiteY3" fmla="*/ 288 h 10288"/>
              <a:gd name="connsiteX4" fmla="*/ 10000 w 10000"/>
              <a:gd name="connsiteY4" fmla="*/ 1288 h 10288"/>
              <a:gd name="connsiteX5" fmla="*/ 10000 w 10000"/>
              <a:gd name="connsiteY5" fmla="*/ 9288 h 10288"/>
              <a:gd name="connsiteX6" fmla="*/ 7500 w 10000"/>
              <a:gd name="connsiteY6" fmla="*/ 8288 h 10288"/>
              <a:gd name="connsiteX7" fmla="*/ 5000 w 10000"/>
              <a:gd name="connsiteY7" fmla="*/ 9288 h 10288"/>
              <a:gd name="connsiteX8" fmla="*/ 2500 w 10000"/>
              <a:gd name="connsiteY8" fmla="*/ 10288 h 10288"/>
              <a:gd name="connsiteX9" fmla="*/ 0 w 10000"/>
              <a:gd name="connsiteY9" fmla="*/ 9288 h 10288"/>
              <a:gd name="connsiteX10" fmla="*/ 284 w 10000"/>
              <a:gd name="connsiteY10" fmla="*/ 520 h 10288"/>
              <a:gd name="connsiteX0" fmla="*/ 284 w 10000"/>
              <a:gd name="connsiteY0" fmla="*/ 496 h 10264"/>
              <a:gd name="connsiteX1" fmla="*/ 1443 w 10000"/>
              <a:gd name="connsiteY1" fmla="*/ 16 h 10264"/>
              <a:gd name="connsiteX2" fmla="*/ 4349 w 10000"/>
              <a:gd name="connsiteY2" fmla="*/ 29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491 h 10259"/>
              <a:gd name="connsiteX1" fmla="*/ 1733 w 10000"/>
              <a:gd name="connsiteY1" fmla="*/ 18 h 10259"/>
              <a:gd name="connsiteX2" fmla="*/ 4349 w 10000"/>
              <a:gd name="connsiteY2" fmla="*/ 24 h 10259"/>
              <a:gd name="connsiteX3" fmla="*/ 7500 w 10000"/>
              <a:gd name="connsiteY3" fmla="*/ 259 h 10259"/>
              <a:gd name="connsiteX4" fmla="*/ 10000 w 10000"/>
              <a:gd name="connsiteY4" fmla="*/ 1259 h 10259"/>
              <a:gd name="connsiteX5" fmla="*/ 10000 w 10000"/>
              <a:gd name="connsiteY5" fmla="*/ 9259 h 10259"/>
              <a:gd name="connsiteX6" fmla="*/ 7500 w 10000"/>
              <a:gd name="connsiteY6" fmla="*/ 8259 h 10259"/>
              <a:gd name="connsiteX7" fmla="*/ 5000 w 10000"/>
              <a:gd name="connsiteY7" fmla="*/ 9259 h 10259"/>
              <a:gd name="connsiteX8" fmla="*/ 2500 w 10000"/>
              <a:gd name="connsiteY8" fmla="*/ 10259 h 10259"/>
              <a:gd name="connsiteX9" fmla="*/ 0 w 10000"/>
              <a:gd name="connsiteY9" fmla="*/ 9259 h 10259"/>
              <a:gd name="connsiteX10" fmla="*/ 284 w 10000"/>
              <a:gd name="connsiteY10" fmla="*/ 491 h 10259"/>
              <a:gd name="connsiteX0" fmla="*/ 284 w 10000"/>
              <a:gd name="connsiteY0" fmla="*/ 488 h 10256"/>
              <a:gd name="connsiteX1" fmla="*/ 1733 w 10000"/>
              <a:gd name="connsiteY1" fmla="*/ 15 h 10256"/>
              <a:gd name="connsiteX2" fmla="*/ 4349 w 10000"/>
              <a:gd name="connsiteY2" fmla="*/ 21 h 10256"/>
              <a:gd name="connsiteX3" fmla="*/ 7500 w 10000"/>
              <a:gd name="connsiteY3" fmla="*/ 256 h 10256"/>
              <a:gd name="connsiteX4" fmla="*/ 10000 w 10000"/>
              <a:gd name="connsiteY4" fmla="*/ 1256 h 10256"/>
              <a:gd name="connsiteX5" fmla="*/ 10000 w 10000"/>
              <a:gd name="connsiteY5" fmla="*/ 9256 h 10256"/>
              <a:gd name="connsiteX6" fmla="*/ 7500 w 10000"/>
              <a:gd name="connsiteY6" fmla="*/ 8256 h 10256"/>
              <a:gd name="connsiteX7" fmla="*/ 5000 w 10000"/>
              <a:gd name="connsiteY7" fmla="*/ 9256 h 10256"/>
              <a:gd name="connsiteX8" fmla="*/ 2500 w 10000"/>
              <a:gd name="connsiteY8" fmla="*/ 10256 h 10256"/>
              <a:gd name="connsiteX9" fmla="*/ 0 w 10000"/>
              <a:gd name="connsiteY9" fmla="*/ 9256 h 10256"/>
              <a:gd name="connsiteX10" fmla="*/ 284 w 10000"/>
              <a:gd name="connsiteY10" fmla="*/ 488 h 10256"/>
              <a:gd name="connsiteX0" fmla="*/ 284 w 10000"/>
              <a:gd name="connsiteY0" fmla="*/ 593 h 10361"/>
              <a:gd name="connsiteX1" fmla="*/ 1733 w 10000"/>
              <a:gd name="connsiteY1" fmla="*/ 120 h 10361"/>
              <a:gd name="connsiteX2" fmla="*/ 4349 w 10000"/>
              <a:gd name="connsiteY2" fmla="*/ 126 h 10361"/>
              <a:gd name="connsiteX3" fmla="*/ 7493 w 10000"/>
              <a:gd name="connsiteY3" fmla="*/ 82 h 10361"/>
              <a:gd name="connsiteX4" fmla="*/ 10000 w 10000"/>
              <a:gd name="connsiteY4" fmla="*/ 1361 h 10361"/>
              <a:gd name="connsiteX5" fmla="*/ 10000 w 10000"/>
              <a:gd name="connsiteY5" fmla="*/ 9361 h 10361"/>
              <a:gd name="connsiteX6" fmla="*/ 7500 w 10000"/>
              <a:gd name="connsiteY6" fmla="*/ 8361 h 10361"/>
              <a:gd name="connsiteX7" fmla="*/ 5000 w 10000"/>
              <a:gd name="connsiteY7" fmla="*/ 9361 h 10361"/>
              <a:gd name="connsiteX8" fmla="*/ 2500 w 10000"/>
              <a:gd name="connsiteY8" fmla="*/ 10361 h 10361"/>
              <a:gd name="connsiteX9" fmla="*/ 0 w 10000"/>
              <a:gd name="connsiteY9" fmla="*/ 9361 h 10361"/>
              <a:gd name="connsiteX10" fmla="*/ 284 w 10000"/>
              <a:gd name="connsiteY10" fmla="*/ 593 h 10361"/>
              <a:gd name="connsiteX0" fmla="*/ 284 w 10000"/>
              <a:gd name="connsiteY0" fmla="*/ 511 h 10279"/>
              <a:gd name="connsiteX1" fmla="*/ 1733 w 10000"/>
              <a:gd name="connsiteY1" fmla="*/ 38 h 10279"/>
              <a:gd name="connsiteX2" fmla="*/ 4349 w 10000"/>
              <a:gd name="connsiteY2" fmla="*/ 44 h 10279"/>
              <a:gd name="connsiteX3" fmla="*/ 7493 w 10000"/>
              <a:gd name="connsiteY3" fmla="*/ 0 h 10279"/>
              <a:gd name="connsiteX4" fmla="*/ 10000 w 10000"/>
              <a:gd name="connsiteY4" fmla="*/ 1279 h 10279"/>
              <a:gd name="connsiteX5" fmla="*/ 10000 w 10000"/>
              <a:gd name="connsiteY5" fmla="*/ 9279 h 10279"/>
              <a:gd name="connsiteX6" fmla="*/ 7500 w 10000"/>
              <a:gd name="connsiteY6" fmla="*/ 8279 h 10279"/>
              <a:gd name="connsiteX7" fmla="*/ 5000 w 10000"/>
              <a:gd name="connsiteY7" fmla="*/ 9279 h 10279"/>
              <a:gd name="connsiteX8" fmla="*/ 2500 w 10000"/>
              <a:gd name="connsiteY8" fmla="*/ 10279 h 10279"/>
              <a:gd name="connsiteX9" fmla="*/ 0 w 10000"/>
              <a:gd name="connsiteY9" fmla="*/ 9279 h 10279"/>
              <a:gd name="connsiteX10" fmla="*/ 284 w 10000"/>
              <a:gd name="connsiteY10" fmla="*/ 511 h 10279"/>
              <a:gd name="connsiteX0" fmla="*/ 284 w 10092"/>
              <a:gd name="connsiteY0" fmla="*/ 535 h 10303"/>
              <a:gd name="connsiteX1" fmla="*/ 1733 w 10092"/>
              <a:gd name="connsiteY1" fmla="*/ 62 h 10303"/>
              <a:gd name="connsiteX2" fmla="*/ 4349 w 10092"/>
              <a:gd name="connsiteY2" fmla="*/ 68 h 10303"/>
              <a:gd name="connsiteX3" fmla="*/ 7493 w 10092"/>
              <a:gd name="connsiteY3" fmla="*/ 24 h 10303"/>
              <a:gd name="connsiteX4" fmla="*/ 10092 w 10092"/>
              <a:gd name="connsiteY4" fmla="*/ 354 h 10303"/>
              <a:gd name="connsiteX5" fmla="*/ 10000 w 10092"/>
              <a:gd name="connsiteY5" fmla="*/ 9303 h 10303"/>
              <a:gd name="connsiteX6" fmla="*/ 7500 w 10092"/>
              <a:gd name="connsiteY6" fmla="*/ 8303 h 10303"/>
              <a:gd name="connsiteX7" fmla="*/ 5000 w 10092"/>
              <a:gd name="connsiteY7" fmla="*/ 9303 h 10303"/>
              <a:gd name="connsiteX8" fmla="*/ 2500 w 10092"/>
              <a:gd name="connsiteY8" fmla="*/ 10303 h 10303"/>
              <a:gd name="connsiteX9" fmla="*/ 0 w 10092"/>
              <a:gd name="connsiteY9" fmla="*/ 9303 h 10303"/>
              <a:gd name="connsiteX10" fmla="*/ 284 w 10092"/>
              <a:gd name="connsiteY10" fmla="*/ 535 h 10303"/>
              <a:gd name="connsiteX0" fmla="*/ 284 w 10092"/>
              <a:gd name="connsiteY0" fmla="*/ 557 h 10325"/>
              <a:gd name="connsiteX1" fmla="*/ 1733 w 10092"/>
              <a:gd name="connsiteY1" fmla="*/ 84 h 10325"/>
              <a:gd name="connsiteX2" fmla="*/ 4349 w 10092"/>
              <a:gd name="connsiteY2" fmla="*/ 90 h 10325"/>
              <a:gd name="connsiteX3" fmla="*/ 7493 w 10092"/>
              <a:gd name="connsiteY3" fmla="*/ 46 h 10325"/>
              <a:gd name="connsiteX4" fmla="*/ 10092 w 10092"/>
              <a:gd name="connsiteY4" fmla="*/ 376 h 10325"/>
              <a:gd name="connsiteX5" fmla="*/ 10000 w 10092"/>
              <a:gd name="connsiteY5" fmla="*/ 9325 h 10325"/>
              <a:gd name="connsiteX6" fmla="*/ 7500 w 10092"/>
              <a:gd name="connsiteY6" fmla="*/ 8325 h 10325"/>
              <a:gd name="connsiteX7" fmla="*/ 5000 w 10092"/>
              <a:gd name="connsiteY7" fmla="*/ 9325 h 10325"/>
              <a:gd name="connsiteX8" fmla="*/ 2500 w 10092"/>
              <a:gd name="connsiteY8" fmla="*/ 10325 h 10325"/>
              <a:gd name="connsiteX9" fmla="*/ 0 w 10092"/>
              <a:gd name="connsiteY9" fmla="*/ 9325 h 10325"/>
              <a:gd name="connsiteX10" fmla="*/ 284 w 10092"/>
              <a:gd name="connsiteY10" fmla="*/ 557 h 10325"/>
              <a:gd name="connsiteX0" fmla="*/ 284 w 10134"/>
              <a:gd name="connsiteY0" fmla="*/ 561 h 10329"/>
              <a:gd name="connsiteX1" fmla="*/ 1733 w 10134"/>
              <a:gd name="connsiteY1" fmla="*/ 88 h 10329"/>
              <a:gd name="connsiteX2" fmla="*/ 4349 w 10134"/>
              <a:gd name="connsiteY2" fmla="*/ 94 h 10329"/>
              <a:gd name="connsiteX3" fmla="*/ 7493 w 10134"/>
              <a:gd name="connsiteY3" fmla="*/ 50 h 10329"/>
              <a:gd name="connsiteX4" fmla="*/ 10134 w 10134"/>
              <a:gd name="connsiteY4" fmla="*/ 373 h 10329"/>
              <a:gd name="connsiteX5" fmla="*/ 10000 w 10134"/>
              <a:gd name="connsiteY5" fmla="*/ 9329 h 10329"/>
              <a:gd name="connsiteX6" fmla="*/ 7500 w 10134"/>
              <a:gd name="connsiteY6" fmla="*/ 8329 h 10329"/>
              <a:gd name="connsiteX7" fmla="*/ 5000 w 10134"/>
              <a:gd name="connsiteY7" fmla="*/ 9329 h 10329"/>
              <a:gd name="connsiteX8" fmla="*/ 2500 w 10134"/>
              <a:gd name="connsiteY8" fmla="*/ 10329 h 10329"/>
              <a:gd name="connsiteX9" fmla="*/ 0 w 10134"/>
              <a:gd name="connsiteY9" fmla="*/ 9329 h 10329"/>
              <a:gd name="connsiteX10" fmla="*/ 284 w 10134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402"/>
              <a:gd name="connsiteX1" fmla="*/ 1733 w 10136"/>
              <a:gd name="connsiteY1" fmla="*/ 88 h 10402"/>
              <a:gd name="connsiteX2" fmla="*/ 4349 w 10136"/>
              <a:gd name="connsiteY2" fmla="*/ 94 h 10402"/>
              <a:gd name="connsiteX3" fmla="*/ 7493 w 10136"/>
              <a:gd name="connsiteY3" fmla="*/ 50 h 10402"/>
              <a:gd name="connsiteX4" fmla="*/ 10134 w 10136"/>
              <a:gd name="connsiteY4" fmla="*/ 373 h 10402"/>
              <a:gd name="connsiteX5" fmla="*/ 10127 w 10136"/>
              <a:gd name="connsiteY5" fmla="*/ 9555 h 10402"/>
              <a:gd name="connsiteX6" fmla="*/ 9082 w 10136"/>
              <a:gd name="connsiteY6" fmla="*/ 10399 h 10402"/>
              <a:gd name="connsiteX7" fmla="*/ 5000 w 10136"/>
              <a:gd name="connsiteY7" fmla="*/ 9329 h 10402"/>
              <a:gd name="connsiteX8" fmla="*/ 2500 w 10136"/>
              <a:gd name="connsiteY8" fmla="*/ 10329 h 10402"/>
              <a:gd name="connsiteX9" fmla="*/ 0 w 10136"/>
              <a:gd name="connsiteY9" fmla="*/ 9329 h 10402"/>
              <a:gd name="connsiteX10" fmla="*/ 284 w 10136"/>
              <a:gd name="connsiteY10" fmla="*/ 561 h 10402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461"/>
              <a:gd name="connsiteX1" fmla="*/ 1733 w 10136"/>
              <a:gd name="connsiteY1" fmla="*/ 88 h 10461"/>
              <a:gd name="connsiteX2" fmla="*/ 4349 w 10136"/>
              <a:gd name="connsiteY2" fmla="*/ 94 h 10461"/>
              <a:gd name="connsiteX3" fmla="*/ 7493 w 10136"/>
              <a:gd name="connsiteY3" fmla="*/ 50 h 10461"/>
              <a:gd name="connsiteX4" fmla="*/ 10134 w 10136"/>
              <a:gd name="connsiteY4" fmla="*/ 373 h 10461"/>
              <a:gd name="connsiteX5" fmla="*/ 10127 w 10136"/>
              <a:gd name="connsiteY5" fmla="*/ 9555 h 10461"/>
              <a:gd name="connsiteX6" fmla="*/ 9082 w 10136"/>
              <a:gd name="connsiteY6" fmla="*/ 10399 h 10461"/>
              <a:gd name="connsiteX7" fmla="*/ 5219 w 10136"/>
              <a:gd name="connsiteY7" fmla="*/ 10391 h 10461"/>
              <a:gd name="connsiteX8" fmla="*/ 2500 w 10136"/>
              <a:gd name="connsiteY8" fmla="*/ 10329 h 10461"/>
              <a:gd name="connsiteX9" fmla="*/ 0 w 10136"/>
              <a:gd name="connsiteY9" fmla="*/ 9329 h 10461"/>
              <a:gd name="connsiteX10" fmla="*/ 284 w 10136"/>
              <a:gd name="connsiteY10" fmla="*/ 561 h 10461"/>
              <a:gd name="connsiteX0" fmla="*/ 284 w 10136"/>
              <a:gd name="connsiteY0" fmla="*/ 561 h 10401"/>
              <a:gd name="connsiteX1" fmla="*/ 1733 w 10136"/>
              <a:gd name="connsiteY1" fmla="*/ 88 h 10401"/>
              <a:gd name="connsiteX2" fmla="*/ 4349 w 10136"/>
              <a:gd name="connsiteY2" fmla="*/ 94 h 10401"/>
              <a:gd name="connsiteX3" fmla="*/ 7493 w 10136"/>
              <a:gd name="connsiteY3" fmla="*/ 50 h 10401"/>
              <a:gd name="connsiteX4" fmla="*/ 10134 w 10136"/>
              <a:gd name="connsiteY4" fmla="*/ 373 h 10401"/>
              <a:gd name="connsiteX5" fmla="*/ 10127 w 10136"/>
              <a:gd name="connsiteY5" fmla="*/ 9555 h 10401"/>
              <a:gd name="connsiteX6" fmla="*/ 9082 w 10136"/>
              <a:gd name="connsiteY6" fmla="*/ 10399 h 10401"/>
              <a:gd name="connsiteX7" fmla="*/ 5219 w 10136"/>
              <a:gd name="connsiteY7" fmla="*/ 10391 h 10401"/>
              <a:gd name="connsiteX8" fmla="*/ 2500 w 10136"/>
              <a:gd name="connsiteY8" fmla="*/ 10329 h 10401"/>
              <a:gd name="connsiteX9" fmla="*/ 0 w 10136"/>
              <a:gd name="connsiteY9" fmla="*/ 9329 h 10401"/>
              <a:gd name="connsiteX10" fmla="*/ 284 w 10136"/>
              <a:gd name="connsiteY10" fmla="*/ 561 h 10401"/>
              <a:gd name="connsiteX0" fmla="*/ 284 w 10136"/>
              <a:gd name="connsiteY0" fmla="*/ 561 h 10455"/>
              <a:gd name="connsiteX1" fmla="*/ 1733 w 10136"/>
              <a:gd name="connsiteY1" fmla="*/ 88 h 10455"/>
              <a:gd name="connsiteX2" fmla="*/ 4349 w 10136"/>
              <a:gd name="connsiteY2" fmla="*/ 94 h 10455"/>
              <a:gd name="connsiteX3" fmla="*/ 7493 w 10136"/>
              <a:gd name="connsiteY3" fmla="*/ 50 h 10455"/>
              <a:gd name="connsiteX4" fmla="*/ 10134 w 10136"/>
              <a:gd name="connsiteY4" fmla="*/ 373 h 10455"/>
              <a:gd name="connsiteX5" fmla="*/ 10127 w 10136"/>
              <a:gd name="connsiteY5" fmla="*/ 9555 h 10455"/>
              <a:gd name="connsiteX6" fmla="*/ 9082 w 10136"/>
              <a:gd name="connsiteY6" fmla="*/ 10399 h 10455"/>
              <a:gd name="connsiteX7" fmla="*/ 5219 w 10136"/>
              <a:gd name="connsiteY7" fmla="*/ 10391 h 10455"/>
              <a:gd name="connsiteX8" fmla="*/ 2465 w 10136"/>
              <a:gd name="connsiteY8" fmla="*/ 10455 h 10455"/>
              <a:gd name="connsiteX9" fmla="*/ 0 w 10136"/>
              <a:gd name="connsiteY9" fmla="*/ 9329 h 10455"/>
              <a:gd name="connsiteX10" fmla="*/ 284 w 10136"/>
              <a:gd name="connsiteY10" fmla="*/ 561 h 10455"/>
              <a:gd name="connsiteX0" fmla="*/ 242 w 10094"/>
              <a:gd name="connsiteY0" fmla="*/ 561 h 10483"/>
              <a:gd name="connsiteX1" fmla="*/ 1691 w 10094"/>
              <a:gd name="connsiteY1" fmla="*/ 88 h 10483"/>
              <a:gd name="connsiteX2" fmla="*/ 4307 w 10094"/>
              <a:gd name="connsiteY2" fmla="*/ 94 h 10483"/>
              <a:gd name="connsiteX3" fmla="*/ 7451 w 10094"/>
              <a:gd name="connsiteY3" fmla="*/ 50 h 10483"/>
              <a:gd name="connsiteX4" fmla="*/ 10092 w 10094"/>
              <a:gd name="connsiteY4" fmla="*/ 373 h 10483"/>
              <a:gd name="connsiteX5" fmla="*/ 10085 w 10094"/>
              <a:gd name="connsiteY5" fmla="*/ 9555 h 10483"/>
              <a:gd name="connsiteX6" fmla="*/ 9040 w 10094"/>
              <a:gd name="connsiteY6" fmla="*/ 10399 h 10483"/>
              <a:gd name="connsiteX7" fmla="*/ 5177 w 10094"/>
              <a:gd name="connsiteY7" fmla="*/ 10391 h 10483"/>
              <a:gd name="connsiteX8" fmla="*/ 2423 w 10094"/>
              <a:gd name="connsiteY8" fmla="*/ 10455 h 10483"/>
              <a:gd name="connsiteX9" fmla="*/ 0 w 10094"/>
              <a:gd name="connsiteY9" fmla="*/ 10085 h 10483"/>
              <a:gd name="connsiteX10" fmla="*/ 242 w 10094"/>
              <a:gd name="connsiteY10" fmla="*/ 561 h 10483"/>
              <a:gd name="connsiteX0" fmla="*/ 242 w 10094"/>
              <a:gd name="connsiteY0" fmla="*/ 561 h 10455"/>
              <a:gd name="connsiteX1" fmla="*/ 1691 w 10094"/>
              <a:gd name="connsiteY1" fmla="*/ 88 h 10455"/>
              <a:gd name="connsiteX2" fmla="*/ 4307 w 10094"/>
              <a:gd name="connsiteY2" fmla="*/ 94 h 10455"/>
              <a:gd name="connsiteX3" fmla="*/ 7451 w 10094"/>
              <a:gd name="connsiteY3" fmla="*/ 50 h 10455"/>
              <a:gd name="connsiteX4" fmla="*/ 10092 w 10094"/>
              <a:gd name="connsiteY4" fmla="*/ 373 h 10455"/>
              <a:gd name="connsiteX5" fmla="*/ 10085 w 10094"/>
              <a:gd name="connsiteY5" fmla="*/ 9555 h 10455"/>
              <a:gd name="connsiteX6" fmla="*/ 9040 w 10094"/>
              <a:gd name="connsiteY6" fmla="*/ 10399 h 10455"/>
              <a:gd name="connsiteX7" fmla="*/ 5177 w 10094"/>
              <a:gd name="connsiteY7" fmla="*/ 10391 h 10455"/>
              <a:gd name="connsiteX8" fmla="*/ 2423 w 10094"/>
              <a:gd name="connsiteY8" fmla="*/ 10455 h 10455"/>
              <a:gd name="connsiteX9" fmla="*/ 0 w 10094"/>
              <a:gd name="connsiteY9" fmla="*/ 10085 h 10455"/>
              <a:gd name="connsiteX10" fmla="*/ 242 w 10094"/>
              <a:gd name="connsiteY10" fmla="*/ 561 h 10455"/>
              <a:gd name="connsiteX0" fmla="*/ 15 w 9867"/>
              <a:gd name="connsiteY0" fmla="*/ 561 h 10550"/>
              <a:gd name="connsiteX1" fmla="*/ 1464 w 9867"/>
              <a:gd name="connsiteY1" fmla="*/ 88 h 10550"/>
              <a:gd name="connsiteX2" fmla="*/ 4080 w 9867"/>
              <a:gd name="connsiteY2" fmla="*/ 94 h 10550"/>
              <a:gd name="connsiteX3" fmla="*/ 7224 w 9867"/>
              <a:gd name="connsiteY3" fmla="*/ 50 h 10550"/>
              <a:gd name="connsiteX4" fmla="*/ 9865 w 9867"/>
              <a:gd name="connsiteY4" fmla="*/ 373 h 10550"/>
              <a:gd name="connsiteX5" fmla="*/ 9858 w 9867"/>
              <a:gd name="connsiteY5" fmla="*/ 9555 h 10550"/>
              <a:gd name="connsiteX6" fmla="*/ 8813 w 9867"/>
              <a:gd name="connsiteY6" fmla="*/ 10399 h 10550"/>
              <a:gd name="connsiteX7" fmla="*/ 4950 w 9867"/>
              <a:gd name="connsiteY7" fmla="*/ 10391 h 10550"/>
              <a:gd name="connsiteX8" fmla="*/ 2196 w 9867"/>
              <a:gd name="connsiteY8" fmla="*/ 10455 h 10550"/>
              <a:gd name="connsiteX9" fmla="*/ 225 w 9867"/>
              <a:gd name="connsiteY9" fmla="*/ 10423 h 10550"/>
              <a:gd name="connsiteX10" fmla="*/ 15 w 9867"/>
              <a:gd name="connsiteY10" fmla="*/ 561 h 10550"/>
              <a:gd name="connsiteX0" fmla="*/ 15 w 10000"/>
              <a:gd name="connsiteY0" fmla="*/ 532 h 10000"/>
              <a:gd name="connsiteX1" fmla="*/ 1484 w 10000"/>
              <a:gd name="connsiteY1" fmla="*/ 83 h 10000"/>
              <a:gd name="connsiteX2" fmla="*/ 4135 w 10000"/>
              <a:gd name="connsiteY2" fmla="*/ 89 h 10000"/>
              <a:gd name="connsiteX3" fmla="*/ 7321 w 10000"/>
              <a:gd name="connsiteY3" fmla="*/ 47 h 10000"/>
              <a:gd name="connsiteX4" fmla="*/ 9998 w 10000"/>
              <a:gd name="connsiteY4" fmla="*/ 354 h 10000"/>
              <a:gd name="connsiteX5" fmla="*/ 9991 w 10000"/>
              <a:gd name="connsiteY5" fmla="*/ 9057 h 10000"/>
              <a:gd name="connsiteX6" fmla="*/ 8932 w 10000"/>
              <a:gd name="connsiteY6" fmla="*/ 9857 h 10000"/>
              <a:gd name="connsiteX7" fmla="*/ 5017 w 10000"/>
              <a:gd name="connsiteY7" fmla="*/ 9849 h 10000"/>
              <a:gd name="connsiteX8" fmla="*/ 2226 w 10000"/>
              <a:gd name="connsiteY8" fmla="*/ 9910 h 10000"/>
              <a:gd name="connsiteX9" fmla="*/ 228 w 10000"/>
              <a:gd name="connsiteY9" fmla="*/ 9880 h 10000"/>
              <a:gd name="connsiteX10" fmla="*/ 15 w 10000"/>
              <a:gd name="connsiteY10" fmla="*/ 532 h 10000"/>
              <a:gd name="connsiteX0" fmla="*/ 19 w 10004"/>
              <a:gd name="connsiteY0" fmla="*/ 532 h 10005"/>
              <a:gd name="connsiteX1" fmla="*/ 1488 w 10004"/>
              <a:gd name="connsiteY1" fmla="*/ 83 h 10005"/>
              <a:gd name="connsiteX2" fmla="*/ 4139 w 10004"/>
              <a:gd name="connsiteY2" fmla="*/ 89 h 10005"/>
              <a:gd name="connsiteX3" fmla="*/ 7325 w 10004"/>
              <a:gd name="connsiteY3" fmla="*/ 47 h 10005"/>
              <a:gd name="connsiteX4" fmla="*/ 10002 w 10004"/>
              <a:gd name="connsiteY4" fmla="*/ 354 h 10005"/>
              <a:gd name="connsiteX5" fmla="*/ 9995 w 10004"/>
              <a:gd name="connsiteY5" fmla="*/ 9057 h 10005"/>
              <a:gd name="connsiteX6" fmla="*/ 8936 w 10004"/>
              <a:gd name="connsiteY6" fmla="*/ 9857 h 10005"/>
              <a:gd name="connsiteX7" fmla="*/ 5021 w 10004"/>
              <a:gd name="connsiteY7" fmla="*/ 9849 h 10005"/>
              <a:gd name="connsiteX8" fmla="*/ 2230 w 10004"/>
              <a:gd name="connsiteY8" fmla="*/ 9910 h 10005"/>
              <a:gd name="connsiteX9" fmla="*/ 125 w 10004"/>
              <a:gd name="connsiteY9" fmla="*/ 9886 h 10005"/>
              <a:gd name="connsiteX10" fmla="*/ 19 w 10004"/>
              <a:gd name="connsiteY10" fmla="*/ 532 h 10005"/>
              <a:gd name="connsiteX0" fmla="*/ 53 w 10038"/>
              <a:gd name="connsiteY0" fmla="*/ 532 h 10005"/>
              <a:gd name="connsiteX1" fmla="*/ 1522 w 10038"/>
              <a:gd name="connsiteY1" fmla="*/ 83 h 10005"/>
              <a:gd name="connsiteX2" fmla="*/ 4173 w 10038"/>
              <a:gd name="connsiteY2" fmla="*/ 89 h 10005"/>
              <a:gd name="connsiteX3" fmla="*/ 7359 w 10038"/>
              <a:gd name="connsiteY3" fmla="*/ 47 h 10005"/>
              <a:gd name="connsiteX4" fmla="*/ 10036 w 10038"/>
              <a:gd name="connsiteY4" fmla="*/ 354 h 10005"/>
              <a:gd name="connsiteX5" fmla="*/ 10029 w 10038"/>
              <a:gd name="connsiteY5" fmla="*/ 9057 h 10005"/>
              <a:gd name="connsiteX6" fmla="*/ 8970 w 10038"/>
              <a:gd name="connsiteY6" fmla="*/ 9857 h 10005"/>
              <a:gd name="connsiteX7" fmla="*/ 5055 w 10038"/>
              <a:gd name="connsiteY7" fmla="*/ 9849 h 10005"/>
              <a:gd name="connsiteX8" fmla="*/ 2264 w 10038"/>
              <a:gd name="connsiteY8" fmla="*/ 9910 h 10005"/>
              <a:gd name="connsiteX9" fmla="*/ 159 w 10038"/>
              <a:gd name="connsiteY9" fmla="*/ 9886 h 10005"/>
              <a:gd name="connsiteX10" fmla="*/ 53 w 10038"/>
              <a:gd name="connsiteY10" fmla="*/ 532 h 10005"/>
              <a:gd name="connsiteX0" fmla="*/ 294 w 10279"/>
              <a:gd name="connsiteY0" fmla="*/ 532 h 10023"/>
              <a:gd name="connsiteX1" fmla="*/ 1763 w 10279"/>
              <a:gd name="connsiteY1" fmla="*/ 83 h 10023"/>
              <a:gd name="connsiteX2" fmla="*/ 4414 w 10279"/>
              <a:gd name="connsiteY2" fmla="*/ 89 h 10023"/>
              <a:gd name="connsiteX3" fmla="*/ 7600 w 10279"/>
              <a:gd name="connsiteY3" fmla="*/ 47 h 10023"/>
              <a:gd name="connsiteX4" fmla="*/ 10277 w 10279"/>
              <a:gd name="connsiteY4" fmla="*/ 354 h 10023"/>
              <a:gd name="connsiteX5" fmla="*/ 10270 w 10279"/>
              <a:gd name="connsiteY5" fmla="*/ 9057 h 10023"/>
              <a:gd name="connsiteX6" fmla="*/ 9211 w 10279"/>
              <a:gd name="connsiteY6" fmla="*/ 9857 h 10023"/>
              <a:gd name="connsiteX7" fmla="*/ 5296 w 10279"/>
              <a:gd name="connsiteY7" fmla="*/ 9849 h 10023"/>
              <a:gd name="connsiteX8" fmla="*/ 2505 w 10279"/>
              <a:gd name="connsiteY8" fmla="*/ 9910 h 10023"/>
              <a:gd name="connsiteX9" fmla="*/ 400 w 10279"/>
              <a:gd name="connsiteY9" fmla="*/ 9886 h 10023"/>
              <a:gd name="connsiteX10" fmla="*/ 2 w 10279"/>
              <a:gd name="connsiteY10" fmla="*/ 9047 h 10023"/>
              <a:gd name="connsiteX11" fmla="*/ 294 w 10279"/>
              <a:gd name="connsiteY11" fmla="*/ 532 h 10023"/>
              <a:gd name="connsiteX0" fmla="*/ 294 w 10279"/>
              <a:gd name="connsiteY0" fmla="*/ 532 h 9926"/>
              <a:gd name="connsiteX1" fmla="*/ 1763 w 10279"/>
              <a:gd name="connsiteY1" fmla="*/ 83 h 9926"/>
              <a:gd name="connsiteX2" fmla="*/ 4414 w 10279"/>
              <a:gd name="connsiteY2" fmla="*/ 89 h 9926"/>
              <a:gd name="connsiteX3" fmla="*/ 7600 w 10279"/>
              <a:gd name="connsiteY3" fmla="*/ 47 h 9926"/>
              <a:gd name="connsiteX4" fmla="*/ 10277 w 10279"/>
              <a:gd name="connsiteY4" fmla="*/ 354 h 9926"/>
              <a:gd name="connsiteX5" fmla="*/ 10270 w 10279"/>
              <a:gd name="connsiteY5" fmla="*/ 9057 h 9926"/>
              <a:gd name="connsiteX6" fmla="*/ 9211 w 10279"/>
              <a:gd name="connsiteY6" fmla="*/ 9857 h 9926"/>
              <a:gd name="connsiteX7" fmla="*/ 5296 w 10279"/>
              <a:gd name="connsiteY7" fmla="*/ 9849 h 9926"/>
              <a:gd name="connsiteX8" fmla="*/ 2505 w 10279"/>
              <a:gd name="connsiteY8" fmla="*/ 9910 h 9926"/>
              <a:gd name="connsiteX9" fmla="*/ 400 w 10279"/>
              <a:gd name="connsiteY9" fmla="*/ 9886 h 9926"/>
              <a:gd name="connsiteX10" fmla="*/ 2 w 10279"/>
              <a:gd name="connsiteY10" fmla="*/ 9047 h 9926"/>
              <a:gd name="connsiteX11" fmla="*/ 294 w 10279"/>
              <a:gd name="connsiteY11" fmla="*/ 532 h 9926"/>
              <a:gd name="connsiteX0" fmla="*/ 439 w 10153"/>
              <a:gd name="connsiteY0" fmla="*/ 536 h 10005"/>
              <a:gd name="connsiteX1" fmla="*/ 1868 w 10153"/>
              <a:gd name="connsiteY1" fmla="*/ 84 h 10005"/>
              <a:gd name="connsiteX2" fmla="*/ 4447 w 10153"/>
              <a:gd name="connsiteY2" fmla="*/ 90 h 10005"/>
              <a:gd name="connsiteX3" fmla="*/ 7547 w 10153"/>
              <a:gd name="connsiteY3" fmla="*/ 47 h 10005"/>
              <a:gd name="connsiteX4" fmla="*/ 10151 w 10153"/>
              <a:gd name="connsiteY4" fmla="*/ 357 h 10005"/>
              <a:gd name="connsiteX5" fmla="*/ 10144 w 10153"/>
              <a:gd name="connsiteY5" fmla="*/ 9125 h 10005"/>
              <a:gd name="connsiteX6" fmla="*/ 9114 w 10153"/>
              <a:gd name="connsiteY6" fmla="*/ 9930 h 10005"/>
              <a:gd name="connsiteX7" fmla="*/ 5305 w 10153"/>
              <a:gd name="connsiteY7" fmla="*/ 9922 h 10005"/>
              <a:gd name="connsiteX8" fmla="*/ 2590 w 10153"/>
              <a:gd name="connsiteY8" fmla="*/ 9984 h 10005"/>
              <a:gd name="connsiteX9" fmla="*/ 542 w 10153"/>
              <a:gd name="connsiteY9" fmla="*/ 9960 h 10005"/>
              <a:gd name="connsiteX10" fmla="*/ 15 w 10153"/>
              <a:gd name="connsiteY10" fmla="*/ 9602 h 10005"/>
              <a:gd name="connsiteX11" fmla="*/ 155 w 10153"/>
              <a:gd name="connsiteY11" fmla="*/ 9114 h 10005"/>
              <a:gd name="connsiteX12" fmla="*/ 439 w 10153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80"/>
              <a:gd name="connsiteX1" fmla="*/ 1853 w 10138"/>
              <a:gd name="connsiteY1" fmla="*/ 84 h 10080"/>
              <a:gd name="connsiteX2" fmla="*/ 4432 w 10138"/>
              <a:gd name="connsiteY2" fmla="*/ 90 h 10080"/>
              <a:gd name="connsiteX3" fmla="*/ 7532 w 10138"/>
              <a:gd name="connsiteY3" fmla="*/ 47 h 10080"/>
              <a:gd name="connsiteX4" fmla="*/ 10136 w 10138"/>
              <a:gd name="connsiteY4" fmla="*/ 357 h 10080"/>
              <a:gd name="connsiteX5" fmla="*/ 10129 w 10138"/>
              <a:gd name="connsiteY5" fmla="*/ 9125 h 10080"/>
              <a:gd name="connsiteX6" fmla="*/ 9099 w 10138"/>
              <a:gd name="connsiteY6" fmla="*/ 9930 h 10080"/>
              <a:gd name="connsiteX7" fmla="*/ 5290 w 10138"/>
              <a:gd name="connsiteY7" fmla="*/ 9922 h 10080"/>
              <a:gd name="connsiteX8" fmla="*/ 2575 w 10138"/>
              <a:gd name="connsiteY8" fmla="*/ 9984 h 10080"/>
              <a:gd name="connsiteX9" fmla="*/ 771 w 10138"/>
              <a:gd name="connsiteY9" fmla="*/ 10055 h 10080"/>
              <a:gd name="connsiteX10" fmla="*/ 0 w 10138"/>
              <a:gd name="connsiteY10" fmla="*/ 9602 h 10080"/>
              <a:gd name="connsiteX11" fmla="*/ 140 w 10138"/>
              <a:gd name="connsiteY11" fmla="*/ 9114 h 10080"/>
              <a:gd name="connsiteX12" fmla="*/ 424 w 1013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1 w 10097"/>
              <a:gd name="connsiteY10" fmla="*/ 96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34 w 10048"/>
              <a:gd name="connsiteY0" fmla="*/ 536 h 10080"/>
              <a:gd name="connsiteX1" fmla="*/ 1763 w 10048"/>
              <a:gd name="connsiteY1" fmla="*/ 84 h 10080"/>
              <a:gd name="connsiteX2" fmla="*/ 4342 w 10048"/>
              <a:gd name="connsiteY2" fmla="*/ 90 h 10080"/>
              <a:gd name="connsiteX3" fmla="*/ 7442 w 10048"/>
              <a:gd name="connsiteY3" fmla="*/ 47 h 10080"/>
              <a:gd name="connsiteX4" fmla="*/ 10046 w 10048"/>
              <a:gd name="connsiteY4" fmla="*/ 357 h 10080"/>
              <a:gd name="connsiteX5" fmla="*/ 10039 w 10048"/>
              <a:gd name="connsiteY5" fmla="*/ 9125 h 10080"/>
              <a:gd name="connsiteX6" fmla="*/ 9009 w 10048"/>
              <a:gd name="connsiteY6" fmla="*/ 9930 h 10080"/>
              <a:gd name="connsiteX7" fmla="*/ 5200 w 10048"/>
              <a:gd name="connsiteY7" fmla="*/ 9922 h 10080"/>
              <a:gd name="connsiteX8" fmla="*/ 2485 w 10048"/>
              <a:gd name="connsiteY8" fmla="*/ 9984 h 10080"/>
              <a:gd name="connsiteX9" fmla="*/ 681 w 10048"/>
              <a:gd name="connsiteY9" fmla="*/ 10055 h 10080"/>
              <a:gd name="connsiteX10" fmla="*/ 29 w 10048"/>
              <a:gd name="connsiteY10" fmla="*/ 9741 h 10080"/>
              <a:gd name="connsiteX11" fmla="*/ 50 w 10048"/>
              <a:gd name="connsiteY11" fmla="*/ 9114 h 10080"/>
              <a:gd name="connsiteX12" fmla="*/ 334 w 10048"/>
              <a:gd name="connsiteY12" fmla="*/ 536 h 10080"/>
              <a:gd name="connsiteX0" fmla="*/ 317 w 10031"/>
              <a:gd name="connsiteY0" fmla="*/ 536 h 10080"/>
              <a:gd name="connsiteX1" fmla="*/ 1746 w 10031"/>
              <a:gd name="connsiteY1" fmla="*/ 84 h 10080"/>
              <a:gd name="connsiteX2" fmla="*/ 4325 w 10031"/>
              <a:gd name="connsiteY2" fmla="*/ 90 h 10080"/>
              <a:gd name="connsiteX3" fmla="*/ 7425 w 10031"/>
              <a:gd name="connsiteY3" fmla="*/ 47 h 10080"/>
              <a:gd name="connsiteX4" fmla="*/ 10029 w 10031"/>
              <a:gd name="connsiteY4" fmla="*/ 357 h 10080"/>
              <a:gd name="connsiteX5" fmla="*/ 10022 w 10031"/>
              <a:gd name="connsiteY5" fmla="*/ 9125 h 10080"/>
              <a:gd name="connsiteX6" fmla="*/ 8992 w 10031"/>
              <a:gd name="connsiteY6" fmla="*/ 9930 h 10080"/>
              <a:gd name="connsiteX7" fmla="*/ 5183 w 10031"/>
              <a:gd name="connsiteY7" fmla="*/ 9922 h 10080"/>
              <a:gd name="connsiteX8" fmla="*/ 2468 w 10031"/>
              <a:gd name="connsiteY8" fmla="*/ 9984 h 10080"/>
              <a:gd name="connsiteX9" fmla="*/ 664 w 10031"/>
              <a:gd name="connsiteY9" fmla="*/ 10055 h 10080"/>
              <a:gd name="connsiteX10" fmla="*/ 82 w 10031"/>
              <a:gd name="connsiteY10" fmla="*/ 9652 h 10080"/>
              <a:gd name="connsiteX11" fmla="*/ 33 w 10031"/>
              <a:gd name="connsiteY11" fmla="*/ 9114 h 10080"/>
              <a:gd name="connsiteX12" fmla="*/ 317 w 10031"/>
              <a:gd name="connsiteY12" fmla="*/ 536 h 10080"/>
              <a:gd name="connsiteX0" fmla="*/ 329 w 10043"/>
              <a:gd name="connsiteY0" fmla="*/ 536 h 10080"/>
              <a:gd name="connsiteX1" fmla="*/ 1758 w 10043"/>
              <a:gd name="connsiteY1" fmla="*/ 84 h 10080"/>
              <a:gd name="connsiteX2" fmla="*/ 4337 w 10043"/>
              <a:gd name="connsiteY2" fmla="*/ 90 h 10080"/>
              <a:gd name="connsiteX3" fmla="*/ 7437 w 10043"/>
              <a:gd name="connsiteY3" fmla="*/ 47 h 10080"/>
              <a:gd name="connsiteX4" fmla="*/ 10041 w 10043"/>
              <a:gd name="connsiteY4" fmla="*/ 357 h 10080"/>
              <a:gd name="connsiteX5" fmla="*/ 10034 w 10043"/>
              <a:gd name="connsiteY5" fmla="*/ 9125 h 10080"/>
              <a:gd name="connsiteX6" fmla="*/ 9004 w 10043"/>
              <a:gd name="connsiteY6" fmla="*/ 9930 h 10080"/>
              <a:gd name="connsiteX7" fmla="*/ 5195 w 10043"/>
              <a:gd name="connsiteY7" fmla="*/ 9922 h 10080"/>
              <a:gd name="connsiteX8" fmla="*/ 2480 w 10043"/>
              <a:gd name="connsiteY8" fmla="*/ 9984 h 10080"/>
              <a:gd name="connsiteX9" fmla="*/ 676 w 10043"/>
              <a:gd name="connsiteY9" fmla="*/ 10055 h 10080"/>
              <a:gd name="connsiteX10" fmla="*/ 94 w 10043"/>
              <a:gd name="connsiteY10" fmla="*/ 9652 h 10080"/>
              <a:gd name="connsiteX11" fmla="*/ 45 w 10043"/>
              <a:gd name="connsiteY11" fmla="*/ 9114 h 10080"/>
              <a:gd name="connsiteX12" fmla="*/ 329 w 10043"/>
              <a:gd name="connsiteY12" fmla="*/ 536 h 10080"/>
              <a:gd name="connsiteX0" fmla="*/ 354 w 10068"/>
              <a:gd name="connsiteY0" fmla="*/ 536 h 10080"/>
              <a:gd name="connsiteX1" fmla="*/ 1783 w 10068"/>
              <a:gd name="connsiteY1" fmla="*/ 84 h 10080"/>
              <a:gd name="connsiteX2" fmla="*/ 4362 w 10068"/>
              <a:gd name="connsiteY2" fmla="*/ 90 h 10080"/>
              <a:gd name="connsiteX3" fmla="*/ 7462 w 10068"/>
              <a:gd name="connsiteY3" fmla="*/ 47 h 10080"/>
              <a:gd name="connsiteX4" fmla="*/ 10066 w 10068"/>
              <a:gd name="connsiteY4" fmla="*/ 357 h 10080"/>
              <a:gd name="connsiteX5" fmla="*/ 10059 w 10068"/>
              <a:gd name="connsiteY5" fmla="*/ 9125 h 10080"/>
              <a:gd name="connsiteX6" fmla="*/ 9029 w 10068"/>
              <a:gd name="connsiteY6" fmla="*/ 9930 h 10080"/>
              <a:gd name="connsiteX7" fmla="*/ 5220 w 10068"/>
              <a:gd name="connsiteY7" fmla="*/ 9922 h 10080"/>
              <a:gd name="connsiteX8" fmla="*/ 2505 w 10068"/>
              <a:gd name="connsiteY8" fmla="*/ 9984 h 10080"/>
              <a:gd name="connsiteX9" fmla="*/ 701 w 10068"/>
              <a:gd name="connsiteY9" fmla="*/ 10055 h 10080"/>
              <a:gd name="connsiteX10" fmla="*/ 54 w 10068"/>
              <a:gd name="connsiteY10" fmla="*/ 9740 h 10080"/>
              <a:gd name="connsiteX11" fmla="*/ 70 w 10068"/>
              <a:gd name="connsiteY11" fmla="*/ 9114 h 10080"/>
              <a:gd name="connsiteX12" fmla="*/ 354 w 1006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04 w 10095"/>
              <a:gd name="connsiteY6" fmla="*/ 9802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264"/>
              <a:gd name="connsiteY0" fmla="*/ 505 h 10057"/>
              <a:gd name="connsiteX1" fmla="*/ 1812 w 10264"/>
              <a:gd name="connsiteY1" fmla="*/ 53 h 10057"/>
              <a:gd name="connsiteX2" fmla="*/ 4391 w 10264"/>
              <a:gd name="connsiteY2" fmla="*/ 59 h 10057"/>
              <a:gd name="connsiteX3" fmla="*/ 7491 w 10264"/>
              <a:gd name="connsiteY3" fmla="*/ 16 h 10057"/>
              <a:gd name="connsiteX4" fmla="*/ 10095 w 10264"/>
              <a:gd name="connsiteY4" fmla="*/ 326 h 10057"/>
              <a:gd name="connsiteX5" fmla="*/ 9987 w 10264"/>
              <a:gd name="connsiteY5" fmla="*/ 3016 h 10057"/>
              <a:gd name="connsiteX6" fmla="*/ 9942 w 10264"/>
              <a:gd name="connsiteY6" fmla="*/ 9094 h 10057"/>
              <a:gd name="connsiteX7" fmla="*/ 9831 w 10264"/>
              <a:gd name="connsiteY7" fmla="*/ 9683 h 10057"/>
              <a:gd name="connsiteX8" fmla="*/ 9058 w 10264"/>
              <a:gd name="connsiteY8" fmla="*/ 9899 h 10057"/>
              <a:gd name="connsiteX9" fmla="*/ 5249 w 10264"/>
              <a:gd name="connsiteY9" fmla="*/ 9891 h 10057"/>
              <a:gd name="connsiteX10" fmla="*/ 2534 w 10264"/>
              <a:gd name="connsiteY10" fmla="*/ 9953 h 10057"/>
              <a:gd name="connsiteX11" fmla="*/ 730 w 10264"/>
              <a:gd name="connsiteY11" fmla="*/ 10024 h 10057"/>
              <a:gd name="connsiteX12" fmla="*/ 83 w 10264"/>
              <a:gd name="connsiteY12" fmla="*/ 9709 h 10057"/>
              <a:gd name="connsiteX13" fmla="*/ 99 w 10264"/>
              <a:gd name="connsiteY13" fmla="*/ 9083 h 10057"/>
              <a:gd name="connsiteX14" fmla="*/ 383 w 10264"/>
              <a:gd name="connsiteY14" fmla="*/ 505 h 10057"/>
              <a:gd name="connsiteX0" fmla="*/ 383 w 10148"/>
              <a:gd name="connsiteY0" fmla="*/ 557 h 10109"/>
              <a:gd name="connsiteX1" fmla="*/ 1812 w 10148"/>
              <a:gd name="connsiteY1" fmla="*/ 105 h 10109"/>
              <a:gd name="connsiteX2" fmla="*/ 4391 w 10148"/>
              <a:gd name="connsiteY2" fmla="*/ 111 h 10109"/>
              <a:gd name="connsiteX3" fmla="*/ 7491 w 10148"/>
              <a:gd name="connsiteY3" fmla="*/ 68 h 10109"/>
              <a:gd name="connsiteX4" fmla="*/ 9939 w 10148"/>
              <a:gd name="connsiteY4" fmla="*/ 285 h 10109"/>
              <a:gd name="connsiteX5" fmla="*/ 9987 w 10148"/>
              <a:gd name="connsiteY5" fmla="*/ 3068 h 10109"/>
              <a:gd name="connsiteX6" fmla="*/ 9942 w 10148"/>
              <a:gd name="connsiteY6" fmla="*/ 9146 h 10109"/>
              <a:gd name="connsiteX7" fmla="*/ 9831 w 10148"/>
              <a:gd name="connsiteY7" fmla="*/ 9735 h 10109"/>
              <a:gd name="connsiteX8" fmla="*/ 9058 w 10148"/>
              <a:gd name="connsiteY8" fmla="*/ 9951 h 10109"/>
              <a:gd name="connsiteX9" fmla="*/ 5249 w 10148"/>
              <a:gd name="connsiteY9" fmla="*/ 9943 h 10109"/>
              <a:gd name="connsiteX10" fmla="*/ 2534 w 10148"/>
              <a:gd name="connsiteY10" fmla="*/ 10005 h 10109"/>
              <a:gd name="connsiteX11" fmla="*/ 730 w 10148"/>
              <a:gd name="connsiteY11" fmla="*/ 10076 h 10109"/>
              <a:gd name="connsiteX12" fmla="*/ 83 w 10148"/>
              <a:gd name="connsiteY12" fmla="*/ 9761 h 10109"/>
              <a:gd name="connsiteX13" fmla="*/ 99 w 10148"/>
              <a:gd name="connsiteY13" fmla="*/ 9135 h 10109"/>
              <a:gd name="connsiteX14" fmla="*/ 383 w 10148"/>
              <a:gd name="connsiteY14" fmla="*/ 557 h 10109"/>
              <a:gd name="connsiteX0" fmla="*/ 383 w 10023"/>
              <a:gd name="connsiteY0" fmla="*/ 557 h 10109"/>
              <a:gd name="connsiteX1" fmla="*/ 1812 w 10023"/>
              <a:gd name="connsiteY1" fmla="*/ 105 h 10109"/>
              <a:gd name="connsiteX2" fmla="*/ 4391 w 10023"/>
              <a:gd name="connsiteY2" fmla="*/ 111 h 10109"/>
              <a:gd name="connsiteX3" fmla="*/ 7491 w 10023"/>
              <a:gd name="connsiteY3" fmla="*/ 68 h 10109"/>
              <a:gd name="connsiteX4" fmla="*/ 9939 w 10023"/>
              <a:gd name="connsiteY4" fmla="*/ 285 h 10109"/>
              <a:gd name="connsiteX5" fmla="*/ 9987 w 10023"/>
              <a:gd name="connsiteY5" fmla="*/ 3068 h 10109"/>
              <a:gd name="connsiteX6" fmla="*/ 9942 w 10023"/>
              <a:gd name="connsiteY6" fmla="*/ 9146 h 10109"/>
              <a:gd name="connsiteX7" fmla="*/ 9831 w 10023"/>
              <a:gd name="connsiteY7" fmla="*/ 9735 h 10109"/>
              <a:gd name="connsiteX8" fmla="*/ 9058 w 10023"/>
              <a:gd name="connsiteY8" fmla="*/ 9951 h 10109"/>
              <a:gd name="connsiteX9" fmla="*/ 5249 w 10023"/>
              <a:gd name="connsiteY9" fmla="*/ 9943 h 10109"/>
              <a:gd name="connsiteX10" fmla="*/ 2534 w 10023"/>
              <a:gd name="connsiteY10" fmla="*/ 10005 h 10109"/>
              <a:gd name="connsiteX11" fmla="*/ 730 w 10023"/>
              <a:gd name="connsiteY11" fmla="*/ 10076 h 10109"/>
              <a:gd name="connsiteX12" fmla="*/ 83 w 10023"/>
              <a:gd name="connsiteY12" fmla="*/ 9761 h 10109"/>
              <a:gd name="connsiteX13" fmla="*/ 99 w 10023"/>
              <a:gd name="connsiteY13" fmla="*/ 9135 h 10109"/>
              <a:gd name="connsiteX14" fmla="*/ 383 w 10023"/>
              <a:gd name="connsiteY14" fmla="*/ 557 h 10109"/>
              <a:gd name="connsiteX0" fmla="*/ 383 w 10006"/>
              <a:gd name="connsiteY0" fmla="*/ 557 h 10109"/>
              <a:gd name="connsiteX1" fmla="*/ 1812 w 10006"/>
              <a:gd name="connsiteY1" fmla="*/ 105 h 10109"/>
              <a:gd name="connsiteX2" fmla="*/ 4391 w 10006"/>
              <a:gd name="connsiteY2" fmla="*/ 111 h 10109"/>
              <a:gd name="connsiteX3" fmla="*/ 7491 w 10006"/>
              <a:gd name="connsiteY3" fmla="*/ 68 h 10109"/>
              <a:gd name="connsiteX4" fmla="*/ 9939 w 10006"/>
              <a:gd name="connsiteY4" fmla="*/ 285 h 10109"/>
              <a:gd name="connsiteX5" fmla="*/ 9987 w 10006"/>
              <a:gd name="connsiteY5" fmla="*/ 3068 h 10109"/>
              <a:gd name="connsiteX6" fmla="*/ 9942 w 10006"/>
              <a:gd name="connsiteY6" fmla="*/ 9146 h 10109"/>
              <a:gd name="connsiteX7" fmla="*/ 9831 w 10006"/>
              <a:gd name="connsiteY7" fmla="*/ 9735 h 10109"/>
              <a:gd name="connsiteX8" fmla="*/ 9058 w 10006"/>
              <a:gd name="connsiteY8" fmla="*/ 9951 h 10109"/>
              <a:gd name="connsiteX9" fmla="*/ 5249 w 10006"/>
              <a:gd name="connsiteY9" fmla="*/ 9943 h 10109"/>
              <a:gd name="connsiteX10" fmla="*/ 2534 w 10006"/>
              <a:gd name="connsiteY10" fmla="*/ 10005 h 10109"/>
              <a:gd name="connsiteX11" fmla="*/ 730 w 10006"/>
              <a:gd name="connsiteY11" fmla="*/ 10076 h 10109"/>
              <a:gd name="connsiteX12" fmla="*/ 83 w 10006"/>
              <a:gd name="connsiteY12" fmla="*/ 9761 h 10109"/>
              <a:gd name="connsiteX13" fmla="*/ 99 w 10006"/>
              <a:gd name="connsiteY13" fmla="*/ 9135 h 10109"/>
              <a:gd name="connsiteX14" fmla="*/ 383 w 10006"/>
              <a:gd name="connsiteY14" fmla="*/ 557 h 10109"/>
              <a:gd name="connsiteX0" fmla="*/ 383 w 10019"/>
              <a:gd name="connsiteY0" fmla="*/ 557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383 w 10019"/>
              <a:gd name="connsiteY14" fmla="*/ 557 h 10109"/>
              <a:gd name="connsiteX0" fmla="*/ 270 w 10019"/>
              <a:gd name="connsiteY0" fmla="*/ 562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562 h 10109"/>
              <a:gd name="connsiteX1" fmla="*/ 1774 w 10019"/>
              <a:gd name="connsiteY1" fmla="*/ 9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789 h 10336"/>
              <a:gd name="connsiteX1" fmla="*/ 1009 w 10019"/>
              <a:gd name="connsiteY1" fmla="*/ 327 h 10336"/>
              <a:gd name="connsiteX2" fmla="*/ 1774 w 10019"/>
              <a:gd name="connsiteY2" fmla="*/ 322 h 10336"/>
              <a:gd name="connsiteX3" fmla="*/ 4391 w 10019"/>
              <a:gd name="connsiteY3" fmla="*/ 338 h 10336"/>
              <a:gd name="connsiteX4" fmla="*/ 7491 w 10019"/>
              <a:gd name="connsiteY4" fmla="*/ 295 h 10336"/>
              <a:gd name="connsiteX5" fmla="*/ 9939 w 10019"/>
              <a:gd name="connsiteY5" fmla="*/ 512 h 10336"/>
              <a:gd name="connsiteX6" fmla="*/ 9987 w 10019"/>
              <a:gd name="connsiteY6" fmla="*/ 3295 h 10336"/>
              <a:gd name="connsiteX7" fmla="*/ 9942 w 10019"/>
              <a:gd name="connsiteY7" fmla="*/ 9373 h 10336"/>
              <a:gd name="connsiteX8" fmla="*/ 9831 w 10019"/>
              <a:gd name="connsiteY8" fmla="*/ 9962 h 10336"/>
              <a:gd name="connsiteX9" fmla="*/ 9058 w 10019"/>
              <a:gd name="connsiteY9" fmla="*/ 10178 h 10336"/>
              <a:gd name="connsiteX10" fmla="*/ 5249 w 10019"/>
              <a:gd name="connsiteY10" fmla="*/ 10170 h 10336"/>
              <a:gd name="connsiteX11" fmla="*/ 2534 w 10019"/>
              <a:gd name="connsiteY11" fmla="*/ 10232 h 10336"/>
              <a:gd name="connsiteX12" fmla="*/ 730 w 10019"/>
              <a:gd name="connsiteY12" fmla="*/ 10303 h 10336"/>
              <a:gd name="connsiteX13" fmla="*/ 83 w 10019"/>
              <a:gd name="connsiteY13" fmla="*/ 9988 h 10336"/>
              <a:gd name="connsiteX14" fmla="*/ 99 w 10019"/>
              <a:gd name="connsiteY14" fmla="*/ 9362 h 10336"/>
              <a:gd name="connsiteX15" fmla="*/ 270 w 10019"/>
              <a:gd name="connsiteY15" fmla="*/ 789 h 10336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019" h="10110">
                <a:moveTo>
                  <a:pt x="270" y="563"/>
                </a:moveTo>
                <a:cubicBezTo>
                  <a:pt x="249" y="145"/>
                  <a:pt x="812" y="51"/>
                  <a:pt x="1009" y="101"/>
                </a:cubicBezTo>
                <a:cubicBezTo>
                  <a:pt x="1260" y="57"/>
                  <a:pt x="1210" y="94"/>
                  <a:pt x="1774" y="96"/>
                </a:cubicBezTo>
                <a:lnTo>
                  <a:pt x="4391" y="112"/>
                </a:lnTo>
                <a:cubicBezTo>
                  <a:pt x="5344" y="108"/>
                  <a:pt x="6566" y="40"/>
                  <a:pt x="7491" y="69"/>
                </a:cubicBezTo>
                <a:cubicBezTo>
                  <a:pt x="8416" y="98"/>
                  <a:pt x="9512" y="-211"/>
                  <a:pt x="9939" y="286"/>
                </a:cubicBezTo>
                <a:cubicBezTo>
                  <a:pt x="10064" y="415"/>
                  <a:pt x="10012" y="1608"/>
                  <a:pt x="9987" y="3069"/>
                </a:cubicBezTo>
                <a:cubicBezTo>
                  <a:pt x="9962" y="4530"/>
                  <a:pt x="9979" y="8033"/>
                  <a:pt x="9942" y="9147"/>
                </a:cubicBezTo>
                <a:cubicBezTo>
                  <a:pt x="9907" y="9528"/>
                  <a:pt x="9841" y="9739"/>
                  <a:pt x="9831" y="9736"/>
                </a:cubicBezTo>
                <a:cubicBezTo>
                  <a:pt x="9600" y="9885"/>
                  <a:pt x="9822" y="9917"/>
                  <a:pt x="9058" y="9952"/>
                </a:cubicBezTo>
                <a:cubicBezTo>
                  <a:pt x="8294" y="9987"/>
                  <a:pt x="6337" y="9936"/>
                  <a:pt x="5249" y="9944"/>
                </a:cubicBezTo>
                <a:cubicBezTo>
                  <a:pt x="4162" y="9953"/>
                  <a:pt x="3895" y="10006"/>
                  <a:pt x="2534" y="10006"/>
                </a:cubicBezTo>
                <a:cubicBezTo>
                  <a:pt x="1404" y="10065"/>
                  <a:pt x="1135" y="10163"/>
                  <a:pt x="730" y="10077"/>
                </a:cubicBezTo>
                <a:cubicBezTo>
                  <a:pt x="325" y="9991"/>
                  <a:pt x="304" y="10052"/>
                  <a:pt x="83" y="9762"/>
                </a:cubicBezTo>
                <a:cubicBezTo>
                  <a:pt x="-59" y="9645"/>
                  <a:pt x="4" y="9440"/>
                  <a:pt x="99" y="9136"/>
                </a:cubicBezTo>
                <a:cubicBezTo>
                  <a:pt x="81" y="7566"/>
                  <a:pt x="40" y="2139"/>
                  <a:pt x="270" y="563"/>
                </a:cubicBezTo>
                <a:close/>
              </a:path>
            </a:pathLst>
          </a:cu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Afbeelding invoegen</a:t>
            </a:r>
          </a:p>
        </p:txBody>
      </p:sp>
    </p:spTree>
    <p:extLst>
      <p:ext uri="{BB962C8B-B14F-4D97-AF65-F5344CB8AC3E}">
        <p14:creationId xmlns:p14="http://schemas.microsoft.com/office/powerpoint/2010/main" val="404489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t dia Praktisch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htergrond kleur">
            <a:extLst>
              <a:ext uri="{FF2B5EF4-FFF2-40B4-BE49-F238E27FC236}">
                <a16:creationId xmlns:a16="http://schemas.microsoft.com/office/drawing/2014/main" id="{DF3B5280-C97D-1CD9-19A5-3E94B0849950}"/>
              </a:ext>
            </a:extLst>
          </p:cNvPr>
          <p:cNvSpPr/>
          <p:nvPr userDrawn="1"/>
        </p:nvSpPr>
        <p:spPr>
          <a:xfrm>
            <a:off x="0" y="2999984"/>
            <a:ext cx="12192000" cy="3858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organisch vlak">
            <a:extLst>
              <a:ext uri="{FF2B5EF4-FFF2-40B4-BE49-F238E27FC236}">
                <a16:creationId xmlns:a16="http://schemas.microsoft.com/office/drawing/2014/main" id="{E48519C1-367C-40F1-F347-2EF9DE74D1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2721688" y="-2913442"/>
            <a:ext cx="6850967" cy="12691917"/>
          </a:xfrm>
          <a:prstGeom prst="rect">
            <a:avLst/>
          </a:prstGeom>
        </p:spPr>
      </p:pic>
      <p:pic>
        <p:nvPicPr>
          <p:cNvPr id="23" name="Logo PB WIT">
            <a:extLst>
              <a:ext uri="{FF2B5EF4-FFF2-40B4-BE49-F238E27FC236}">
                <a16:creationId xmlns:a16="http://schemas.microsoft.com/office/drawing/2014/main" id="{3CE2F3B0-6B2D-CE7E-2D03-57EB5379B2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4215" y="457962"/>
            <a:ext cx="969034" cy="969034"/>
          </a:xfrm>
          <a:prstGeom prst="rect">
            <a:avLst/>
          </a:prstGeom>
        </p:spPr>
      </p:pic>
      <p:pic>
        <p:nvPicPr>
          <p:cNvPr id="27" name="kringeltje">
            <a:extLst>
              <a:ext uri="{FF2B5EF4-FFF2-40B4-BE49-F238E27FC236}">
                <a16:creationId xmlns:a16="http://schemas.microsoft.com/office/drawing/2014/main" id="{4D025D01-D284-B003-44FD-813F2ADAA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76371" flipH="1">
            <a:off x="103147" y="5998872"/>
            <a:ext cx="644625" cy="661879"/>
          </a:xfrm>
          <a:prstGeom prst="rect">
            <a:avLst/>
          </a:prstGeom>
        </p:spPr>
      </p:pic>
      <p:pic>
        <p:nvPicPr>
          <p:cNvPr id="28" name="merkbelofte">
            <a:extLst>
              <a:ext uri="{FF2B5EF4-FFF2-40B4-BE49-F238E27FC236}">
                <a16:creationId xmlns:a16="http://schemas.microsoft.com/office/drawing/2014/main" id="{6316880F-EB49-EB50-3D5E-4E88443600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67219" y="2423568"/>
            <a:ext cx="4371124" cy="2466465"/>
          </a:xfrm>
          <a:prstGeom prst="rect">
            <a:avLst/>
          </a:prstGeom>
        </p:spPr>
      </p:pic>
      <p:pic>
        <p:nvPicPr>
          <p:cNvPr id="3" name="raster">
            <a:extLst>
              <a:ext uri="{FF2B5EF4-FFF2-40B4-BE49-F238E27FC236}">
                <a16:creationId xmlns:a16="http://schemas.microsoft.com/office/drawing/2014/main" id="{55D3707C-FB7D-C389-B390-74DA2E82CB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pic>
        <p:nvPicPr>
          <p:cNvPr id="6" name="pijl">
            <a:extLst>
              <a:ext uri="{FF2B5EF4-FFF2-40B4-BE49-F238E27FC236}">
                <a16:creationId xmlns:a16="http://schemas.microsoft.com/office/drawing/2014/main" id="{D7524FA1-2D8E-485D-3118-4857DF26D3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03009" y="2346450"/>
            <a:ext cx="763080" cy="90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7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1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3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4" accel="50000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2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8" accel="50000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1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4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2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8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lezi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4">
            <a:extLst>
              <a:ext uri="{FF2B5EF4-FFF2-40B4-BE49-F238E27FC236}">
                <a16:creationId xmlns:a16="http://schemas.microsoft.com/office/drawing/2014/main" id="{C8CAE2AF-3AD7-A814-1B2B-B3AE596D9D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7469" y="157507"/>
            <a:ext cx="5899279" cy="6542985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284 w 10000"/>
              <a:gd name="connsiteY0" fmla="*/ 232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284 w 10000"/>
              <a:gd name="connsiteY10" fmla="*/ 232 h 10000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29 h 10297"/>
              <a:gd name="connsiteX1" fmla="*/ 2311 w 10000"/>
              <a:gd name="connsiteY1" fmla="*/ 27 h 10297"/>
              <a:gd name="connsiteX2" fmla="*/ 3638 w 10000"/>
              <a:gd name="connsiteY2" fmla="*/ 1175 h 10297"/>
              <a:gd name="connsiteX3" fmla="*/ 7500 w 10000"/>
              <a:gd name="connsiteY3" fmla="*/ 297 h 10297"/>
              <a:gd name="connsiteX4" fmla="*/ 10000 w 10000"/>
              <a:gd name="connsiteY4" fmla="*/ 1297 h 10297"/>
              <a:gd name="connsiteX5" fmla="*/ 10000 w 10000"/>
              <a:gd name="connsiteY5" fmla="*/ 9297 h 10297"/>
              <a:gd name="connsiteX6" fmla="*/ 7500 w 10000"/>
              <a:gd name="connsiteY6" fmla="*/ 8297 h 10297"/>
              <a:gd name="connsiteX7" fmla="*/ 5000 w 10000"/>
              <a:gd name="connsiteY7" fmla="*/ 9297 h 10297"/>
              <a:gd name="connsiteX8" fmla="*/ 2500 w 10000"/>
              <a:gd name="connsiteY8" fmla="*/ 10297 h 10297"/>
              <a:gd name="connsiteX9" fmla="*/ 0 w 10000"/>
              <a:gd name="connsiteY9" fmla="*/ 9297 h 10297"/>
              <a:gd name="connsiteX10" fmla="*/ 284 w 10000"/>
              <a:gd name="connsiteY10" fmla="*/ 529 h 10297"/>
              <a:gd name="connsiteX0" fmla="*/ 284 w 10000"/>
              <a:gd name="connsiteY0" fmla="*/ 510 h 10278"/>
              <a:gd name="connsiteX1" fmla="*/ 1944 w 10000"/>
              <a:gd name="connsiteY1" fmla="*/ 30 h 10278"/>
              <a:gd name="connsiteX2" fmla="*/ 3638 w 10000"/>
              <a:gd name="connsiteY2" fmla="*/ 1156 h 10278"/>
              <a:gd name="connsiteX3" fmla="*/ 7500 w 10000"/>
              <a:gd name="connsiteY3" fmla="*/ 278 h 10278"/>
              <a:gd name="connsiteX4" fmla="*/ 10000 w 10000"/>
              <a:gd name="connsiteY4" fmla="*/ 1278 h 10278"/>
              <a:gd name="connsiteX5" fmla="*/ 10000 w 10000"/>
              <a:gd name="connsiteY5" fmla="*/ 9278 h 10278"/>
              <a:gd name="connsiteX6" fmla="*/ 7500 w 10000"/>
              <a:gd name="connsiteY6" fmla="*/ 8278 h 10278"/>
              <a:gd name="connsiteX7" fmla="*/ 5000 w 10000"/>
              <a:gd name="connsiteY7" fmla="*/ 9278 h 10278"/>
              <a:gd name="connsiteX8" fmla="*/ 2500 w 10000"/>
              <a:gd name="connsiteY8" fmla="*/ 10278 h 10278"/>
              <a:gd name="connsiteX9" fmla="*/ 0 w 10000"/>
              <a:gd name="connsiteY9" fmla="*/ 9278 h 10278"/>
              <a:gd name="connsiteX10" fmla="*/ 284 w 10000"/>
              <a:gd name="connsiteY10" fmla="*/ 510 h 10278"/>
              <a:gd name="connsiteX0" fmla="*/ 284 w 10000"/>
              <a:gd name="connsiteY0" fmla="*/ 483 h 10251"/>
              <a:gd name="connsiteX1" fmla="*/ 1944 w 10000"/>
              <a:gd name="connsiteY1" fmla="*/ 3 h 10251"/>
              <a:gd name="connsiteX2" fmla="*/ 3638 w 10000"/>
              <a:gd name="connsiteY2" fmla="*/ 1129 h 10251"/>
              <a:gd name="connsiteX3" fmla="*/ 7500 w 10000"/>
              <a:gd name="connsiteY3" fmla="*/ 251 h 10251"/>
              <a:gd name="connsiteX4" fmla="*/ 10000 w 10000"/>
              <a:gd name="connsiteY4" fmla="*/ 1251 h 10251"/>
              <a:gd name="connsiteX5" fmla="*/ 10000 w 10000"/>
              <a:gd name="connsiteY5" fmla="*/ 9251 h 10251"/>
              <a:gd name="connsiteX6" fmla="*/ 7500 w 10000"/>
              <a:gd name="connsiteY6" fmla="*/ 8251 h 10251"/>
              <a:gd name="connsiteX7" fmla="*/ 5000 w 10000"/>
              <a:gd name="connsiteY7" fmla="*/ 9251 h 10251"/>
              <a:gd name="connsiteX8" fmla="*/ 2500 w 10000"/>
              <a:gd name="connsiteY8" fmla="*/ 10251 h 10251"/>
              <a:gd name="connsiteX9" fmla="*/ 0 w 10000"/>
              <a:gd name="connsiteY9" fmla="*/ 9251 h 10251"/>
              <a:gd name="connsiteX10" fmla="*/ 284 w 10000"/>
              <a:gd name="connsiteY10" fmla="*/ 483 h 10251"/>
              <a:gd name="connsiteX0" fmla="*/ 284 w 10000"/>
              <a:gd name="connsiteY0" fmla="*/ 501 h 10269"/>
              <a:gd name="connsiteX1" fmla="*/ 1944 w 10000"/>
              <a:gd name="connsiteY1" fmla="*/ 21 h 10269"/>
              <a:gd name="connsiteX2" fmla="*/ 4100 w 10000"/>
              <a:gd name="connsiteY2" fmla="*/ 101 h 10269"/>
              <a:gd name="connsiteX3" fmla="*/ 7500 w 10000"/>
              <a:gd name="connsiteY3" fmla="*/ 269 h 10269"/>
              <a:gd name="connsiteX4" fmla="*/ 10000 w 10000"/>
              <a:gd name="connsiteY4" fmla="*/ 1269 h 10269"/>
              <a:gd name="connsiteX5" fmla="*/ 10000 w 10000"/>
              <a:gd name="connsiteY5" fmla="*/ 9269 h 10269"/>
              <a:gd name="connsiteX6" fmla="*/ 7500 w 10000"/>
              <a:gd name="connsiteY6" fmla="*/ 8269 h 10269"/>
              <a:gd name="connsiteX7" fmla="*/ 5000 w 10000"/>
              <a:gd name="connsiteY7" fmla="*/ 9269 h 10269"/>
              <a:gd name="connsiteX8" fmla="*/ 2500 w 10000"/>
              <a:gd name="connsiteY8" fmla="*/ 10269 h 10269"/>
              <a:gd name="connsiteX9" fmla="*/ 0 w 10000"/>
              <a:gd name="connsiteY9" fmla="*/ 9269 h 10269"/>
              <a:gd name="connsiteX10" fmla="*/ 284 w 10000"/>
              <a:gd name="connsiteY10" fmla="*/ 501 h 10269"/>
              <a:gd name="connsiteX0" fmla="*/ 284 w 10000"/>
              <a:gd name="connsiteY0" fmla="*/ 496 h 10264"/>
              <a:gd name="connsiteX1" fmla="*/ 1944 w 10000"/>
              <a:gd name="connsiteY1" fmla="*/ 16 h 10264"/>
              <a:gd name="connsiteX2" fmla="*/ 4100 w 10000"/>
              <a:gd name="connsiteY2" fmla="*/ 96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20 h 10288"/>
              <a:gd name="connsiteX1" fmla="*/ 1443 w 10000"/>
              <a:gd name="connsiteY1" fmla="*/ 40 h 10288"/>
              <a:gd name="connsiteX2" fmla="*/ 4349 w 10000"/>
              <a:gd name="connsiteY2" fmla="*/ 53 h 10288"/>
              <a:gd name="connsiteX3" fmla="*/ 7500 w 10000"/>
              <a:gd name="connsiteY3" fmla="*/ 288 h 10288"/>
              <a:gd name="connsiteX4" fmla="*/ 10000 w 10000"/>
              <a:gd name="connsiteY4" fmla="*/ 1288 h 10288"/>
              <a:gd name="connsiteX5" fmla="*/ 10000 w 10000"/>
              <a:gd name="connsiteY5" fmla="*/ 9288 h 10288"/>
              <a:gd name="connsiteX6" fmla="*/ 7500 w 10000"/>
              <a:gd name="connsiteY6" fmla="*/ 8288 h 10288"/>
              <a:gd name="connsiteX7" fmla="*/ 5000 w 10000"/>
              <a:gd name="connsiteY7" fmla="*/ 9288 h 10288"/>
              <a:gd name="connsiteX8" fmla="*/ 2500 w 10000"/>
              <a:gd name="connsiteY8" fmla="*/ 10288 h 10288"/>
              <a:gd name="connsiteX9" fmla="*/ 0 w 10000"/>
              <a:gd name="connsiteY9" fmla="*/ 9288 h 10288"/>
              <a:gd name="connsiteX10" fmla="*/ 284 w 10000"/>
              <a:gd name="connsiteY10" fmla="*/ 520 h 10288"/>
              <a:gd name="connsiteX0" fmla="*/ 284 w 10000"/>
              <a:gd name="connsiteY0" fmla="*/ 496 h 10264"/>
              <a:gd name="connsiteX1" fmla="*/ 1443 w 10000"/>
              <a:gd name="connsiteY1" fmla="*/ 16 h 10264"/>
              <a:gd name="connsiteX2" fmla="*/ 4349 w 10000"/>
              <a:gd name="connsiteY2" fmla="*/ 29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491 h 10259"/>
              <a:gd name="connsiteX1" fmla="*/ 1733 w 10000"/>
              <a:gd name="connsiteY1" fmla="*/ 18 h 10259"/>
              <a:gd name="connsiteX2" fmla="*/ 4349 w 10000"/>
              <a:gd name="connsiteY2" fmla="*/ 24 h 10259"/>
              <a:gd name="connsiteX3" fmla="*/ 7500 w 10000"/>
              <a:gd name="connsiteY3" fmla="*/ 259 h 10259"/>
              <a:gd name="connsiteX4" fmla="*/ 10000 w 10000"/>
              <a:gd name="connsiteY4" fmla="*/ 1259 h 10259"/>
              <a:gd name="connsiteX5" fmla="*/ 10000 w 10000"/>
              <a:gd name="connsiteY5" fmla="*/ 9259 h 10259"/>
              <a:gd name="connsiteX6" fmla="*/ 7500 w 10000"/>
              <a:gd name="connsiteY6" fmla="*/ 8259 h 10259"/>
              <a:gd name="connsiteX7" fmla="*/ 5000 w 10000"/>
              <a:gd name="connsiteY7" fmla="*/ 9259 h 10259"/>
              <a:gd name="connsiteX8" fmla="*/ 2500 w 10000"/>
              <a:gd name="connsiteY8" fmla="*/ 10259 h 10259"/>
              <a:gd name="connsiteX9" fmla="*/ 0 w 10000"/>
              <a:gd name="connsiteY9" fmla="*/ 9259 h 10259"/>
              <a:gd name="connsiteX10" fmla="*/ 284 w 10000"/>
              <a:gd name="connsiteY10" fmla="*/ 491 h 10259"/>
              <a:gd name="connsiteX0" fmla="*/ 284 w 10000"/>
              <a:gd name="connsiteY0" fmla="*/ 488 h 10256"/>
              <a:gd name="connsiteX1" fmla="*/ 1733 w 10000"/>
              <a:gd name="connsiteY1" fmla="*/ 15 h 10256"/>
              <a:gd name="connsiteX2" fmla="*/ 4349 w 10000"/>
              <a:gd name="connsiteY2" fmla="*/ 21 h 10256"/>
              <a:gd name="connsiteX3" fmla="*/ 7500 w 10000"/>
              <a:gd name="connsiteY3" fmla="*/ 256 h 10256"/>
              <a:gd name="connsiteX4" fmla="*/ 10000 w 10000"/>
              <a:gd name="connsiteY4" fmla="*/ 1256 h 10256"/>
              <a:gd name="connsiteX5" fmla="*/ 10000 w 10000"/>
              <a:gd name="connsiteY5" fmla="*/ 9256 h 10256"/>
              <a:gd name="connsiteX6" fmla="*/ 7500 w 10000"/>
              <a:gd name="connsiteY6" fmla="*/ 8256 h 10256"/>
              <a:gd name="connsiteX7" fmla="*/ 5000 w 10000"/>
              <a:gd name="connsiteY7" fmla="*/ 9256 h 10256"/>
              <a:gd name="connsiteX8" fmla="*/ 2500 w 10000"/>
              <a:gd name="connsiteY8" fmla="*/ 10256 h 10256"/>
              <a:gd name="connsiteX9" fmla="*/ 0 w 10000"/>
              <a:gd name="connsiteY9" fmla="*/ 9256 h 10256"/>
              <a:gd name="connsiteX10" fmla="*/ 284 w 10000"/>
              <a:gd name="connsiteY10" fmla="*/ 488 h 10256"/>
              <a:gd name="connsiteX0" fmla="*/ 284 w 10000"/>
              <a:gd name="connsiteY0" fmla="*/ 593 h 10361"/>
              <a:gd name="connsiteX1" fmla="*/ 1733 w 10000"/>
              <a:gd name="connsiteY1" fmla="*/ 120 h 10361"/>
              <a:gd name="connsiteX2" fmla="*/ 4349 w 10000"/>
              <a:gd name="connsiteY2" fmla="*/ 126 h 10361"/>
              <a:gd name="connsiteX3" fmla="*/ 7493 w 10000"/>
              <a:gd name="connsiteY3" fmla="*/ 82 h 10361"/>
              <a:gd name="connsiteX4" fmla="*/ 10000 w 10000"/>
              <a:gd name="connsiteY4" fmla="*/ 1361 h 10361"/>
              <a:gd name="connsiteX5" fmla="*/ 10000 w 10000"/>
              <a:gd name="connsiteY5" fmla="*/ 9361 h 10361"/>
              <a:gd name="connsiteX6" fmla="*/ 7500 w 10000"/>
              <a:gd name="connsiteY6" fmla="*/ 8361 h 10361"/>
              <a:gd name="connsiteX7" fmla="*/ 5000 w 10000"/>
              <a:gd name="connsiteY7" fmla="*/ 9361 h 10361"/>
              <a:gd name="connsiteX8" fmla="*/ 2500 w 10000"/>
              <a:gd name="connsiteY8" fmla="*/ 10361 h 10361"/>
              <a:gd name="connsiteX9" fmla="*/ 0 w 10000"/>
              <a:gd name="connsiteY9" fmla="*/ 9361 h 10361"/>
              <a:gd name="connsiteX10" fmla="*/ 284 w 10000"/>
              <a:gd name="connsiteY10" fmla="*/ 593 h 10361"/>
              <a:gd name="connsiteX0" fmla="*/ 284 w 10000"/>
              <a:gd name="connsiteY0" fmla="*/ 511 h 10279"/>
              <a:gd name="connsiteX1" fmla="*/ 1733 w 10000"/>
              <a:gd name="connsiteY1" fmla="*/ 38 h 10279"/>
              <a:gd name="connsiteX2" fmla="*/ 4349 w 10000"/>
              <a:gd name="connsiteY2" fmla="*/ 44 h 10279"/>
              <a:gd name="connsiteX3" fmla="*/ 7493 w 10000"/>
              <a:gd name="connsiteY3" fmla="*/ 0 h 10279"/>
              <a:gd name="connsiteX4" fmla="*/ 10000 w 10000"/>
              <a:gd name="connsiteY4" fmla="*/ 1279 h 10279"/>
              <a:gd name="connsiteX5" fmla="*/ 10000 w 10000"/>
              <a:gd name="connsiteY5" fmla="*/ 9279 h 10279"/>
              <a:gd name="connsiteX6" fmla="*/ 7500 w 10000"/>
              <a:gd name="connsiteY6" fmla="*/ 8279 h 10279"/>
              <a:gd name="connsiteX7" fmla="*/ 5000 w 10000"/>
              <a:gd name="connsiteY7" fmla="*/ 9279 h 10279"/>
              <a:gd name="connsiteX8" fmla="*/ 2500 w 10000"/>
              <a:gd name="connsiteY8" fmla="*/ 10279 h 10279"/>
              <a:gd name="connsiteX9" fmla="*/ 0 w 10000"/>
              <a:gd name="connsiteY9" fmla="*/ 9279 h 10279"/>
              <a:gd name="connsiteX10" fmla="*/ 284 w 10000"/>
              <a:gd name="connsiteY10" fmla="*/ 511 h 10279"/>
              <a:gd name="connsiteX0" fmla="*/ 284 w 10092"/>
              <a:gd name="connsiteY0" fmla="*/ 535 h 10303"/>
              <a:gd name="connsiteX1" fmla="*/ 1733 w 10092"/>
              <a:gd name="connsiteY1" fmla="*/ 62 h 10303"/>
              <a:gd name="connsiteX2" fmla="*/ 4349 w 10092"/>
              <a:gd name="connsiteY2" fmla="*/ 68 h 10303"/>
              <a:gd name="connsiteX3" fmla="*/ 7493 w 10092"/>
              <a:gd name="connsiteY3" fmla="*/ 24 h 10303"/>
              <a:gd name="connsiteX4" fmla="*/ 10092 w 10092"/>
              <a:gd name="connsiteY4" fmla="*/ 354 h 10303"/>
              <a:gd name="connsiteX5" fmla="*/ 10000 w 10092"/>
              <a:gd name="connsiteY5" fmla="*/ 9303 h 10303"/>
              <a:gd name="connsiteX6" fmla="*/ 7500 w 10092"/>
              <a:gd name="connsiteY6" fmla="*/ 8303 h 10303"/>
              <a:gd name="connsiteX7" fmla="*/ 5000 w 10092"/>
              <a:gd name="connsiteY7" fmla="*/ 9303 h 10303"/>
              <a:gd name="connsiteX8" fmla="*/ 2500 w 10092"/>
              <a:gd name="connsiteY8" fmla="*/ 10303 h 10303"/>
              <a:gd name="connsiteX9" fmla="*/ 0 w 10092"/>
              <a:gd name="connsiteY9" fmla="*/ 9303 h 10303"/>
              <a:gd name="connsiteX10" fmla="*/ 284 w 10092"/>
              <a:gd name="connsiteY10" fmla="*/ 535 h 10303"/>
              <a:gd name="connsiteX0" fmla="*/ 284 w 10092"/>
              <a:gd name="connsiteY0" fmla="*/ 557 h 10325"/>
              <a:gd name="connsiteX1" fmla="*/ 1733 w 10092"/>
              <a:gd name="connsiteY1" fmla="*/ 84 h 10325"/>
              <a:gd name="connsiteX2" fmla="*/ 4349 w 10092"/>
              <a:gd name="connsiteY2" fmla="*/ 90 h 10325"/>
              <a:gd name="connsiteX3" fmla="*/ 7493 w 10092"/>
              <a:gd name="connsiteY3" fmla="*/ 46 h 10325"/>
              <a:gd name="connsiteX4" fmla="*/ 10092 w 10092"/>
              <a:gd name="connsiteY4" fmla="*/ 376 h 10325"/>
              <a:gd name="connsiteX5" fmla="*/ 10000 w 10092"/>
              <a:gd name="connsiteY5" fmla="*/ 9325 h 10325"/>
              <a:gd name="connsiteX6" fmla="*/ 7500 w 10092"/>
              <a:gd name="connsiteY6" fmla="*/ 8325 h 10325"/>
              <a:gd name="connsiteX7" fmla="*/ 5000 w 10092"/>
              <a:gd name="connsiteY7" fmla="*/ 9325 h 10325"/>
              <a:gd name="connsiteX8" fmla="*/ 2500 w 10092"/>
              <a:gd name="connsiteY8" fmla="*/ 10325 h 10325"/>
              <a:gd name="connsiteX9" fmla="*/ 0 w 10092"/>
              <a:gd name="connsiteY9" fmla="*/ 9325 h 10325"/>
              <a:gd name="connsiteX10" fmla="*/ 284 w 10092"/>
              <a:gd name="connsiteY10" fmla="*/ 557 h 10325"/>
              <a:gd name="connsiteX0" fmla="*/ 284 w 10134"/>
              <a:gd name="connsiteY0" fmla="*/ 561 h 10329"/>
              <a:gd name="connsiteX1" fmla="*/ 1733 w 10134"/>
              <a:gd name="connsiteY1" fmla="*/ 88 h 10329"/>
              <a:gd name="connsiteX2" fmla="*/ 4349 w 10134"/>
              <a:gd name="connsiteY2" fmla="*/ 94 h 10329"/>
              <a:gd name="connsiteX3" fmla="*/ 7493 w 10134"/>
              <a:gd name="connsiteY3" fmla="*/ 50 h 10329"/>
              <a:gd name="connsiteX4" fmla="*/ 10134 w 10134"/>
              <a:gd name="connsiteY4" fmla="*/ 373 h 10329"/>
              <a:gd name="connsiteX5" fmla="*/ 10000 w 10134"/>
              <a:gd name="connsiteY5" fmla="*/ 9329 h 10329"/>
              <a:gd name="connsiteX6" fmla="*/ 7500 w 10134"/>
              <a:gd name="connsiteY6" fmla="*/ 8329 h 10329"/>
              <a:gd name="connsiteX7" fmla="*/ 5000 w 10134"/>
              <a:gd name="connsiteY7" fmla="*/ 9329 h 10329"/>
              <a:gd name="connsiteX8" fmla="*/ 2500 w 10134"/>
              <a:gd name="connsiteY8" fmla="*/ 10329 h 10329"/>
              <a:gd name="connsiteX9" fmla="*/ 0 w 10134"/>
              <a:gd name="connsiteY9" fmla="*/ 9329 h 10329"/>
              <a:gd name="connsiteX10" fmla="*/ 284 w 10134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402"/>
              <a:gd name="connsiteX1" fmla="*/ 1733 w 10136"/>
              <a:gd name="connsiteY1" fmla="*/ 88 h 10402"/>
              <a:gd name="connsiteX2" fmla="*/ 4349 w 10136"/>
              <a:gd name="connsiteY2" fmla="*/ 94 h 10402"/>
              <a:gd name="connsiteX3" fmla="*/ 7493 w 10136"/>
              <a:gd name="connsiteY3" fmla="*/ 50 h 10402"/>
              <a:gd name="connsiteX4" fmla="*/ 10134 w 10136"/>
              <a:gd name="connsiteY4" fmla="*/ 373 h 10402"/>
              <a:gd name="connsiteX5" fmla="*/ 10127 w 10136"/>
              <a:gd name="connsiteY5" fmla="*/ 9555 h 10402"/>
              <a:gd name="connsiteX6" fmla="*/ 9082 w 10136"/>
              <a:gd name="connsiteY6" fmla="*/ 10399 h 10402"/>
              <a:gd name="connsiteX7" fmla="*/ 5000 w 10136"/>
              <a:gd name="connsiteY7" fmla="*/ 9329 h 10402"/>
              <a:gd name="connsiteX8" fmla="*/ 2500 w 10136"/>
              <a:gd name="connsiteY8" fmla="*/ 10329 h 10402"/>
              <a:gd name="connsiteX9" fmla="*/ 0 w 10136"/>
              <a:gd name="connsiteY9" fmla="*/ 9329 h 10402"/>
              <a:gd name="connsiteX10" fmla="*/ 284 w 10136"/>
              <a:gd name="connsiteY10" fmla="*/ 561 h 10402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461"/>
              <a:gd name="connsiteX1" fmla="*/ 1733 w 10136"/>
              <a:gd name="connsiteY1" fmla="*/ 88 h 10461"/>
              <a:gd name="connsiteX2" fmla="*/ 4349 w 10136"/>
              <a:gd name="connsiteY2" fmla="*/ 94 h 10461"/>
              <a:gd name="connsiteX3" fmla="*/ 7493 w 10136"/>
              <a:gd name="connsiteY3" fmla="*/ 50 h 10461"/>
              <a:gd name="connsiteX4" fmla="*/ 10134 w 10136"/>
              <a:gd name="connsiteY4" fmla="*/ 373 h 10461"/>
              <a:gd name="connsiteX5" fmla="*/ 10127 w 10136"/>
              <a:gd name="connsiteY5" fmla="*/ 9555 h 10461"/>
              <a:gd name="connsiteX6" fmla="*/ 9082 w 10136"/>
              <a:gd name="connsiteY6" fmla="*/ 10399 h 10461"/>
              <a:gd name="connsiteX7" fmla="*/ 5219 w 10136"/>
              <a:gd name="connsiteY7" fmla="*/ 10391 h 10461"/>
              <a:gd name="connsiteX8" fmla="*/ 2500 w 10136"/>
              <a:gd name="connsiteY8" fmla="*/ 10329 h 10461"/>
              <a:gd name="connsiteX9" fmla="*/ 0 w 10136"/>
              <a:gd name="connsiteY9" fmla="*/ 9329 h 10461"/>
              <a:gd name="connsiteX10" fmla="*/ 284 w 10136"/>
              <a:gd name="connsiteY10" fmla="*/ 561 h 10461"/>
              <a:gd name="connsiteX0" fmla="*/ 284 w 10136"/>
              <a:gd name="connsiteY0" fmla="*/ 561 h 10401"/>
              <a:gd name="connsiteX1" fmla="*/ 1733 w 10136"/>
              <a:gd name="connsiteY1" fmla="*/ 88 h 10401"/>
              <a:gd name="connsiteX2" fmla="*/ 4349 w 10136"/>
              <a:gd name="connsiteY2" fmla="*/ 94 h 10401"/>
              <a:gd name="connsiteX3" fmla="*/ 7493 w 10136"/>
              <a:gd name="connsiteY3" fmla="*/ 50 h 10401"/>
              <a:gd name="connsiteX4" fmla="*/ 10134 w 10136"/>
              <a:gd name="connsiteY4" fmla="*/ 373 h 10401"/>
              <a:gd name="connsiteX5" fmla="*/ 10127 w 10136"/>
              <a:gd name="connsiteY5" fmla="*/ 9555 h 10401"/>
              <a:gd name="connsiteX6" fmla="*/ 9082 w 10136"/>
              <a:gd name="connsiteY6" fmla="*/ 10399 h 10401"/>
              <a:gd name="connsiteX7" fmla="*/ 5219 w 10136"/>
              <a:gd name="connsiteY7" fmla="*/ 10391 h 10401"/>
              <a:gd name="connsiteX8" fmla="*/ 2500 w 10136"/>
              <a:gd name="connsiteY8" fmla="*/ 10329 h 10401"/>
              <a:gd name="connsiteX9" fmla="*/ 0 w 10136"/>
              <a:gd name="connsiteY9" fmla="*/ 9329 h 10401"/>
              <a:gd name="connsiteX10" fmla="*/ 284 w 10136"/>
              <a:gd name="connsiteY10" fmla="*/ 561 h 10401"/>
              <a:gd name="connsiteX0" fmla="*/ 284 w 10136"/>
              <a:gd name="connsiteY0" fmla="*/ 561 h 10455"/>
              <a:gd name="connsiteX1" fmla="*/ 1733 w 10136"/>
              <a:gd name="connsiteY1" fmla="*/ 88 h 10455"/>
              <a:gd name="connsiteX2" fmla="*/ 4349 w 10136"/>
              <a:gd name="connsiteY2" fmla="*/ 94 h 10455"/>
              <a:gd name="connsiteX3" fmla="*/ 7493 w 10136"/>
              <a:gd name="connsiteY3" fmla="*/ 50 h 10455"/>
              <a:gd name="connsiteX4" fmla="*/ 10134 w 10136"/>
              <a:gd name="connsiteY4" fmla="*/ 373 h 10455"/>
              <a:gd name="connsiteX5" fmla="*/ 10127 w 10136"/>
              <a:gd name="connsiteY5" fmla="*/ 9555 h 10455"/>
              <a:gd name="connsiteX6" fmla="*/ 9082 w 10136"/>
              <a:gd name="connsiteY6" fmla="*/ 10399 h 10455"/>
              <a:gd name="connsiteX7" fmla="*/ 5219 w 10136"/>
              <a:gd name="connsiteY7" fmla="*/ 10391 h 10455"/>
              <a:gd name="connsiteX8" fmla="*/ 2465 w 10136"/>
              <a:gd name="connsiteY8" fmla="*/ 10455 h 10455"/>
              <a:gd name="connsiteX9" fmla="*/ 0 w 10136"/>
              <a:gd name="connsiteY9" fmla="*/ 9329 h 10455"/>
              <a:gd name="connsiteX10" fmla="*/ 284 w 10136"/>
              <a:gd name="connsiteY10" fmla="*/ 561 h 10455"/>
              <a:gd name="connsiteX0" fmla="*/ 242 w 10094"/>
              <a:gd name="connsiteY0" fmla="*/ 561 h 10483"/>
              <a:gd name="connsiteX1" fmla="*/ 1691 w 10094"/>
              <a:gd name="connsiteY1" fmla="*/ 88 h 10483"/>
              <a:gd name="connsiteX2" fmla="*/ 4307 w 10094"/>
              <a:gd name="connsiteY2" fmla="*/ 94 h 10483"/>
              <a:gd name="connsiteX3" fmla="*/ 7451 w 10094"/>
              <a:gd name="connsiteY3" fmla="*/ 50 h 10483"/>
              <a:gd name="connsiteX4" fmla="*/ 10092 w 10094"/>
              <a:gd name="connsiteY4" fmla="*/ 373 h 10483"/>
              <a:gd name="connsiteX5" fmla="*/ 10085 w 10094"/>
              <a:gd name="connsiteY5" fmla="*/ 9555 h 10483"/>
              <a:gd name="connsiteX6" fmla="*/ 9040 w 10094"/>
              <a:gd name="connsiteY6" fmla="*/ 10399 h 10483"/>
              <a:gd name="connsiteX7" fmla="*/ 5177 w 10094"/>
              <a:gd name="connsiteY7" fmla="*/ 10391 h 10483"/>
              <a:gd name="connsiteX8" fmla="*/ 2423 w 10094"/>
              <a:gd name="connsiteY8" fmla="*/ 10455 h 10483"/>
              <a:gd name="connsiteX9" fmla="*/ 0 w 10094"/>
              <a:gd name="connsiteY9" fmla="*/ 10085 h 10483"/>
              <a:gd name="connsiteX10" fmla="*/ 242 w 10094"/>
              <a:gd name="connsiteY10" fmla="*/ 561 h 10483"/>
              <a:gd name="connsiteX0" fmla="*/ 242 w 10094"/>
              <a:gd name="connsiteY0" fmla="*/ 561 h 10455"/>
              <a:gd name="connsiteX1" fmla="*/ 1691 w 10094"/>
              <a:gd name="connsiteY1" fmla="*/ 88 h 10455"/>
              <a:gd name="connsiteX2" fmla="*/ 4307 w 10094"/>
              <a:gd name="connsiteY2" fmla="*/ 94 h 10455"/>
              <a:gd name="connsiteX3" fmla="*/ 7451 w 10094"/>
              <a:gd name="connsiteY3" fmla="*/ 50 h 10455"/>
              <a:gd name="connsiteX4" fmla="*/ 10092 w 10094"/>
              <a:gd name="connsiteY4" fmla="*/ 373 h 10455"/>
              <a:gd name="connsiteX5" fmla="*/ 10085 w 10094"/>
              <a:gd name="connsiteY5" fmla="*/ 9555 h 10455"/>
              <a:gd name="connsiteX6" fmla="*/ 9040 w 10094"/>
              <a:gd name="connsiteY6" fmla="*/ 10399 h 10455"/>
              <a:gd name="connsiteX7" fmla="*/ 5177 w 10094"/>
              <a:gd name="connsiteY7" fmla="*/ 10391 h 10455"/>
              <a:gd name="connsiteX8" fmla="*/ 2423 w 10094"/>
              <a:gd name="connsiteY8" fmla="*/ 10455 h 10455"/>
              <a:gd name="connsiteX9" fmla="*/ 0 w 10094"/>
              <a:gd name="connsiteY9" fmla="*/ 10085 h 10455"/>
              <a:gd name="connsiteX10" fmla="*/ 242 w 10094"/>
              <a:gd name="connsiteY10" fmla="*/ 561 h 10455"/>
              <a:gd name="connsiteX0" fmla="*/ 15 w 9867"/>
              <a:gd name="connsiteY0" fmla="*/ 561 h 10550"/>
              <a:gd name="connsiteX1" fmla="*/ 1464 w 9867"/>
              <a:gd name="connsiteY1" fmla="*/ 88 h 10550"/>
              <a:gd name="connsiteX2" fmla="*/ 4080 w 9867"/>
              <a:gd name="connsiteY2" fmla="*/ 94 h 10550"/>
              <a:gd name="connsiteX3" fmla="*/ 7224 w 9867"/>
              <a:gd name="connsiteY3" fmla="*/ 50 h 10550"/>
              <a:gd name="connsiteX4" fmla="*/ 9865 w 9867"/>
              <a:gd name="connsiteY4" fmla="*/ 373 h 10550"/>
              <a:gd name="connsiteX5" fmla="*/ 9858 w 9867"/>
              <a:gd name="connsiteY5" fmla="*/ 9555 h 10550"/>
              <a:gd name="connsiteX6" fmla="*/ 8813 w 9867"/>
              <a:gd name="connsiteY6" fmla="*/ 10399 h 10550"/>
              <a:gd name="connsiteX7" fmla="*/ 4950 w 9867"/>
              <a:gd name="connsiteY7" fmla="*/ 10391 h 10550"/>
              <a:gd name="connsiteX8" fmla="*/ 2196 w 9867"/>
              <a:gd name="connsiteY8" fmla="*/ 10455 h 10550"/>
              <a:gd name="connsiteX9" fmla="*/ 225 w 9867"/>
              <a:gd name="connsiteY9" fmla="*/ 10423 h 10550"/>
              <a:gd name="connsiteX10" fmla="*/ 15 w 9867"/>
              <a:gd name="connsiteY10" fmla="*/ 561 h 10550"/>
              <a:gd name="connsiteX0" fmla="*/ 15 w 10000"/>
              <a:gd name="connsiteY0" fmla="*/ 532 h 10000"/>
              <a:gd name="connsiteX1" fmla="*/ 1484 w 10000"/>
              <a:gd name="connsiteY1" fmla="*/ 83 h 10000"/>
              <a:gd name="connsiteX2" fmla="*/ 4135 w 10000"/>
              <a:gd name="connsiteY2" fmla="*/ 89 h 10000"/>
              <a:gd name="connsiteX3" fmla="*/ 7321 w 10000"/>
              <a:gd name="connsiteY3" fmla="*/ 47 h 10000"/>
              <a:gd name="connsiteX4" fmla="*/ 9998 w 10000"/>
              <a:gd name="connsiteY4" fmla="*/ 354 h 10000"/>
              <a:gd name="connsiteX5" fmla="*/ 9991 w 10000"/>
              <a:gd name="connsiteY5" fmla="*/ 9057 h 10000"/>
              <a:gd name="connsiteX6" fmla="*/ 8932 w 10000"/>
              <a:gd name="connsiteY6" fmla="*/ 9857 h 10000"/>
              <a:gd name="connsiteX7" fmla="*/ 5017 w 10000"/>
              <a:gd name="connsiteY7" fmla="*/ 9849 h 10000"/>
              <a:gd name="connsiteX8" fmla="*/ 2226 w 10000"/>
              <a:gd name="connsiteY8" fmla="*/ 9910 h 10000"/>
              <a:gd name="connsiteX9" fmla="*/ 228 w 10000"/>
              <a:gd name="connsiteY9" fmla="*/ 9880 h 10000"/>
              <a:gd name="connsiteX10" fmla="*/ 15 w 10000"/>
              <a:gd name="connsiteY10" fmla="*/ 532 h 10000"/>
              <a:gd name="connsiteX0" fmla="*/ 19 w 10004"/>
              <a:gd name="connsiteY0" fmla="*/ 532 h 10005"/>
              <a:gd name="connsiteX1" fmla="*/ 1488 w 10004"/>
              <a:gd name="connsiteY1" fmla="*/ 83 h 10005"/>
              <a:gd name="connsiteX2" fmla="*/ 4139 w 10004"/>
              <a:gd name="connsiteY2" fmla="*/ 89 h 10005"/>
              <a:gd name="connsiteX3" fmla="*/ 7325 w 10004"/>
              <a:gd name="connsiteY3" fmla="*/ 47 h 10005"/>
              <a:gd name="connsiteX4" fmla="*/ 10002 w 10004"/>
              <a:gd name="connsiteY4" fmla="*/ 354 h 10005"/>
              <a:gd name="connsiteX5" fmla="*/ 9995 w 10004"/>
              <a:gd name="connsiteY5" fmla="*/ 9057 h 10005"/>
              <a:gd name="connsiteX6" fmla="*/ 8936 w 10004"/>
              <a:gd name="connsiteY6" fmla="*/ 9857 h 10005"/>
              <a:gd name="connsiteX7" fmla="*/ 5021 w 10004"/>
              <a:gd name="connsiteY7" fmla="*/ 9849 h 10005"/>
              <a:gd name="connsiteX8" fmla="*/ 2230 w 10004"/>
              <a:gd name="connsiteY8" fmla="*/ 9910 h 10005"/>
              <a:gd name="connsiteX9" fmla="*/ 125 w 10004"/>
              <a:gd name="connsiteY9" fmla="*/ 9886 h 10005"/>
              <a:gd name="connsiteX10" fmla="*/ 19 w 10004"/>
              <a:gd name="connsiteY10" fmla="*/ 532 h 10005"/>
              <a:gd name="connsiteX0" fmla="*/ 53 w 10038"/>
              <a:gd name="connsiteY0" fmla="*/ 532 h 10005"/>
              <a:gd name="connsiteX1" fmla="*/ 1522 w 10038"/>
              <a:gd name="connsiteY1" fmla="*/ 83 h 10005"/>
              <a:gd name="connsiteX2" fmla="*/ 4173 w 10038"/>
              <a:gd name="connsiteY2" fmla="*/ 89 h 10005"/>
              <a:gd name="connsiteX3" fmla="*/ 7359 w 10038"/>
              <a:gd name="connsiteY3" fmla="*/ 47 h 10005"/>
              <a:gd name="connsiteX4" fmla="*/ 10036 w 10038"/>
              <a:gd name="connsiteY4" fmla="*/ 354 h 10005"/>
              <a:gd name="connsiteX5" fmla="*/ 10029 w 10038"/>
              <a:gd name="connsiteY5" fmla="*/ 9057 h 10005"/>
              <a:gd name="connsiteX6" fmla="*/ 8970 w 10038"/>
              <a:gd name="connsiteY6" fmla="*/ 9857 h 10005"/>
              <a:gd name="connsiteX7" fmla="*/ 5055 w 10038"/>
              <a:gd name="connsiteY7" fmla="*/ 9849 h 10005"/>
              <a:gd name="connsiteX8" fmla="*/ 2264 w 10038"/>
              <a:gd name="connsiteY8" fmla="*/ 9910 h 10005"/>
              <a:gd name="connsiteX9" fmla="*/ 159 w 10038"/>
              <a:gd name="connsiteY9" fmla="*/ 9886 h 10005"/>
              <a:gd name="connsiteX10" fmla="*/ 53 w 10038"/>
              <a:gd name="connsiteY10" fmla="*/ 532 h 10005"/>
              <a:gd name="connsiteX0" fmla="*/ 294 w 10279"/>
              <a:gd name="connsiteY0" fmla="*/ 532 h 10023"/>
              <a:gd name="connsiteX1" fmla="*/ 1763 w 10279"/>
              <a:gd name="connsiteY1" fmla="*/ 83 h 10023"/>
              <a:gd name="connsiteX2" fmla="*/ 4414 w 10279"/>
              <a:gd name="connsiteY2" fmla="*/ 89 h 10023"/>
              <a:gd name="connsiteX3" fmla="*/ 7600 w 10279"/>
              <a:gd name="connsiteY3" fmla="*/ 47 h 10023"/>
              <a:gd name="connsiteX4" fmla="*/ 10277 w 10279"/>
              <a:gd name="connsiteY4" fmla="*/ 354 h 10023"/>
              <a:gd name="connsiteX5" fmla="*/ 10270 w 10279"/>
              <a:gd name="connsiteY5" fmla="*/ 9057 h 10023"/>
              <a:gd name="connsiteX6" fmla="*/ 9211 w 10279"/>
              <a:gd name="connsiteY6" fmla="*/ 9857 h 10023"/>
              <a:gd name="connsiteX7" fmla="*/ 5296 w 10279"/>
              <a:gd name="connsiteY7" fmla="*/ 9849 h 10023"/>
              <a:gd name="connsiteX8" fmla="*/ 2505 w 10279"/>
              <a:gd name="connsiteY8" fmla="*/ 9910 h 10023"/>
              <a:gd name="connsiteX9" fmla="*/ 400 w 10279"/>
              <a:gd name="connsiteY9" fmla="*/ 9886 h 10023"/>
              <a:gd name="connsiteX10" fmla="*/ 2 w 10279"/>
              <a:gd name="connsiteY10" fmla="*/ 9047 h 10023"/>
              <a:gd name="connsiteX11" fmla="*/ 294 w 10279"/>
              <a:gd name="connsiteY11" fmla="*/ 532 h 10023"/>
              <a:gd name="connsiteX0" fmla="*/ 294 w 10279"/>
              <a:gd name="connsiteY0" fmla="*/ 532 h 9926"/>
              <a:gd name="connsiteX1" fmla="*/ 1763 w 10279"/>
              <a:gd name="connsiteY1" fmla="*/ 83 h 9926"/>
              <a:gd name="connsiteX2" fmla="*/ 4414 w 10279"/>
              <a:gd name="connsiteY2" fmla="*/ 89 h 9926"/>
              <a:gd name="connsiteX3" fmla="*/ 7600 w 10279"/>
              <a:gd name="connsiteY3" fmla="*/ 47 h 9926"/>
              <a:gd name="connsiteX4" fmla="*/ 10277 w 10279"/>
              <a:gd name="connsiteY4" fmla="*/ 354 h 9926"/>
              <a:gd name="connsiteX5" fmla="*/ 10270 w 10279"/>
              <a:gd name="connsiteY5" fmla="*/ 9057 h 9926"/>
              <a:gd name="connsiteX6" fmla="*/ 9211 w 10279"/>
              <a:gd name="connsiteY6" fmla="*/ 9857 h 9926"/>
              <a:gd name="connsiteX7" fmla="*/ 5296 w 10279"/>
              <a:gd name="connsiteY7" fmla="*/ 9849 h 9926"/>
              <a:gd name="connsiteX8" fmla="*/ 2505 w 10279"/>
              <a:gd name="connsiteY8" fmla="*/ 9910 h 9926"/>
              <a:gd name="connsiteX9" fmla="*/ 400 w 10279"/>
              <a:gd name="connsiteY9" fmla="*/ 9886 h 9926"/>
              <a:gd name="connsiteX10" fmla="*/ 2 w 10279"/>
              <a:gd name="connsiteY10" fmla="*/ 9047 h 9926"/>
              <a:gd name="connsiteX11" fmla="*/ 294 w 10279"/>
              <a:gd name="connsiteY11" fmla="*/ 532 h 9926"/>
              <a:gd name="connsiteX0" fmla="*/ 439 w 10153"/>
              <a:gd name="connsiteY0" fmla="*/ 536 h 10005"/>
              <a:gd name="connsiteX1" fmla="*/ 1868 w 10153"/>
              <a:gd name="connsiteY1" fmla="*/ 84 h 10005"/>
              <a:gd name="connsiteX2" fmla="*/ 4447 w 10153"/>
              <a:gd name="connsiteY2" fmla="*/ 90 h 10005"/>
              <a:gd name="connsiteX3" fmla="*/ 7547 w 10153"/>
              <a:gd name="connsiteY3" fmla="*/ 47 h 10005"/>
              <a:gd name="connsiteX4" fmla="*/ 10151 w 10153"/>
              <a:gd name="connsiteY4" fmla="*/ 357 h 10005"/>
              <a:gd name="connsiteX5" fmla="*/ 10144 w 10153"/>
              <a:gd name="connsiteY5" fmla="*/ 9125 h 10005"/>
              <a:gd name="connsiteX6" fmla="*/ 9114 w 10153"/>
              <a:gd name="connsiteY6" fmla="*/ 9930 h 10005"/>
              <a:gd name="connsiteX7" fmla="*/ 5305 w 10153"/>
              <a:gd name="connsiteY7" fmla="*/ 9922 h 10005"/>
              <a:gd name="connsiteX8" fmla="*/ 2590 w 10153"/>
              <a:gd name="connsiteY8" fmla="*/ 9984 h 10005"/>
              <a:gd name="connsiteX9" fmla="*/ 542 w 10153"/>
              <a:gd name="connsiteY9" fmla="*/ 9960 h 10005"/>
              <a:gd name="connsiteX10" fmla="*/ 15 w 10153"/>
              <a:gd name="connsiteY10" fmla="*/ 9602 h 10005"/>
              <a:gd name="connsiteX11" fmla="*/ 155 w 10153"/>
              <a:gd name="connsiteY11" fmla="*/ 9114 h 10005"/>
              <a:gd name="connsiteX12" fmla="*/ 439 w 10153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80"/>
              <a:gd name="connsiteX1" fmla="*/ 1853 w 10138"/>
              <a:gd name="connsiteY1" fmla="*/ 84 h 10080"/>
              <a:gd name="connsiteX2" fmla="*/ 4432 w 10138"/>
              <a:gd name="connsiteY2" fmla="*/ 90 h 10080"/>
              <a:gd name="connsiteX3" fmla="*/ 7532 w 10138"/>
              <a:gd name="connsiteY3" fmla="*/ 47 h 10080"/>
              <a:gd name="connsiteX4" fmla="*/ 10136 w 10138"/>
              <a:gd name="connsiteY4" fmla="*/ 357 h 10080"/>
              <a:gd name="connsiteX5" fmla="*/ 10129 w 10138"/>
              <a:gd name="connsiteY5" fmla="*/ 9125 h 10080"/>
              <a:gd name="connsiteX6" fmla="*/ 9099 w 10138"/>
              <a:gd name="connsiteY6" fmla="*/ 9930 h 10080"/>
              <a:gd name="connsiteX7" fmla="*/ 5290 w 10138"/>
              <a:gd name="connsiteY7" fmla="*/ 9922 h 10080"/>
              <a:gd name="connsiteX8" fmla="*/ 2575 w 10138"/>
              <a:gd name="connsiteY8" fmla="*/ 9984 h 10080"/>
              <a:gd name="connsiteX9" fmla="*/ 771 w 10138"/>
              <a:gd name="connsiteY9" fmla="*/ 10055 h 10080"/>
              <a:gd name="connsiteX10" fmla="*/ 0 w 10138"/>
              <a:gd name="connsiteY10" fmla="*/ 9602 h 10080"/>
              <a:gd name="connsiteX11" fmla="*/ 140 w 10138"/>
              <a:gd name="connsiteY11" fmla="*/ 9114 h 10080"/>
              <a:gd name="connsiteX12" fmla="*/ 424 w 1013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1 w 10097"/>
              <a:gd name="connsiteY10" fmla="*/ 96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34 w 10048"/>
              <a:gd name="connsiteY0" fmla="*/ 536 h 10080"/>
              <a:gd name="connsiteX1" fmla="*/ 1763 w 10048"/>
              <a:gd name="connsiteY1" fmla="*/ 84 h 10080"/>
              <a:gd name="connsiteX2" fmla="*/ 4342 w 10048"/>
              <a:gd name="connsiteY2" fmla="*/ 90 h 10080"/>
              <a:gd name="connsiteX3" fmla="*/ 7442 w 10048"/>
              <a:gd name="connsiteY3" fmla="*/ 47 h 10080"/>
              <a:gd name="connsiteX4" fmla="*/ 10046 w 10048"/>
              <a:gd name="connsiteY4" fmla="*/ 357 h 10080"/>
              <a:gd name="connsiteX5" fmla="*/ 10039 w 10048"/>
              <a:gd name="connsiteY5" fmla="*/ 9125 h 10080"/>
              <a:gd name="connsiteX6" fmla="*/ 9009 w 10048"/>
              <a:gd name="connsiteY6" fmla="*/ 9930 h 10080"/>
              <a:gd name="connsiteX7" fmla="*/ 5200 w 10048"/>
              <a:gd name="connsiteY7" fmla="*/ 9922 h 10080"/>
              <a:gd name="connsiteX8" fmla="*/ 2485 w 10048"/>
              <a:gd name="connsiteY8" fmla="*/ 9984 h 10080"/>
              <a:gd name="connsiteX9" fmla="*/ 681 w 10048"/>
              <a:gd name="connsiteY9" fmla="*/ 10055 h 10080"/>
              <a:gd name="connsiteX10" fmla="*/ 29 w 10048"/>
              <a:gd name="connsiteY10" fmla="*/ 9741 h 10080"/>
              <a:gd name="connsiteX11" fmla="*/ 50 w 10048"/>
              <a:gd name="connsiteY11" fmla="*/ 9114 h 10080"/>
              <a:gd name="connsiteX12" fmla="*/ 334 w 10048"/>
              <a:gd name="connsiteY12" fmla="*/ 536 h 10080"/>
              <a:gd name="connsiteX0" fmla="*/ 317 w 10031"/>
              <a:gd name="connsiteY0" fmla="*/ 536 h 10080"/>
              <a:gd name="connsiteX1" fmla="*/ 1746 w 10031"/>
              <a:gd name="connsiteY1" fmla="*/ 84 h 10080"/>
              <a:gd name="connsiteX2" fmla="*/ 4325 w 10031"/>
              <a:gd name="connsiteY2" fmla="*/ 90 h 10080"/>
              <a:gd name="connsiteX3" fmla="*/ 7425 w 10031"/>
              <a:gd name="connsiteY3" fmla="*/ 47 h 10080"/>
              <a:gd name="connsiteX4" fmla="*/ 10029 w 10031"/>
              <a:gd name="connsiteY4" fmla="*/ 357 h 10080"/>
              <a:gd name="connsiteX5" fmla="*/ 10022 w 10031"/>
              <a:gd name="connsiteY5" fmla="*/ 9125 h 10080"/>
              <a:gd name="connsiteX6" fmla="*/ 8992 w 10031"/>
              <a:gd name="connsiteY6" fmla="*/ 9930 h 10080"/>
              <a:gd name="connsiteX7" fmla="*/ 5183 w 10031"/>
              <a:gd name="connsiteY7" fmla="*/ 9922 h 10080"/>
              <a:gd name="connsiteX8" fmla="*/ 2468 w 10031"/>
              <a:gd name="connsiteY8" fmla="*/ 9984 h 10080"/>
              <a:gd name="connsiteX9" fmla="*/ 664 w 10031"/>
              <a:gd name="connsiteY9" fmla="*/ 10055 h 10080"/>
              <a:gd name="connsiteX10" fmla="*/ 82 w 10031"/>
              <a:gd name="connsiteY10" fmla="*/ 9652 h 10080"/>
              <a:gd name="connsiteX11" fmla="*/ 33 w 10031"/>
              <a:gd name="connsiteY11" fmla="*/ 9114 h 10080"/>
              <a:gd name="connsiteX12" fmla="*/ 317 w 10031"/>
              <a:gd name="connsiteY12" fmla="*/ 536 h 10080"/>
              <a:gd name="connsiteX0" fmla="*/ 329 w 10043"/>
              <a:gd name="connsiteY0" fmla="*/ 536 h 10080"/>
              <a:gd name="connsiteX1" fmla="*/ 1758 w 10043"/>
              <a:gd name="connsiteY1" fmla="*/ 84 h 10080"/>
              <a:gd name="connsiteX2" fmla="*/ 4337 w 10043"/>
              <a:gd name="connsiteY2" fmla="*/ 90 h 10080"/>
              <a:gd name="connsiteX3" fmla="*/ 7437 w 10043"/>
              <a:gd name="connsiteY3" fmla="*/ 47 h 10080"/>
              <a:gd name="connsiteX4" fmla="*/ 10041 w 10043"/>
              <a:gd name="connsiteY4" fmla="*/ 357 h 10080"/>
              <a:gd name="connsiteX5" fmla="*/ 10034 w 10043"/>
              <a:gd name="connsiteY5" fmla="*/ 9125 h 10080"/>
              <a:gd name="connsiteX6" fmla="*/ 9004 w 10043"/>
              <a:gd name="connsiteY6" fmla="*/ 9930 h 10080"/>
              <a:gd name="connsiteX7" fmla="*/ 5195 w 10043"/>
              <a:gd name="connsiteY7" fmla="*/ 9922 h 10080"/>
              <a:gd name="connsiteX8" fmla="*/ 2480 w 10043"/>
              <a:gd name="connsiteY8" fmla="*/ 9984 h 10080"/>
              <a:gd name="connsiteX9" fmla="*/ 676 w 10043"/>
              <a:gd name="connsiteY9" fmla="*/ 10055 h 10080"/>
              <a:gd name="connsiteX10" fmla="*/ 94 w 10043"/>
              <a:gd name="connsiteY10" fmla="*/ 9652 h 10080"/>
              <a:gd name="connsiteX11" fmla="*/ 45 w 10043"/>
              <a:gd name="connsiteY11" fmla="*/ 9114 h 10080"/>
              <a:gd name="connsiteX12" fmla="*/ 329 w 10043"/>
              <a:gd name="connsiteY12" fmla="*/ 536 h 10080"/>
              <a:gd name="connsiteX0" fmla="*/ 354 w 10068"/>
              <a:gd name="connsiteY0" fmla="*/ 536 h 10080"/>
              <a:gd name="connsiteX1" fmla="*/ 1783 w 10068"/>
              <a:gd name="connsiteY1" fmla="*/ 84 h 10080"/>
              <a:gd name="connsiteX2" fmla="*/ 4362 w 10068"/>
              <a:gd name="connsiteY2" fmla="*/ 90 h 10080"/>
              <a:gd name="connsiteX3" fmla="*/ 7462 w 10068"/>
              <a:gd name="connsiteY3" fmla="*/ 47 h 10080"/>
              <a:gd name="connsiteX4" fmla="*/ 10066 w 10068"/>
              <a:gd name="connsiteY4" fmla="*/ 357 h 10080"/>
              <a:gd name="connsiteX5" fmla="*/ 10059 w 10068"/>
              <a:gd name="connsiteY5" fmla="*/ 9125 h 10080"/>
              <a:gd name="connsiteX6" fmla="*/ 9029 w 10068"/>
              <a:gd name="connsiteY6" fmla="*/ 9930 h 10080"/>
              <a:gd name="connsiteX7" fmla="*/ 5220 w 10068"/>
              <a:gd name="connsiteY7" fmla="*/ 9922 h 10080"/>
              <a:gd name="connsiteX8" fmla="*/ 2505 w 10068"/>
              <a:gd name="connsiteY8" fmla="*/ 9984 h 10080"/>
              <a:gd name="connsiteX9" fmla="*/ 701 w 10068"/>
              <a:gd name="connsiteY9" fmla="*/ 10055 h 10080"/>
              <a:gd name="connsiteX10" fmla="*/ 54 w 10068"/>
              <a:gd name="connsiteY10" fmla="*/ 9740 h 10080"/>
              <a:gd name="connsiteX11" fmla="*/ 70 w 10068"/>
              <a:gd name="connsiteY11" fmla="*/ 9114 h 10080"/>
              <a:gd name="connsiteX12" fmla="*/ 354 w 1006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04 w 10095"/>
              <a:gd name="connsiteY6" fmla="*/ 9802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264"/>
              <a:gd name="connsiteY0" fmla="*/ 505 h 10057"/>
              <a:gd name="connsiteX1" fmla="*/ 1812 w 10264"/>
              <a:gd name="connsiteY1" fmla="*/ 53 h 10057"/>
              <a:gd name="connsiteX2" fmla="*/ 4391 w 10264"/>
              <a:gd name="connsiteY2" fmla="*/ 59 h 10057"/>
              <a:gd name="connsiteX3" fmla="*/ 7491 w 10264"/>
              <a:gd name="connsiteY3" fmla="*/ 16 h 10057"/>
              <a:gd name="connsiteX4" fmla="*/ 10095 w 10264"/>
              <a:gd name="connsiteY4" fmla="*/ 326 h 10057"/>
              <a:gd name="connsiteX5" fmla="*/ 9987 w 10264"/>
              <a:gd name="connsiteY5" fmla="*/ 3016 h 10057"/>
              <a:gd name="connsiteX6" fmla="*/ 9942 w 10264"/>
              <a:gd name="connsiteY6" fmla="*/ 9094 h 10057"/>
              <a:gd name="connsiteX7" fmla="*/ 9831 w 10264"/>
              <a:gd name="connsiteY7" fmla="*/ 9683 h 10057"/>
              <a:gd name="connsiteX8" fmla="*/ 9058 w 10264"/>
              <a:gd name="connsiteY8" fmla="*/ 9899 h 10057"/>
              <a:gd name="connsiteX9" fmla="*/ 5249 w 10264"/>
              <a:gd name="connsiteY9" fmla="*/ 9891 h 10057"/>
              <a:gd name="connsiteX10" fmla="*/ 2534 w 10264"/>
              <a:gd name="connsiteY10" fmla="*/ 9953 h 10057"/>
              <a:gd name="connsiteX11" fmla="*/ 730 w 10264"/>
              <a:gd name="connsiteY11" fmla="*/ 10024 h 10057"/>
              <a:gd name="connsiteX12" fmla="*/ 83 w 10264"/>
              <a:gd name="connsiteY12" fmla="*/ 9709 h 10057"/>
              <a:gd name="connsiteX13" fmla="*/ 99 w 10264"/>
              <a:gd name="connsiteY13" fmla="*/ 9083 h 10057"/>
              <a:gd name="connsiteX14" fmla="*/ 383 w 10264"/>
              <a:gd name="connsiteY14" fmla="*/ 505 h 10057"/>
              <a:gd name="connsiteX0" fmla="*/ 383 w 10148"/>
              <a:gd name="connsiteY0" fmla="*/ 557 h 10109"/>
              <a:gd name="connsiteX1" fmla="*/ 1812 w 10148"/>
              <a:gd name="connsiteY1" fmla="*/ 105 h 10109"/>
              <a:gd name="connsiteX2" fmla="*/ 4391 w 10148"/>
              <a:gd name="connsiteY2" fmla="*/ 111 h 10109"/>
              <a:gd name="connsiteX3" fmla="*/ 7491 w 10148"/>
              <a:gd name="connsiteY3" fmla="*/ 68 h 10109"/>
              <a:gd name="connsiteX4" fmla="*/ 9939 w 10148"/>
              <a:gd name="connsiteY4" fmla="*/ 285 h 10109"/>
              <a:gd name="connsiteX5" fmla="*/ 9987 w 10148"/>
              <a:gd name="connsiteY5" fmla="*/ 3068 h 10109"/>
              <a:gd name="connsiteX6" fmla="*/ 9942 w 10148"/>
              <a:gd name="connsiteY6" fmla="*/ 9146 h 10109"/>
              <a:gd name="connsiteX7" fmla="*/ 9831 w 10148"/>
              <a:gd name="connsiteY7" fmla="*/ 9735 h 10109"/>
              <a:gd name="connsiteX8" fmla="*/ 9058 w 10148"/>
              <a:gd name="connsiteY8" fmla="*/ 9951 h 10109"/>
              <a:gd name="connsiteX9" fmla="*/ 5249 w 10148"/>
              <a:gd name="connsiteY9" fmla="*/ 9943 h 10109"/>
              <a:gd name="connsiteX10" fmla="*/ 2534 w 10148"/>
              <a:gd name="connsiteY10" fmla="*/ 10005 h 10109"/>
              <a:gd name="connsiteX11" fmla="*/ 730 w 10148"/>
              <a:gd name="connsiteY11" fmla="*/ 10076 h 10109"/>
              <a:gd name="connsiteX12" fmla="*/ 83 w 10148"/>
              <a:gd name="connsiteY12" fmla="*/ 9761 h 10109"/>
              <a:gd name="connsiteX13" fmla="*/ 99 w 10148"/>
              <a:gd name="connsiteY13" fmla="*/ 9135 h 10109"/>
              <a:gd name="connsiteX14" fmla="*/ 383 w 10148"/>
              <a:gd name="connsiteY14" fmla="*/ 557 h 10109"/>
              <a:gd name="connsiteX0" fmla="*/ 383 w 10023"/>
              <a:gd name="connsiteY0" fmla="*/ 557 h 10109"/>
              <a:gd name="connsiteX1" fmla="*/ 1812 w 10023"/>
              <a:gd name="connsiteY1" fmla="*/ 105 h 10109"/>
              <a:gd name="connsiteX2" fmla="*/ 4391 w 10023"/>
              <a:gd name="connsiteY2" fmla="*/ 111 h 10109"/>
              <a:gd name="connsiteX3" fmla="*/ 7491 w 10023"/>
              <a:gd name="connsiteY3" fmla="*/ 68 h 10109"/>
              <a:gd name="connsiteX4" fmla="*/ 9939 w 10023"/>
              <a:gd name="connsiteY4" fmla="*/ 285 h 10109"/>
              <a:gd name="connsiteX5" fmla="*/ 9987 w 10023"/>
              <a:gd name="connsiteY5" fmla="*/ 3068 h 10109"/>
              <a:gd name="connsiteX6" fmla="*/ 9942 w 10023"/>
              <a:gd name="connsiteY6" fmla="*/ 9146 h 10109"/>
              <a:gd name="connsiteX7" fmla="*/ 9831 w 10023"/>
              <a:gd name="connsiteY7" fmla="*/ 9735 h 10109"/>
              <a:gd name="connsiteX8" fmla="*/ 9058 w 10023"/>
              <a:gd name="connsiteY8" fmla="*/ 9951 h 10109"/>
              <a:gd name="connsiteX9" fmla="*/ 5249 w 10023"/>
              <a:gd name="connsiteY9" fmla="*/ 9943 h 10109"/>
              <a:gd name="connsiteX10" fmla="*/ 2534 w 10023"/>
              <a:gd name="connsiteY10" fmla="*/ 10005 h 10109"/>
              <a:gd name="connsiteX11" fmla="*/ 730 w 10023"/>
              <a:gd name="connsiteY11" fmla="*/ 10076 h 10109"/>
              <a:gd name="connsiteX12" fmla="*/ 83 w 10023"/>
              <a:gd name="connsiteY12" fmla="*/ 9761 h 10109"/>
              <a:gd name="connsiteX13" fmla="*/ 99 w 10023"/>
              <a:gd name="connsiteY13" fmla="*/ 9135 h 10109"/>
              <a:gd name="connsiteX14" fmla="*/ 383 w 10023"/>
              <a:gd name="connsiteY14" fmla="*/ 557 h 10109"/>
              <a:gd name="connsiteX0" fmla="*/ 383 w 10006"/>
              <a:gd name="connsiteY0" fmla="*/ 557 h 10109"/>
              <a:gd name="connsiteX1" fmla="*/ 1812 w 10006"/>
              <a:gd name="connsiteY1" fmla="*/ 105 h 10109"/>
              <a:gd name="connsiteX2" fmla="*/ 4391 w 10006"/>
              <a:gd name="connsiteY2" fmla="*/ 111 h 10109"/>
              <a:gd name="connsiteX3" fmla="*/ 7491 w 10006"/>
              <a:gd name="connsiteY3" fmla="*/ 68 h 10109"/>
              <a:gd name="connsiteX4" fmla="*/ 9939 w 10006"/>
              <a:gd name="connsiteY4" fmla="*/ 285 h 10109"/>
              <a:gd name="connsiteX5" fmla="*/ 9987 w 10006"/>
              <a:gd name="connsiteY5" fmla="*/ 3068 h 10109"/>
              <a:gd name="connsiteX6" fmla="*/ 9942 w 10006"/>
              <a:gd name="connsiteY6" fmla="*/ 9146 h 10109"/>
              <a:gd name="connsiteX7" fmla="*/ 9831 w 10006"/>
              <a:gd name="connsiteY7" fmla="*/ 9735 h 10109"/>
              <a:gd name="connsiteX8" fmla="*/ 9058 w 10006"/>
              <a:gd name="connsiteY8" fmla="*/ 9951 h 10109"/>
              <a:gd name="connsiteX9" fmla="*/ 5249 w 10006"/>
              <a:gd name="connsiteY9" fmla="*/ 9943 h 10109"/>
              <a:gd name="connsiteX10" fmla="*/ 2534 w 10006"/>
              <a:gd name="connsiteY10" fmla="*/ 10005 h 10109"/>
              <a:gd name="connsiteX11" fmla="*/ 730 w 10006"/>
              <a:gd name="connsiteY11" fmla="*/ 10076 h 10109"/>
              <a:gd name="connsiteX12" fmla="*/ 83 w 10006"/>
              <a:gd name="connsiteY12" fmla="*/ 9761 h 10109"/>
              <a:gd name="connsiteX13" fmla="*/ 99 w 10006"/>
              <a:gd name="connsiteY13" fmla="*/ 9135 h 10109"/>
              <a:gd name="connsiteX14" fmla="*/ 383 w 10006"/>
              <a:gd name="connsiteY14" fmla="*/ 557 h 10109"/>
              <a:gd name="connsiteX0" fmla="*/ 383 w 10019"/>
              <a:gd name="connsiteY0" fmla="*/ 557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383 w 10019"/>
              <a:gd name="connsiteY14" fmla="*/ 557 h 10109"/>
              <a:gd name="connsiteX0" fmla="*/ 270 w 10019"/>
              <a:gd name="connsiteY0" fmla="*/ 562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562 h 10109"/>
              <a:gd name="connsiteX1" fmla="*/ 1774 w 10019"/>
              <a:gd name="connsiteY1" fmla="*/ 9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789 h 10336"/>
              <a:gd name="connsiteX1" fmla="*/ 1009 w 10019"/>
              <a:gd name="connsiteY1" fmla="*/ 327 h 10336"/>
              <a:gd name="connsiteX2" fmla="*/ 1774 w 10019"/>
              <a:gd name="connsiteY2" fmla="*/ 322 h 10336"/>
              <a:gd name="connsiteX3" fmla="*/ 4391 w 10019"/>
              <a:gd name="connsiteY3" fmla="*/ 338 h 10336"/>
              <a:gd name="connsiteX4" fmla="*/ 7491 w 10019"/>
              <a:gd name="connsiteY4" fmla="*/ 295 h 10336"/>
              <a:gd name="connsiteX5" fmla="*/ 9939 w 10019"/>
              <a:gd name="connsiteY5" fmla="*/ 512 h 10336"/>
              <a:gd name="connsiteX6" fmla="*/ 9987 w 10019"/>
              <a:gd name="connsiteY6" fmla="*/ 3295 h 10336"/>
              <a:gd name="connsiteX7" fmla="*/ 9942 w 10019"/>
              <a:gd name="connsiteY7" fmla="*/ 9373 h 10336"/>
              <a:gd name="connsiteX8" fmla="*/ 9831 w 10019"/>
              <a:gd name="connsiteY8" fmla="*/ 9962 h 10336"/>
              <a:gd name="connsiteX9" fmla="*/ 9058 w 10019"/>
              <a:gd name="connsiteY9" fmla="*/ 10178 h 10336"/>
              <a:gd name="connsiteX10" fmla="*/ 5249 w 10019"/>
              <a:gd name="connsiteY10" fmla="*/ 10170 h 10336"/>
              <a:gd name="connsiteX11" fmla="*/ 2534 w 10019"/>
              <a:gd name="connsiteY11" fmla="*/ 10232 h 10336"/>
              <a:gd name="connsiteX12" fmla="*/ 730 w 10019"/>
              <a:gd name="connsiteY12" fmla="*/ 10303 h 10336"/>
              <a:gd name="connsiteX13" fmla="*/ 83 w 10019"/>
              <a:gd name="connsiteY13" fmla="*/ 9988 h 10336"/>
              <a:gd name="connsiteX14" fmla="*/ 99 w 10019"/>
              <a:gd name="connsiteY14" fmla="*/ 9362 h 10336"/>
              <a:gd name="connsiteX15" fmla="*/ 270 w 10019"/>
              <a:gd name="connsiteY15" fmla="*/ 789 h 10336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019" h="10110">
                <a:moveTo>
                  <a:pt x="270" y="563"/>
                </a:moveTo>
                <a:cubicBezTo>
                  <a:pt x="249" y="145"/>
                  <a:pt x="812" y="51"/>
                  <a:pt x="1009" y="101"/>
                </a:cubicBezTo>
                <a:cubicBezTo>
                  <a:pt x="1260" y="57"/>
                  <a:pt x="1210" y="94"/>
                  <a:pt x="1774" y="96"/>
                </a:cubicBezTo>
                <a:lnTo>
                  <a:pt x="4391" y="112"/>
                </a:lnTo>
                <a:cubicBezTo>
                  <a:pt x="5344" y="108"/>
                  <a:pt x="6566" y="40"/>
                  <a:pt x="7491" y="69"/>
                </a:cubicBezTo>
                <a:cubicBezTo>
                  <a:pt x="8416" y="98"/>
                  <a:pt x="9512" y="-211"/>
                  <a:pt x="9939" y="286"/>
                </a:cubicBezTo>
                <a:cubicBezTo>
                  <a:pt x="10064" y="415"/>
                  <a:pt x="10012" y="1608"/>
                  <a:pt x="9987" y="3069"/>
                </a:cubicBezTo>
                <a:cubicBezTo>
                  <a:pt x="9962" y="4530"/>
                  <a:pt x="9979" y="8033"/>
                  <a:pt x="9942" y="9147"/>
                </a:cubicBezTo>
                <a:cubicBezTo>
                  <a:pt x="9907" y="9528"/>
                  <a:pt x="9841" y="9739"/>
                  <a:pt x="9831" y="9736"/>
                </a:cubicBezTo>
                <a:cubicBezTo>
                  <a:pt x="9600" y="9885"/>
                  <a:pt x="9822" y="9917"/>
                  <a:pt x="9058" y="9952"/>
                </a:cubicBezTo>
                <a:cubicBezTo>
                  <a:pt x="8294" y="9987"/>
                  <a:pt x="6337" y="9936"/>
                  <a:pt x="5249" y="9944"/>
                </a:cubicBezTo>
                <a:cubicBezTo>
                  <a:pt x="4162" y="9953"/>
                  <a:pt x="3895" y="10006"/>
                  <a:pt x="2534" y="10006"/>
                </a:cubicBezTo>
                <a:cubicBezTo>
                  <a:pt x="1404" y="10065"/>
                  <a:pt x="1135" y="10163"/>
                  <a:pt x="730" y="10077"/>
                </a:cubicBezTo>
                <a:cubicBezTo>
                  <a:pt x="325" y="9991"/>
                  <a:pt x="304" y="10052"/>
                  <a:pt x="83" y="9762"/>
                </a:cubicBezTo>
                <a:cubicBezTo>
                  <a:pt x="-59" y="9645"/>
                  <a:pt x="4" y="9440"/>
                  <a:pt x="99" y="9136"/>
                </a:cubicBezTo>
                <a:cubicBezTo>
                  <a:pt x="81" y="7566"/>
                  <a:pt x="40" y="2139"/>
                  <a:pt x="270" y="563"/>
                </a:cubicBezTo>
                <a:close/>
              </a:path>
            </a:pathLst>
          </a:cu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Afbeelding invoegen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nl-NL"/>
              <a:t>AGENDA</a:t>
            </a:r>
          </a:p>
        </p:txBody>
      </p:sp>
      <p:pic>
        <p:nvPicPr>
          <p:cNvPr id="7" name="kringeltje">
            <a:extLst>
              <a:ext uri="{FF2B5EF4-FFF2-40B4-BE49-F238E27FC236}">
                <a16:creationId xmlns:a16="http://schemas.microsoft.com/office/drawing/2014/main" id="{C96D5CF8-A881-56EE-7225-822C36B932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668027">
            <a:off x="5865125" y="6100777"/>
            <a:ext cx="644625" cy="661879"/>
          </a:xfrm>
          <a:prstGeom prst="rect">
            <a:avLst/>
          </a:prstGeom>
        </p:spPr>
      </p:pic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FC659F7-F53B-11EE-2E03-CC6CE911A7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4757738" cy="3529013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81034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6" grpId="0">
        <p:tmplLst>
          <p:tmpl>
            <p:tnLst>
              <p:par>
                <p:cTn presetID="2" presetClass="entr" presetSubtype="8" accel="50000" decel="5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lezi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8494" y="365125"/>
            <a:ext cx="4758369" cy="1325563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nl-NL"/>
              <a:t>AGENDA</a:t>
            </a:r>
          </a:p>
        </p:txBody>
      </p:sp>
      <p:pic>
        <p:nvPicPr>
          <p:cNvPr id="7" name="kringeltje">
            <a:extLst>
              <a:ext uri="{FF2B5EF4-FFF2-40B4-BE49-F238E27FC236}">
                <a16:creationId xmlns:a16="http://schemas.microsoft.com/office/drawing/2014/main" id="{C96D5CF8-A881-56EE-7225-822C36B932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931973" flipH="1">
            <a:off x="5834077" y="5974086"/>
            <a:ext cx="644625" cy="661879"/>
          </a:xfrm>
          <a:prstGeom prst="rect">
            <a:avLst/>
          </a:prstGeom>
        </p:spPr>
      </p:pic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sp>
        <p:nvSpPr>
          <p:cNvPr id="4" name="Tijdelijke aanduiding voor afbeelding 4">
            <a:extLst>
              <a:ext uri="{FF2B5EF4-FFF2-40B4-BE49-F238E27FC236}">
                <a16:creationId xmlns:a16="http://schemas.microsoft.com/office/drawing/2014/main" id="{FA37A837-7671-11FF-8AE2-47C84D8532C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57110" y="168007"/>
            <a:ext cx="5899279" cy="6542985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284 w 10000"/>
              <a:gd name="connsiteY0" fmla="*/ 232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284 w 10000"/>
              <a:gd name="connsiteY10" fmla="*/ 232 h 10000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29 h 10297"/>
              <a:gd name="connsiteX1" fmla="*/ 2311 w 10000"/>
              <a:gd name="connsiteY1" fmla="*/ 27 h 10297"/>
              <a:gd name="connsiteX2" fmla="*/ 3638 w 10000"/>
              <a:gd name="connsiteY2" fmla="*/ 1175 h 10297"/>
              <a:gd name="connsiteX3" fmla="*/ 7500 w 10000"/>
              <a:gd name="connsiteY3" fmla="*/ 297 h 10297"/>
              <a:gd name="connsiteX4" fmla="*/ 10000 w 10000"/>
              <a:gd name="connsiteY4" fmla="*/ 1297 h 10297"/>
              <a:gd name="connsiteX5" fmla="*/ 10000 w 10000"/>
              <a:gd name="connsiteY5" fmla="*/ 9297 h 10297"/>
              <a:gd name="connsiteX6" fmla="*/ 7500 w 10000"/>
              <a:gd name="connsiteY6" fmla="*/ 8297 h 10297"/>
              <a:gd name="connsiteX7" fmla="*/ 5000 w 10000"/>
              <a:gd name="connsiteY7" fmla="*/ 9297 h 10297"/>
              <a:gd name="connsiteX8" fmla="*/ 2500 w 10000"/>
              <a:gd name="connsiteY8" fmla="*/ 10297 h 10297"/>
              <a:gd name="connsiteX9" fmla="*/ 0 w 10000"/>
              <a:gd name="connsiteY9" fmla="*/ 9297 h 10297"/>
              <a:gd name="connsiteX10" fmla="*/ 284 w 10000"/>
              <a:gd name="connsiteY10" fmla="*/ 529 h 10297"/>
              <a:gd name="connsiteX0" fmla="*/ 284 w 10000"/>
              <a:gd name="connsiteY0" fmla="*/ 510 h 10278"/>
              <a:gd name="connsiteX1" fmla="*/ 1944 w 10000"/>
              <a:gd name="connsiteY1" fmla="*/ 30 h 10278"/>
              <a:gd name="connsiteX2" fmla="*/ 3638 w 10000"/>
              <a:gd name="connsiteY2" fmla="*/ 1156 h 10278"/>
              <a:gd name="connsiteX3" fmla="*/ 7500 w 10000"/>
              <a:gd name="connsiteY3" fmla="*/ 278 h 10278"/>
              <a:gd name="connsiteX4" fmla="*/ 10000 w 10000"/>
              <a:gd name="connsiteY4" fmla="*/ 1278 h 10278"/>
              <a:gd name="connsiteX5" fmla="*/ 10000 w 10000"/>
              <a:gd name="connsiteY5" fmla="*/ 9278 h 10278"/>
              <a:gd name="connsiteX6" fmla="*/ 7500 w 10000"/>
              <a:gd name="connsiteY6" fmla="*/ 8278 h 10278"/>
              <a:gd name="connsiteX7" fmla="*/ 5000 w 10000"/>
              <a:gd name="connsiteY7" fmla="*/ 9278 h 10278"/>
              <a:gd name="connsiteX8" fmla="*/ 2500 w 10000"/>
              <a:gd name="connsiteY8" fmla="*/ 10278 h 10278"/>
              <a:gd name="connsiteX9" fmla="*/ 0 w 10000"/>
              <a:gd name="connsiteY9" fmla="*/ 9278 h 10278"/>
              <a:gd name="connsiteX10" fmla="*/ 284 w 10000"/>
              <a:gd name="connsiteY10" fmla="*/ 510 h 10278"/>
              <a:gd name="connsiteX0" fmla="*/ 284 w 10000"/>
              <a:gd name="connsiteY0" fmla="*/ 483 h 10251"/>
              <a:gd name="connsiteX1" fmla="*/ 1944 w 10000"/>
              <a:gd name="connsiteY1" fmla="*/ 3 h 10251"/>
              <a:gd name="connsiteX2" fmla="*/ 3638 w 10000"/>
              <a:gd name="connsiteY2" fmla="*/ 1129 h 10251"/>
              <a:gd name="connsiteX3" fmla="*/ 7500 w 10000"/>
              <a:gd name="connsiteY3" fmla="*/ 251 h 10251"/>
              <a:gd name="connsiteX4" fmla="*/ 10000 w 10000"/>
              <a:gd name="connsiteY4" fmla="*/ 1251 h 10251"/>
              <a:gd name="connsiteX5" fmla="*/ 10000 w 10000"/>
              <a:gd name="connsiteY5" fmla="*/ 9251 h 10251"/>
              <a:gd name="connsiteX6" fmla="*/ 7500 w 10000"/>
              <a:gd name="connsiteY6" fmla="*/ 8251 h 10251"/>
              <a:gd name="connsiteX7" fmla="*/ 5000 w 10000"/>
              <a:gd name="connsiteY7" fmla="*/ 9251 h 10251"/>
              <a:gd name="connsiteX8" fmla="*/ 2500 w 10000"/>
              <a:gd name="connsiteY8" fmla="*/ 10251 h 10251"/>
              <a:gd name="connsiteX9" fmla="*/ 0 w 10000"/>
              <a:gd name="connsiteY9" fmla="*/ 9251 h 10251"/>
              <a:gd name="connsiteX10" fmla="*/ 284 w 10000"/>
              <a:gd name="connsiteY10" fmla="*/ 483 h 10251"/>
              <a:gd name="connsiteX0" fmla="*/ 284 w 10000"/>
              <a:gd name="connsiteY0" fmla="*/ 501 h 10269"/>
              <a:gd name="connsiteX1" fmla="*/ 1944 w 10000"/>
              <a:gd name="connsiteY1" fmla="*/ 21 h 10269"/>
              <a:gd name="connsiteX2" fmla="*/ 4100 w 10000"/>
              <a:gd name="connsiteY2" fmla="*/ 101 h 10269"/>
              <a:gd name="connsiteX3" fmla="*/ 7500 w 10000"/>
              <a:gd name="connsiteY3" fmla="*/ 269 h 10269"/>
              <a:gd name="connsiteX4" fmla="*/ 10000 w 10000"/>
              <a:gd name="connsiteY4" fmla="*/ 1269 h 10269"/>
              <a:gd name="connsiteX5" fmla="*/ 10000 w 10000"/>
              <a:gd name="connsiteY5" fmla="*/ 9269 h 10269"/>
              <a:gd name="connsiteX6" fmla="*/ 7500 w 10000"/>
              <a:gd name="connsiteY6" fmla="*/ 8269 h 10269"/>
              <a:gd name="connsiteX7" fmla="*/ 5000 w 10000"/>
              <a:gd name="connsiteY7" fmla="*/ 9269 h 10269"/>
              <a:gd name="connsiteX8" fmla="*/ 2500 w 10000"/>
              <a:gd name="connsiteY8" fmla="*/ 10269 h 10269"/>
              <a:gd name="connsiteX9" fmla="*/ 0 w 10000"/>
              <a:gd name="connsiteY9" fmla="*/ 9269 h 10269"/>
              <a:gd name="connsiteX10" fmla="*/ 284 w 10000"/>
              <a:gd name="connsiteY10" fmla="*/ 501 h 10269"/>
              <a:gd name="connsiteX0" fmla="*/ 284 w 10000"/>
              <a:gd name="connsiteY0" fmla="*/ 496 h 10264"/>
              <a:gd name="connsiteX1" fmla="*/ 1944 w 10000"/>
              <a:gd name="connsiteY1" fmla="*/ 16 h 10264"/>
              <a:gd name="connsiteX2" fmla="*/ 4100 w 10000"/>
              <a:gd name="connsiteY2" fmla="*/ 96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20 h 10288"/>
              <a:gd name="connsiteX1" fmla="*/ 1443 w 10000"/>
              <a:gd name="connsiteY1" fmla="*/ 40 h 10288"/>
              <a:gd name="connsiteX2" fmla="*/ 4349 w 10000"/>
              <a:gd name="connsiteY2" fmla="*/ 53 h 10288"/>
              <a:gd name="connsiteX3" fmla="*/ 7500 w 10000"/>
              <a:gd name="connsiteY3" fmla="*/ 288 h 10288"/>
              <a:gd name="connsiteX4" fmla="*/ 10000 w 10000"/>
              <a:gd name="connsiteY4" fmla="*/ 1288 h 10288"/>
              <a:gd name="connsiteX5" fmla="*/ 10000 w 10000"/>
              <a:gd name="connsiteY5" fmla="*/ 9288 h 10288"/>
              <a:gd name="connsiteX6" fmla="*/ 7500 w 10000"/>
              <a:gd name="connsiteY6" fmla="*/ 8288 h 10288"/>
              <a:gd name="connsiteX7" fmla="*/ 5000 w 10000"/>
              <a:gd name="connsiteY7" fmla="*/ 9288 h 10288"/>
              <a:gd name="connsiteX8" fmla="*/ 2500 w 10000"/>
              <a:gd name="connsiteY8" fmla="*/ 10288 h 10288"/>
              <a:gd name="connsiteX9" fmla="*/ 0 w 10000"/>
              <a:gd name="connsiteY9" fmla="*/ 9288 h 10288"/>
              <a:gd name="connsiteX10" fmla="*/ 284 w 10000"/>
              <a:gd name="connsiteY10" fmla="*/ 520 h 10288"/>
              <a:gd name="connsiteX0" fmla="*/ 284 w 10000"/>
              <a:gd name="connsiteY0" fmla="*/ 496 h 10264"/>
              <a:gd name="connsiteX1" fmla="*/ 1443 w 10000"/>
              <a:gd name="connsiteY1" fmla="*/ 16 h 10264"/>
              <a:gd name="connsiteX2" fmla="*/ 4349 w 10000"/>
              <a:gd name="connsiteY2" fmla="*/ 29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491 h 10259"/>
              <a:gd name="connsiteX1" fmla="*/ 1733 w 10000"/>
              <a:gd name="connsiteY1" fmla="*/ 18 h 10259"/>
              <a:gd name="connsiteX2" fmla="*/ 4349 w 10000"/>
              <a:gd name="connsiteY2" fmla="*/ 24 h 10259"/>
              <a:gd name="connsiteX3" fmla="*/ 7500 w 10000"/>
              <a:gd name="connsiteY3" fmla="*/ 259 h 10259"/>
              <a:gd name="connsiteX4" fmla="*/ 10000 w 10000"/>
              <a:gd name="connsiteY4" fmla="*/ 1259 h 10259"/>
              <a:gd name="connsiteX5" fmla="*/ 10000 w 10000"/>
              <a:gd name="connsiteY5" fmla="*/ 9259 h 10259"/>
              <a:gd name="connsiteX6" fmla="*/ 7500 w 10000"/>
              <a:gd name="connsiteY6" fmla="*/ 8259 h 10259"/>
              <a:gd name="connsiteX7" fmla="*/ 5000 w 10000"/>
              <a:gd name="connsiteY7" fmla="*/ 9259 h 10259"/>
              <a:gd name="connsiteX8" fmla="*/ 2500 w 10000"/>
              <a:gd name="connsiteY8" fmla="*/ 10259 h 10259"/>
              <a:gd name="connsiteX9" fmla="*/ 0 w 10000"/>
              <a:gd name="connsiteY9" fmla="*/ 9259 h 10259"/>
              <a:gd name="connsiteX10" fmla="*/ 284 w 10000"/>
              <a:gd name="connsiteY10" fmla="*/ 491 h 10259"/>
              <a:gd name="connsiteX0" fmla="*/ 284 w 10000"/>
              <a:gd name="connsiteY0" fmla="*/ 488 h 10256"/>
              <a:gd name="connsiteX1" fmla="*/ 1733 w 10000"/>
              <a:gd name="connsiteY1" fmla="*/ 15 h 10256"/>
              <a:gd name="connsiteX2" fmla="*/ 4349 w 10000"/>
              <a:gd name="connsiteY2" fmla="*/ 21 h 10256"/>
              <a:gd name="connsiteX3" fmla="*/ 7500 w 10000"/>
              <a:gd name="connsiteY3" fmla="*/ 256 h 10256"/>
              <a:gd name="connsiteX4" fmla="*/ 10000 w 10000"/>
              <a:gd name="connsiteY4" fmla="*/ 1256 h 10256"/>
              <a:gd name="connsiteX5" fmla="*/ 10000 w 10000"/>
              <a:gd name="connsiteY5" fmla="*/ 9256 h 10256"/>
              <a:gd name="connsiteX6" fmla="*/ 7500 w 10000"/>
              <a:gd name="connsiteY6" fmla="*/ 8256 h 10256"/>
              <a:gd name="connsiteX7" fmla="*/ 5000 w 10000"/>
              <a:gd name="connsiteY7" fmla="*/ 9256 h 10256"/>
              <a:gd name="connsiteX8" fmla="*/ 2500 w 10000"/>
              <a:gd name="connsiteY8" fmla="*/ 10256 h 10256"/>
              <a:gd name="connsiteX9" fmla="*/ 0 w 10000"/>
              <a:gd name="connsiteY9" fmla="*/ 9256 h 10256"/>
              <a:gd name="connsiteX10" fmla="*/ 284 w 10000"/>
              <a:gd name="connsiteY10" fmla="*/ 488 h 10256"/>
              <a:gd name="connsiteX0" fmla="*/ 284 w 10000"/>
              <a:gd name="connsiteY0" fmla="*/ 593 h 10361"/>
              <a:gd name="connsiteX1" fmla="*/ 1733 w 10000"/>
              <a:gd name="connsiteY1" fmla="*/ 120 h 10361"/>
              <a:gd name="connsiteX2" fmla="*/ 4349 w 10000"/>
              <a:gd name="connsiteY2" fmla="*/ 126 h 10361"/>
              <a:gd name="connsiteX3" fmla="*/ 7493 w 10000"/>
              <a:gd name="connsiteY3" fmla="*/ 82 h 10361"/>
              <a:gd name="connsiteX4" fmla="*/ 10000 w 10000"/>
              <a:gd name="connsiteY4" fmla="*/ 1361 h 10361"/>
              <a:gd name="connsiteX5" fmla="*/ 10000 w 10000"/>
              <a:gd name="connsiteY5" fmla="*/ 9361 h 10361"/>
              <a:gd name="connsiteX6" fmla="*/ 7500 w 10000"/>
              <a:gd name="connsiteY6" fmla="*/ 8361 h 10361"/>
              <a:gd name="connsiteX7" fmla="*/ 5000 w 10000"/>
              <a:gd name="connsiteY7" fmla="*/ 9361 h 10361"/>
              <a:gd name="connsiteX8" fmla="*/ 2500 w 10000"/>
              <a:gd name="connsiteY8" fmla="*/ 10361 h 10361"/>
              <a:gd name="connsiteX9" fmla="*/ 0 w 10000"/>
              <a:gd name="connsiteY9" fmla="*/ 9361 h 10361"/>
              <a:gd name="connsiteX10" fmla="*/ 284 w 10000"/>
              <a:gd name="connsiteY10" fmla="*/ 593 h 10361"/>
              <a:gd name="connsiteX0" fmla="*/ 284 w 10000"/>
              <a:gd name="connsiteY0" fmla="*/ 511 h 10279"/>
              <a:gd name="connsiteX1" fmla="*/ 1733 w 10000"/>
              <a:gd name="connsiteY1" fmla="*/ 38 h 10279"/>
              <a:gd name="connsiteX2" fmla="*/ 4349 w 10000"/>
              <a:gd name="connsiteY2" fmla="*/ 44 h 10279"/>
              <a:gd name="connsiteX3" fmla="*/ 7493 w 10000"/>
              <a:gd name="connsiteY3" fmla="*/ 0 h 10279"/>
              <a:gd name="connsiteX4" fmla="*/ 10000 w 10000"/>
              <a:gd name="connsiteY4" fmla="*/ 1279 h 10279"/>
              <a:gd name="connsiteX5" fmla="*/ 10000 w 10000"/>
              <a:gd name="connsiteY5" fmla="*/ 9279 h 10279"/>
              <a:gd name="connsiteX6" fmla="*/ 7500 w 10000"/>
              <a:gd name="connsiteY6" fmla="*/ 8279 h 10279"/>
              <a:gd name="connsiteX7" fmla="*/ 5000 w 10000"/>
              <a:gd name="connsiteY7" fmla="*/ 9279 h 10279"/>
              <a:gd name="connsiteX8" fmla="*/ 2500 w 10000"/>
              <a:gd name="connsiteY8" fmla="*/ 10279 h 10279"/>
              <a:gd name="connsiteX9" fmla="*/ 0 w 10000"/>
              <a:gd name="connsiteY9" fmla="*/ 9279 h 10279"/>
              <a:gd name="connsiteX10" fmla="*/ 284 w 10000"/>
              <a:gd name="connsiteY10" fmla="*/ 511 h 10279"/>
              <a:gd name="connsiteX0" fmla="*/ 284 w 10092"/>
              <a:gd name="connsiteY0" fmla="*/ 535 h 10303"/>
              <a:gd name="connsiteX1" fmla="*/ 1733 w 10092"/>
              <a:gd name="connsiteY1" fmla="*/ 62 h 10303"/>
              <a:gd name="connsiteX2" fmla="*/ 4349 w 10092"/>
              <a:gd name="connsiteY2" fmla="*/ 68 h 10303"/>
              <a:gd name="connsiteX3" fmla="*/ 7493 w 10092"/>
              <a:gd name="connsiteY3" fmla="*/ 24 h 10303"/>
              <a:gd name="connsiteX4" fmla="*/ 10092 w 10092"/>
              <a:gd name="connsiteY4" fmla="*/ 354 h 10303"/>
              <a:gd name="connsiteX5" fmla="*/ 10000 w 10092"/>
              <a:gd name="connsiteY5" fmla="*/ 9303 h 10303"/>
              <a:gd name="connsiteX6" fmla="*/ 7500 w 10092"/>
              <a:gd name="connsiteY6" fmla="*/ 8303 h 10303"/>
              <a:gd name="connsiteX7" fmla="*/ 5000 w 10092"/>
              <a:gd name="connsiteY7" fmla="*/ 9303 h 10303"/>
              <a:gd name="connsiteX8" fmla="*/ 2500 w 10092"/>
              <a:gd name="connsiteY8" fmla="*/ 10303 h 10303"/>
              <a:gd name="connsiteX9" fmla="*/ 0 w 10092"/>
              <a:gd name="connsiteY9" fmla="*/ 9303 h 10303"/>
              <a:gd name="connsiteX10" fmla="*/ 284 w 10092"/>
              <a:gd name="connsiteY10" fmla="*/ 535 h 10303"/>
              <a:gd name="connsiteX0" fmla="*/ 284 w 10092"/>
              <a:gd name="connsiteY0" fmla="*/ 557 h 10325"/>
              <a:gd name="connsiteX1" fmla="*/ 1733 w 10092"/>
              <a:gd name="connsiteY1" fmla="*/ 84 h 10325"/>
              <a:gd name="connsiteX2" fmla="*/ 4349 w 10092"/>
              <a:gd name="connsiteY2" fmla="*/ 90 h 10325"/>
              <a:gd name="connsiteX3" fmla="*/ 7493 w 10092"/>
              <a:gd name="connsiteY3" fmla="*/ 46 h 10325"/>
              <a:gd name="connsiteX4" fmla="*/ 10092 w 10092"/>
              <a:gd name="connsiteY4" fmla="*/ 376 h 10325"/>
              <a:gd name="connsiteX5" fmla="*/ 10000 w 10092"/>
              <a:gd name="connsiteY5" fmla="*/ 9325 h 10325"/>
              <a:gd name="connsiteX6" fmla="*/ 7500 w 10092"/>
              <a:gd name="connsiteY6" fmla="*/ 8325 h 10325"/>
              <a:gd name="connsiteX7" fmla="*/ 5000 w 10092"/>
              <a:gd name="connsiteY7" fmla="*/ 9325 h 10325"/>
              <a:gd name="connsiteX8" fmla="*/ 2500 w 10092"/>
              <a:gd name="connsiteY8" fmla="*/ 10325 h 10325"/>
              <a:gd name="connsiteX9" fmla="*/ 0 w 10092"/>
              <a:gd name="connsiteY9" fmla="*/ 9325 h 10325"/>
              <a:gd name="connsiteX10" fmla="*/ 284 w 10092"/>
              <a:gd name="connsiteY10" fmla="*/ 557 h 10325"/>
              <a:gd name="connsiteX0" fmla="*/ 284 w 10134"/>
              <a:gd name="connsiteY0" fmla="*/ 561 h 10329"/>
              <a:gd name="connsiteX1" fmla="*/ 1733 w 10134"/>
              <a:gd name="connsiteY1" fmla="*/ 88 h 10329"/>
              <a:gd name="connsiteX2" fmla="*/ 4349 w 10134"/>
              <a:gd name="connsiteY2" fmla="*/ 94 h 10329"/>
              <a:gd name="connsiteX3" fmla="*/ 7493 w 10134"/>
              <a:gd name="connsiteY3" fmla="*/ 50 h 10329"/>
              <a:gd name="connsiteX4" fmla="*/ 10134 w 10134"/>
              <a:gd name="connsiteY4" fmla="*/ 373 h 10329"/>
              <a:gd name="connsiteX5" fmla="*/ 10000 w 10134"/>
              <a:gd name="connsiteY5" fmla="*/ 9329 h 10329"/>
              <a:gd name="connsiteX6" fmla="*/ 7500 w 10134"/>
              <a:gd name="connsiteY6" fmla="*/ 8329 h 10329"/>
              <a:gd name="connsiteX7" fmla="*/ 5000 w 10134"/>
              <a:gd name="connsiteY7" fmla="*/ 9329 h 10329"/>
              <a:gd name="connsiteX8" fmla="*/ 2500 w 10134"/>
              <a:gd name="connsiteY8" fmla="*/ 10329 h 10329"/>
              <a:gd name="connsiteX9" fmla="*/ 0 w 10134"/>
              <a:gd name="connsiteY9" fmla="*/ 9329 h 10329"/>
              <a:gd name="connsiteX10" fmla="*/ 284 w 10134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402"/>
              <a:gd name="connsiteX1" fmla="*/ 1733 w 10136"/>
              <a:gd name="connsiteY1" fmla="*/ 88 h 10402"/>
              <a:gd name="connsiteX2" fmla="*/ 4349 w 10136"/>
              <a:gd name="connsiteY2" fmla="*/ 94 h 10402"/>
              <a:gd name="connsiteX3" fmla="*/ 7493 w 10136"/>
              <a:gd name="connsiteY3" fmla="*/ 50 h 10402"/>
              <a:gd name="connsiteX4" fmla="*/ 10134 w 10136"/>
              <a:gd name="connsiteY4" fmla="*/ 373 h 10402"/>
              <a:gd name="connsiteX5" fmla="*/ 10127 w 10136"/>
              <a:gd name="connsiteY5" fmla="*/ 9555 h 10402"/>
              <a:gd name="connsiteX6" fmla="*/ 9082 w 10136"/>
              <a:gd name="connsiteY6" fmla="*/ 10399 h 10402"/>
              <a:gd name="connsiteX7" fmla="*/ 5000 w 10136"/>
              <a:gd name="connsiteY7" fmla="*/ 9329 h 10402"/>
              <a:gd name="connsiteX8" fmla="*/ 2500 w 10136"/>
              <a:gd name="connsiteY8" fmla="*/ 10329 h 10402"/>
              <a:gd name="connsiteX9" fmla="*/ 0 w 10136"/>
              <a:gd name="connsiteY9" fmla="*/ 9329 h 10402"/>
              <a:gd name="connsiteX10" fmla="*/ 284 w 10136"/>
              <a:gd name="connsiteY10" fmla="*/ 561 h 10402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461"/>
              <a:gd name="connsiteX1" fmla="*/ 1733 w 10136"/>
              <a:gd name="connsiteY1" fmla="*/ 88 h 10461"/>
              <a:gd name="connsiteX2" fmla="*/ 4349 w 10136"/>
              <a:gd name="connsiteY2" fmla="*/ 94 h 10461"/>
              <a:gd name="connsiteX3" fmla="*/ 7493 w 10136"/>
              <a:gd name="connsiteY3" fmla="*/ 50 h 10461"/>
              <a:gd name="connsiteX4" fmla="*/ 10134 w 10136"/>
              <a:gd name="connsiteY4" fmla="*/ 373 h 10461"/>
              <a:gd name="connsiteX5" fmla="*/ 10127 w 10136"/>
              <a:gd name="connsiteY5" fmla="*/ 9555 h 10461"/>
              <a:gd name="connsiteX6" fmla="*/ 9082 w 10136"/>
              <a:gd name="connsiteY6" fmla="*/ 10399 h 10461"/>
              <a:gd name="connsiteX7" fmla="*/ 5219 w 10136"/>
              <a:gd name="connsiteY7" fmla="*/ 10391 h 10461"/>
              <a:gd name="connsiteX8" fmla="*/ 2500 w 10136"/>
              <a:gd name="connsiteY8" fmla="*/ 10329 h 10461"/>
              <a:gd name="connsiteX9" fmla="*/ 0 w 10136"/>
              <a:gd name="connsiteY9" fmla="*/ 9329 h 10461"/>
              <a:gd name="connsiteX10" fmla="*/ 284 w 10136"/>
              <a:gd name="connsiteY10" fmla="*/ 561 h 10461"/>
              <a:gd name="connsiteX0" fmla="*/ 284 w 10136"/>
              <a:gd name="connsiteY0" fmla="*/ 561 h 10401"/>
              <a:gd name="connsiteX1" fmla="*/ 1733 w 10136"/>
              <a:gd name="connsiteY1" fmla="*/ 88 h 10401"/>
              <a:gd name="connsiteX2" fmla="*/ 4349 w 10136"/>
              <a:gd name="connsiteY2" fmla="*/ 94 h 10401"/>
              <a:gd name="connsiteX3" fmla="*/ 7493 w 10136"/>
              <a:gd name="connsiteY3" fmla="*/ 50 h 10401"/>
              <a:gd name="connsiteX4" fmla="*/ 10134 w 10136"/>
              <a:gd name="connsiteY4" fmla="*/ 373 h 10401"/>
              <a:gd name="connsiteX5" fmla="*/ 10127 w 10136"/>
              <a:gd name="connsiteY5" fmla="*/ 9555 h 10401"/>
              <a:gd name="connsiteX6" fmla="*/ 9082 w 10136"/>
              <a:gd name="connsiteY6" fmla="*/ 10399 h 10401"/>
              <a:gd name="connsiteX7" fmla="*/ 5219 w 10136"/>
              <a:gd name="connsiteY7" fmla="*/ 10391 h 10401"/>
              <a:gd name="connsiteX8" fmla="*/ 2500 w 10136"/>
              <a:gd name="connsiteY8" fmla="*/ 10329 h 10401"/>
              <a:gd name="connsiteX9" fmla="*/ 0 w 10136"/>
              <a:gd name="connsiteY9" fmla="*/ 9329 h 10401"/>
              <a:gd name="connsiteX10" fmla="*/ 284 w 10136"/>
              <a:gd name="connsiteY10" fmla="*/ 561 h 10401"/>
              <a:gd name="connsiteX0" fmla="*/ 284 w 10136"/>
              <a:gd name="connsiteY0" fmla="*/ 561 h 10455"/>
              <a:gd name="connsiteX1" fmla="*/ 1733 w 10136"/>
              <a:gd name="connsiteY1" fmla="*/ 88 h 10455"/>
              <a:gd name="connsiteX2" fmla="*/ 4349 w 10136"/>
              <a:gd name="connsiteY2" fmla="*/ 94 h 10455"/>
              <a:gd name="connsiteX3" fmla="*/ 7493 w 10136"/>
              <a:gd name="connsiteY3" fmla="*/ 50 h 10455"/>
              <a:gd name="connsiteX4" fmla="*/ 10134 w 10136"/>
              <a:gd name="connsiteY4" fmla="*/ 373 h 10455"/>
              <a:gd name="connsiteX5" fmla="*/ 10127 w 10136"/>
              <a:gd name="connsiteY5" fmla="*/ 9555 h 10455"/>
              <a:gd name="connsiteX6" fmla="*/ 9082 w 10136"/>
              <a:gd name="connsiteY6" fmla="*/ 10399 h 10455"/>
              <a:gd name="connsiteX7" fmla="*/ 5219 w 10136"/>
              <a:gd name="connsiteY7" fmla="*/ 10391 h 10455"/>
              <a:gd name="connsiteX8" fmla="*/ 2465 w 10136"/>
              <a:gd name="connsiteY8" fmla="*/ 10455 h 10455"/>
              <a:gd name="connsiteX9" fmla="*/ 0 w 10136"/>
              <a:gd name="connsiteY9" fmla="*/ 9329 h 10455"/>
              <a:gd name="connsiteX10" fmla="*/ 284 w 10136"/>
              <a:gd name="connsiteY10" fmla="*/ 561 h 10455"/>
              <a:gd name="connsiteX0" fmla="*/ 242 w 10094"/>
              <a:gd name="connsiteY0" fmla="*/ 561 h 10483"/>
              <a:gd name="connsiteX1" fmla="*/ 1691 w 10094"/>
              <a:gd name="connsiteY1" fmla="*/ 88 h 10483"/>
              <a:gd name="connsiteX2" fmla="*/ 4307 w 10094"/>
              <a:gd name="connsiteY2" fmla="*/ 94 h 10483"/>
              <a:gd name="connsiteX3" fmla="*/ 7451 w 10094"/>
              <a:gd name="connsiteY3" fmla="*/ 50 h 10483"/>
              <a:gd name="connsiteX4" fmla="*/ 10092 w 10094"/>
              <a:gd name="connsiteY4" fmla="*/ 373 h 10483"/>
              <a:gd name="connsiteX5" fmla="*/ 10085 w 10094"/>
              <a:gd name="connsiteY5" fmla="*/ 9555 h 10483"/>
              <a:gd name="connsiteX6" fmla="*/ 9040 w 10094"/>
              <a:gd name="connsiteY6" fmla="*/ 10399 h 10483"/>
              <a:gd name="connsiteX7" fmla="*/ 5177 w 10094"/>
              <a:gd name="connsiteY7" fmla="*/ 10391 h 10483"/>
              <a:gd name="connsiteX8" fmla="*/ 2423 w 10094"/>
              <a:gd name="connsiteY8" fmla="*/ 10455 h 10483"/>
              <a:gd name="connsiteX9" fmla="*/ 0 w 10094"/>
              <a:gd name="connsiteY9" fmla="*/ 10085 h 10483"/>
              <a:gd name="connsiteX10" fmla="*/ 242 w 10094"/>
              <a:gd name="connsiteY10" fmla="*/ 561 h 10483"/>
              <a:gd name="connsiteX0" fmla="*/ 242 w 10094"/>
              <a:gd name="connsiteY0" fmla="*/ 561 h 10455"/>
              <a:gd name="connsiteX1" fmla="*/ 1691 w 10094"/>
              <a:gd name="connsiteY1" fmla="*/ 88 h 10455"/>
              <a:gd name="connsiteX2" fmla="*/ 4307 w 10094"/>
              <a:gd name="connsiteY2" fmla="*/ 94 h 10455"/>
              <a:gd name="connsiteX3" fmla="*/ 7451 w 10094"/>
              <a:gd name="connsiteY3" fmla="*/ 50 h 10455"/>
              <a:gd name="connsiteX4" fmla="*/ 10092 w 10094"/>
              <a:gd name="connsiteY4" fmla="*/ 373 h 10455"/>
              <a:gd name="connsiteX5" fmla="*/ 10085 w 10094"/>
              <a:gd name="connsiteY5" fmla="*/ 9555 h 10455"/>
              <a:gd name="connsiteX6" fmla="*/ 9040 w 10094"/>
              <a:gd name="connsiteY6" fmla="*/ 10399 h 10455"/>
              <a:gd name="connsiteX7" fmla="*/ 5177 w 10094"/>
              <a:gd name="connsiteY7" fmla="*/ 10391 h 10455"/>
              <a:gd name="connsiteX8" fmla="*/ 2423 w 10094"/>
              <a:gd name="connsiteY8" fmla="*/ 10455 h 10455"/>
              <a:gd name="connsiteX9" fmla="*/ 0 w 10094"/>
              <a:gd name="connsiteY9" fmla="*/ 10085 h 10455"/>
              <a:gd name="connsiteX10" fmla="*/ 242 w 10094"/>
              <a:gd name="connsiteY10" fmla="*/ 561 h 10455"/>
              <a:gd name="connsiteX0" fmla="*/ 15 w 9867"/>
              <a:gd name="connsiteY0" fmla="*/ 561 h 10550"/>
              <a:gd name="connsiteX1" fmla="*/ 1464 w 9867"/>
              <a:gd name="connsiteY1" fmla="*/ 88 h 10550"/>
              <a:gd name="connsiteX2" fmla="*/ 4080 w 9867"/>
              <a:gd name="connsiteY2" fmla="*/ 94 h 10550"/>
              <a:gd name="connsiteX3" fmla="*/ 7224 w 9867"/>
              <a:gd name="connsiteY3" fmla="*/ 50 h 10550"/>
              <a:gd name="connsiteX4" fmla="*/ 9865 w 9867"/>
              <a:gd name="connsiteY4" fmla="*/ 373 h 10550"/>
              <a:gd name="connsiteX5" fmla="*/ 9858 w 9867"/>
              <a:gd name="connsiteY5" fmla="*/ 9555 h 10550"/>
              <a:gd name="connsiteX6" fmla="*/ 8813 w 9867"/>
              <a:gd name="connsiteY6" fmla="*/ 10399 h 10550"/>
              <a:gd name="connsiteX7" fmla="*/ 4950 w 9867"/>
              <a:gd name="connsiteY7" fmla="*/ 10391 h 10550"/>
              <a:gd name="connsiteX8" fmla="*/ 2196 w 9867"/>
              <a:gd name="connsiteY8" fmla="*/ 10455 h 10550"/>
              <a:gd name="connsiteX9" fmla="*/ 225 w 9867"/>
              <a:gd name="connsiteY9" fmla="*/ 10423 h 10550"/>
              <a:gd name="connsiteX10" fmla="*/ 15 w 9867"/>
              <a:gd name="connsiteY10" fmla="*/ 561 h 10550"/>
              <a:gd name="connsiteX0" fmla="*/ 15 w 10000"/>
              <a:gd name="connsiteY0" fmla="*/ 532 h 10000"/>
              <a:gd name="connsiteX1" fmla="*/ 1484 w 10000"/>
              <a:gd name="connsiteY1" fmla="*/ 83 h 10000"/>
              <a:gd name="connsiteX2" fmla="*/ 4135 w 10000"/>
              <a:gd name="connsiteY2" fmla="*/ 89 h 10000"/>
              <a:gd name="connsiteX3" fmla="*/ 7321 w 10000"/>
              <a:gd name="connsiteY3" fmla="*/ 47 h 10000"/>
              <a:gd name="connsiteX4" fmla="*/ 9998 w 10000"/>
              <a:gd name="connsiteY4" fmla="*/ 354 h 10000"/>
              <a:gd name="connsiteX5" fmla="*/ 9991 w 10000"/>
              <a:gd name="connsiteY5" fmla="*/ 9057 h 10000"/>
              <a:gd name="connsiteX6" fmla="*/ 8932 w 10000"/>
              <a:gd name="connsiteY6" fmla="*/ 9857 h 10000"/>
              <a:gd name="connsiteX7" fmla="*/ 5017 w 10000"/>
              <a:gd name="connsiteY7" fmla="*/ 9849 h 10000"/>
              <a:gd name="connsiteX8" fmla="*/ 2226 w 10000"/>
              <a:gd name="connsiteY8" fmla="*/ 9910 h 10000"/>
              <a:gd name="connsiteX9" fmla="*/ 228 w 10000"/>
              <a:gd name="connsiteY9" fmla="*/ 9880 h 10000"/>
              <a:gd name="connsiteX10" fmla="*/ 15 w 10000"/>
              <a:gd name="connsiteY10" fmla="*/ 532 h 10000"/>
              <a:gd name="connsiteX0" fmla="*/ 19 w 10004"/>
              <a:gd name="connsiteY0" fmla="*/ 532 h 10005"/>
              <a:gd name="connsiteX1" fmla="*/ 1488 w 10004"/>
              <a:gd name="connsiteY1" fmla="*/ 83 h 10005"/>
              <a:gd name="connsiteX2" fmla="*/ 4139 w 10004"/>
              <a:gd name="connsiteY2" fmla="*/ 89 h 10005"/>
              <a:gd name="connsiteX3" fmla="*/ 7325 w 10004"/>
              <a:gd name="connsiteY3" fmla="*/ 47 h 10005"/>
              <a:gd name="connsiteX4" fmla="*/ 10002 w 10004"/>
              <a:gd name="connsiteY4" fmla="*/ 354 h 10005"/>
              <a:gd name="connsiteX5" fmla="*/ 9995 w 10004"/>
              <a:gd name="connsiteY5" fmla="*/ 9057 h 10005"/>
              <a:gd name="connsiteX6" fmla="*/ 8936 w 10004"/>
              <a:gd name="connsiteY6" fmla="*/ 9857 h 10005"/>
              <a:gd name="connsiteX7" fmla="*/ 5021 w 10004"/>
              <a:gd name="connsiteY7" fmla="*/ 9849 h 10005"/>
              <a:gd name="connsiteX8" fmla="*/ 2230 w 10004"/>
              <a:gd name="connsiteY8" fmla="*/ 9910 h 10005"/>
              <a:gd name="connsiteX9" fmla="*/ 125 w 10004"/>
              <a:gd name="connsiteY9" fmla="*/ 9886 h 10005"/>
              <a:gd name="connsiteX10" fmla="*/ 19 w 10004"/>
              <a:gd name="connsiteY10" fmla="*/ 532 h 10005"/>
              <a:gd name="connsiteX0" fmla="*/ 53 w 10038"/>
              <a:gd name="connsiteY0" fmla="*/ 532 h 10005"/>
              <a:gd name="connsiteX1" fmla="*/ 1522 w 10038"/>
              <a:gd name="connsiteY1" fmla="*/ 83 h 10005"/>
              <a:gd name="connsiteX2" fmla="*/ 4173 w 10038"/>
              <a:gd name="connsiteY2" fmla="*/ 89 h 10005"/>
              <a:gd name="connsiteX3" fmla="*/ 7359 w 10038"/>
              <a:gd name="connsiteY3" fmla="*/ 47 h 10005"/>
              <a:gd name="connsiteX4" fmla="*/ 10036 w 10038"/>
              <a:gd name="connsiteY4" fmla="*/ 354 h 10005"/>
              <a:gd name="connsiteX5" fmla="*/ 10029 w 10038"/>
              <a:gd name="connsiteY5" fmla="*/ 9057 h 10005"/>
              <a:gd name="connsiteX6" fmla="*/ 8970 w 10038"/>
              <a:gd name="connsiteY6" fmla="*/ 9857 h 10005"/>
              <a:gd name="connsiteX7" fmla="*/ 5055 w 10038"/>
              <a:gd name="connsiteY7" fmla="*/ 9849 h 10005"/>
              <a:gd name="connsiteX8" fmla="*/ 2264 w 10038"/>
              <a:gd name="connsiteY8" fmla="*/ 9910 h 10005"/>
              <a:gd name="connsiteX9" fmla="*/ 159 w 10038"/>
              <a:gd name="connsiteY9" fmla="*/ 9886 h 10005"/>
              <a:gd name="connsiteX10" fmla="*/ 53 w 10038"/>
              <a:gd name="connsiteY10" fmla="*/ 532 h 10005"/>
              <a:gd name="connsiteX0" fmla="*/ 294 w 10279"/>
              <a:gd name="connsiteY0" fmla="*/ 532 h 10023"/>
              <a:gd name="connsiteX1" fmla="*/ 1763 w 10279"/>
              <a:gd name="connsiteY1" fmla="*/ 83 h 10023"/>
              <a:gd name="connsiteX2" fmla="*/ 4414 w 10279"/>
              <a:gd name="connsiteY2" fmla="*/ 89 h 10023"/>
              <a:gd name="connsiteX3" fmla="*/ 7600 w 10279"/>
              <a:gd name="connsiteY3" fmla="*/ 47 h 10023"/>
              <a:gd name="connsiteX4" fmla="*/ 10277 w 10279"/>
              <a:gd name="connsiteY4" fmla="*/ 354 h 10023"/>
              <a:gd name="connsiteX5" fmla="*/ 10270 w 10279"/>
              <a:gd name="connsiteY5" fmla="*/ 9057 h 10023"/>
              <a:gd name="connsiteX6" fmla="*/ 9211 w 10279"/>
              <a:gd name="connsiteY6" fmla="*/ 9857 h 10023"/>
              <a:gd name="connsiteX7" fmla="*/ 5296 w 10279"/>
              <a:gd name="connsiteY7" fmla="*/ 9849 h 10023"/>
              <a:gd name="connsiteX8" fmla="*/ 2505 w 10279"/>
              <a:gd name="connsiteY8" fmla="*/ 9910 h 10023"/>
              <a:gd name="connsiteX9" fmla="*/ 400 w 10279"/>
              <a:gd name="connsiteY9" fmla="*/ 9886 h 10023"/>
              <a:gd name="connsiteX10" fmla="*/ 2 w 10279"/>
              <a:gd name="connsiteY10" fmla="*/ 9047 h 10023"/>
              <a:gd name="connsiteX11" fmla="*/ 294 w 10279"/>
              <a:gd name="connsiteY11" fmla="*/ 532 h 10023"/>
              <a:gd name="connsiteX0" fmla="*/ 294 w 10279"/>
              <a:gd name="connsiteY0" fmla="*/ 532 h 9926"/>
              <a:gd name="connsiteX1" fmla="*/ 1763 w 10279"/>
              <a:gd name="connsiteY1" fmla="*/ 83 h 9926"/>
              <a:gd name="connsiteX2" fmla="*/ 4414 w 10279"/>
              <a:gd name="connsiteY2" fmla="*/ 89 h 9926"/>
              <a:gd name="connsiteX3" fmla="*/ 7600 w 10279"/>
              <a:gd name="connsiteY3" fmla="*/ 47 h 9926"/>
              <a:gd name="connsiteX4" fmla="*/ 10277 w 10279"/>
              <a:gd name="connsiteY4" fmla="*/ 354 h 9926"/>
              <a:gd name="connsiteX5" fmla="*/ 10270 w 10279"/>
              <a:gd name="connsiteY5" fmla="*/ 9057 h 9926"/>
              <a:gd name="connsiteX6" fmla="*/ 9211 w 10279"/>
              <a:gd name="connsiteY6" fmla="*/ 9857 h 9926"/>
              <a:gd name="connsiteX7" fmla="*/ 5296 w 10279"/>
              <a:gd name="connsiteY7" fmla="*/ 9849 h 9926"/>
              <a:gd name="connsiteX8" fmla="*/ 2505 w 10279"/>
              <a:gd name="connsiteY8" fmla="*/ 9910 h 9926"/>
              <a:gd name="connsiteX9" fmla="*/ 400 w 10279"/>
              <a:gd name="connsiteY9" fmla="*/ 9886 h 9926"/>
              <a:gd name="connsiteX10" fmla="*/ 2 w 10279"/>
              <a:gd name="connsiteY10" fmla="*/ 9047 h 9926"/>
              <a:gd name="connsiteX11" fmla="*/ 294 w 10279"/>
              <a:gd name="connsiteY11" fmla="*/ 532 h 9926"/>
              <a:gd name="connsiteX0" fmla="*/ 439 w 10153"/>
              <a:gd name="connsiteY0" fmla="*/ 536 h 10005"/>
              <a:gd name="connsiteX1" fmla="*/ 1868 w 10153"/>
              <a:gd name="connsiteY1" fmla="*/ 84 h 10005"/>
              <a:gd name="connsiteX2" fmla="*/ 4447 w 10153"/>
              <a:gd name="connsiteY2" fmla="*/ 90 h 10005"/>
              <a:gd name="connsiteX3" fmla="*/ 7547 w 10153"/>
              <a:gd name="connsiteY3" fmla="*/ 47 h 10005"/>
              <a:gd name="connsiteX4" fmla="*/ 10151 w 10153"/>
              <a:gd name="connsiteY4" fmla="*/ 357 h 10005"/>
              <a:gd name="connsiteX5" fmla="*/ 10144 w 10153"/>
              <a:gd name="connsiteY5" fmla="*/ 9125 h 10005"/>
              <a:gd name="connsiteX6" fmla="*/ 9114 w 10153"/>
              <a:gd name="connsiteY6" fmla="*/ 9930 h 10005"/>
              <a:gd name="connsiteX7" fmla="*/ 5305 w 10153"/>
              <a:gd name="connsiteY7" fmla="*/ 9922 h 10005"/>
              <a:gd name="connsiteX8" fmla="*/ 2590 w 10153"/>
              <a:gd name="connsiteY8" fmla="*/ 9984 h 10005"/>
              <a:gd name="connsiteX9" fmla="*/ 542 w 10153"/>
              <a:gd name="connsiteY9" fmla="*/ 9960 h 10005"/>
              <a:gd name="connsiteX10" fmla="*/ 15 w 10153"/>
              <a:gd name="connsiteY10" fmla="*/ 9602 h 10005"/>
              <a:gd name="connsiteX11" fmla="*/ 155 w 10153"/>
              <a:gd name="connsiteY11" fmla="*/ 9114 h 10005"/>
              <a:gd name="connsiteX12" fmla="*/ 439 w 10153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80"/>
              <a:gd name="connsiteX1" fmla="*/ 1853 w 10138"/>
              <a:gd name="connsiteY1" fmla="*/ 84 h 10080"/>
              <a:gd name="connsiteX2" fmla="*/ 4432 w 10138"/>
              <a:gd name="connsiteY2" fmla="*/ 90 h 10080"/>
              <a:gd name="connsiteX3" fmla="*/ 7532 w 10138"/>
              <a:gd name="connsiteY3" fmla="*/ 47 h 10080"/>
              <a:gd name="connsiteX4" fmla="*/ 10136 w 10138"/>
              <a:gd name="connsiteY4" fmla="*/ 357 h 10080"/>
              <a:gd name="connsiteX5" fmla="*/ 10129 w 10138"/>
              <a:gd name="connsiteY5" fmla="*/ 9125 h 10080"/>
              <a:gd name="connsiteX6" fmla="*/ 9099 w 10138"/>
              <a:gd name="connsiteY6" fmla="*/ 9930 h 10080"/>
              <a:gd name="connsiteX7" fmla="*/ 5290 w 10138"/>
              <a:gd name="connsiteY7" fmla="*/ 9922 h 10080"/>
              <a:gd name="connsiteX8" fmla="*/ 2575 w 10138"/>
              <a:gd name="connsiteY8" fmla="*/ 9984 h 10080"/>
              <a:gd name="connsiteX9" fmla="*/ 771 w 10138"/>
              <a:gd name="connsiteY9" fmla="*/ 10055 h 10080"/>
              <a:gd name="connsiteX10" fmla="*/ 0 w 10138"/>
              <a:gd name="connsiteY10" fmla="*/ 9602 h 10080"/>
              <a:gd name="connsiteX11" fmla="*/ 140 w 10138"/>
              <a:gd name="connsiteY11" fmla="*/ 9114 h 10080"/>
              <a:gd name="connsiteX12" fmla="*/ 424 w 1013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1 w 10097"/>
              <a:gd name="connsiteY10" fmla="*/ 96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34 w 10048"/>
              <a:gd name="connsiteY0" fmla="*/ 536 h 10080"/>
              <a:gd name="connsiteX1" fmla="*/ 1763 w 10048"/>
              <a:gd name="connsiteY1" fmla="*/ 84 h 10080"/>
              <a:gd name="connsiteX2" fmla="*/ 4342 w 10048"/>
              <a:gd name="connsiteY2" fmla="*/ 90 h 10080"/>
              <a:gd name="connsiteX3" fmla="*/ 7442 w 10048"/>
              <a:gd name="connsiteY3" fmla="*/ 47 h 10080"/>
              <a:gd name="connsiteX4" fmla="*/ 10046 w 10048"/>
              <a:gd name="connsiteY4" fmla="*/ 357 h 10080"/>
              <a:gd name="connsiteX5" fmla="*/ 10039 w 10048"/>
              <a:gd name="connsiteY5" fmla="*/ 9125 h 10080"/>
              <a:gd name="connsiteX6" fmla="*/ 9009 w 10048"/>
              <a:gd name="connsiteY6" fmla="*/ 9930 h 10080"/>
              <a:gd name="connsiteX7" fmla="*/ 5200 w 10048"/>
              <a:gd name="connsiteY7" fmla="*/ 9922 h 10080"/>
              <a:gd name="connsiteX8" fmla="*/ 2485 w 10048"/>
              <a:gd name="connsiteY8" fmla="*/ 9984 h 10080"/>
              <a:gd name="connsiteX9" fmla="*/ 681 w 10048"/>
              <a:gd name="connsiteY9" fmla="*/ 10055 h 10080"/>
              <a:gd name="connsiteX10" fmla="*/ 29 w 10048"/>
              <a:gd name="connsiteY10" fmla="*/ 9741 h 10080"/>
              <a:gd name="connsiteX11" fmla="*/ 50 w 10048"/>
              <a:gd name="connsiteY11" fmla="*/ 9114 h 10080"/>
              <a:gd name="connsiteX12" fmla="*/ 334 w 10048"/>
              <a:gd name="connsiteY12" fmla="*/ 536 h 10080"/>
              <a:gd name="connsiteX0" fmla="*/ 317 w 10031"/>
              <a:gd name="connsiteY0" fmla="*/ 536 h 10080"/>
              <a:gd name="connsiteX1" fmla="*/ 1746 w 10031"/>
              <a:gd name="connsiteY1" fmla="*/ 84 h 10080"/>
              <a:gd name="connsiteX2" fmla="*/ 4325 w 10031"/>
              <a:gd name="connsiteY2" fmla="*/ 90 h 10080"/>
              <a:gd name="connsiteX3" fmla="*/ 7425 w 10031"/>
              <a:gd name="connsiteY3" fmla="*/ 47 h 10080"/>
              <a:gd name="connsiteX4" fmla="*/ 10029 w 10031"/>
              <a:gd name="connsiteY4" fmla="*/ 357 h 10080"/>
              <a:gd name="connsiteX5" fmla="*/ 10022 w 10031"/>
              <a:gd name="connsiteY5" fmla="*/ 9125 h 10080"/>
              <a:gd name="connsiteX6" fmla="*/ 8992 w 10031"/>
              <a:gd name="connsiteY6" fmla="*/ 9930 h 10080"/>
              <a:gd name="connsiteX7" fmla="*/ 5183 w 10031"/>
              <a:gd name="connsiteY7" fmla="*/ 9922 h 10080"/>
              <a:gd name="connsiteX8" fmla="*/ 2468 w 10031"/>
              <a:gd name="connsiteY8" fmla="*/ 9984 h 10080"/>
              <a:gd name="connsiteX9" fmla="*/ 664 w 10031"/>
              <a:gd name="connsiteY9" fmla="*/ 10055 h 10080"/>
              <a:gd name="connsiteX10" fmla="*/ 82 w 10031"/>
              <a:gd name="connsiteY10" fmla="*/ 9652 h 10080"/>
              <a:gd name="connsiteX11" fmla="*/ 33 w 10031"/>
              <a:gd name="connsiteY11" fmla="*/ 9114 h 10080"/>
              <a:gd name="connsiteX12" fmla="*/ 317 w 10031"/>
              <a:gd name="connsiteY12" fmla="*/ 536 h 10080"/>
              <a:gd name="connsiteX0" fmla="*/ 329 w 10043"/>
              <a:gd name="connsiteY0" fmla="*/ 536 h 10080"/>
              <a:gd name="connsiteX1" fmla="*/ 1758 w 10043"/>
              <a:gd name="connsiteY1" fmla="*/ 84 h 10080"/>
              <a:gd name="connsiteX2" fmla="*/ 4337 w 10043"/>
              <a:gd name="connsiteY2" fmla="*/ 90 h 10080"/>
              <a:gd name="connsiteX3" fmla="*/ 7437 w 10043"/>
              <a:gd name="connsiteY3" fmla="*/ 47 h 10080"/>
              <a:gd name="connsiteX4" fmla="*/ 10041 w 10043"/>
              <a:gd name="connsiteY4" fmla="*/ 357 h 10080"/>
              <a:gd name="connsiteX5" fmla="*/ 10034 w 10043"/>
              <a:gd name="connsiteY5" fmla="*/ 9125 h 10080"/>
              <a:gd name="connsiteX6" fmla="*/ 9004 w 10043"/>
              <a:gd name="connsiteY6" fmla="*/ 9930 h 10080"/>
              <a:gd name="connsiteX7" fmla="*/ 5195 w 10043"/>
              <a:gd name="connsiteY7" fmla="*/ 9922 h 10080"/>
              <a:gd name="connsiteX8" fmla="*/ 2480 w 10043"/>
              <a:gd name="connsiteY8" fmla="*/ 9984 h 10080"/>
              <a:gd name="connsiteX9" fmla="*/ 676 w 10043"/>
              <a:gd name="connsiteY9" fmla="*/ 10055 h 10080"/>
              <a:gd name="connsiteX10" fmla="*/ 94 w 10043"/>
              <a:gd name="connsiteY10" fmla="*/ 9652 h 10080"/>
              <a:gd name="connsiteX11" fmla="*/ 45 w 10043"/>
              <a:gd name="connsiteY11" fmla="*/ 9114 h 10080"/>
              <a:gd name="connsiteX12" fmla="*/ 329 w 10043"/>
              <a:gd name="connsiteY12" fmla="*/ 536 h 10080"/>
              <a:gd name="connsiteX0" fmla="*/ 354 w 10068"/>
              <a:gd name="connsiteY0" fmla="*/ 536 h 10080"/>
              <a:gd name="connsiteX1" fmla="*/ 1783 w 10068"/>
              <a:gd name="connsiteY1" fmla="*/ 84 h 10080"/>
              <a:gd name="connsiteX2" fmla="*/ 4362 w 10068"/>
              <a:gd name="connsiteY2" fmla="*/ 90 h 10080"/>
              <a:gd name="connsiteX3" fmla="*/ 7462 w 10068"/>
              <a:gd name="connsiteY3" fmla="*/ 47 h 10080"/>
              <a:gd name="connsiteX4" fmla="*/ 10066 w 10068"/>
              <a:gd name="connsiteY4" fmla="*/ 357 h 10080"/>
              <a:gd name="connsiteX5" fmla="*/ 10059 w 10068"/>
              <a:gd name="connsiteY5" fmla="*/ 9125 h 10080"/>
              <a:gd name="connsiteX6" fmla="*/ 9029 w 10068"/>
              <a:gd name="connsiteY6" fmla="*/ 9930 h 10080"/>
              <a:gd name="connsiteX7" fmla="*/ 5220 w 10068"/>
              <a:gd name="connsiteY7" fmla="*/ 9922 h 10080"/>
              <a:gd name="connsiteX8" fmla="*/ 2505 w 10068"/>
              <a:gd name="connsiteY8" fmla="*/ 9984 h 10080"/>
              <a:gd name="connsiteX9" fmla="*/ 701 w 10068"/>
              <a:gd name="connsiteY9" fmla="*/ 10055 h 10080"/>
              <a:gd name="connsiteX10" fmla="*/ 54 w 10068"/>
              <a:gd name="connsiteY10" fmla="*/ 9740 h 10080"/>
              <a:gd name="connsiteX11" fmla="*/ 70 w 10068"/>
              <a:gd name="connsiteY11" fmla="*/ 9114 h 10080"/>
              <a:gd name="connsiteX12" fmla="*/ 354 w 1006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04 w 10095"/>
              <a:gd name="connsiteY6" fmla="*/ 9802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264"/>
              <a:gd name="connsiteY0" fmla="*/ 505 h 10057"/>
              <a:gd name="connsiteX1" fmla="*/ 1812 w 10264"/>
              <a:gd name="connsiteY1" fmla="*/ 53 h 10057"/>
              <a:gd name="connsiteX2" fmla="*/ 4391 w 10264"/>
              <a:gd name="connsiteY2" fmla="*/ 59 h 10057"/>
              <a:gd name="connsiteX3" fmla="*/ 7491 w 10264"/>
              <a:gd name="connsiteY3" fmla="*/ 16 h 10057"/>
              <a:gd name="connsiteX4" fmla="*/ 10095 w 10264"/>
              <a:gd name="connsiteY4" fmla="*/ 326 h 10057"/>
              <a:gd name="connsiteX5" fmla="*/ 9987 w 10264"/>
              <a:gd name="connsiteY5" fmla="*/ 3016 h 10057"/>
              <a:gd name="connsiteX6" fmla="*/ 9942 w 10264"/>
              <a:gd name="connsiteY6" fmla="*/ 9094 h 10057"/>
              <a:gd name="connsiteX7" fmla="*/ 9831 w 10264"/>
              <a:gd name="connsiteY7" fmla="*/ 9683 h 10057"/>
              <a:gd name="connsiteX8" fmla="*/ 9058 w 10264"/>
              <a:gd name="connsiteY8" fmla="*/ 9899 h 10057"/>
              <a:gd name="connsiteX9" fmla="*/ 5249 w 10264"/>
              <a:gd name="connsiteY9" fmla="*/ 9891 h 10057"/>
              <a:gd name="connsiteX10" fmla="*/ 2534 w 10264"/>
              <a:gd name="connsiteY10" fmla="*/ 9953 h 10057"/>
              <a:gd name="connsiteX11" fmla="*/ 730 w 10264"/>
              <a:gd name="connsiteY11" fmla="*/ 10024 h 10057"/>
              <a:gd name="connsiteX12" fmla="*/ 83 w 10264"/>
              <a:gd name="connsiteY12" fmla="*/ 9709 h 10057"/>
              <a:gd name="connsiteX13" fmla="*/ 99 w 10264"/>
              <a:gd name="connsiteY13" fmla="*/ 9083 h 10057"/>
              <a:gd name="connsiteX14" fmla="*/ 383 w 10264"/>
              <a:gd name="connsiteY14" fmla="*/ 505 h 10057"/>
              <a:gd name="connsiteX0" fmla="*/ 383 w 10148"/>
              <a:gd name="connsiteY0" fmla="*/ 557 h 10109"/>
              <a:gd name="connsiteX1" fmla="*/ 1812 w 10148"/>
              <a:gd name="connsiteY1" fmla="*/ 105 h 10109"/>
              <a:gd name="connsiteX2" fmla="*/ 4391 w 10148"/>
              <a:gd name="connsiteY2" fmla="*/ 111 h 10109"/>
              <a:gd name="connsiteX3" fmla="*/ 7491 w 10148"/>
              <a:gd name="connsiteY3" fmla="*/ 68 h 10109"/>
              <a:gd name="connsiteX4" fmla="*/ 9939 w 10148"/>
              <a:gd name="connsiteY4" fmla="*/ 285 h 10109"/>
              <a:gd name="connsiteX5" fmla="*/ 9987 w 10148"/>
              <a:gd name="connsiteY5" fmla="*/ 3068 h 10109"/>
              <a:gd name="connsiteX6" fmla="*/ 9942 w 10148"/>
              <a:gd name="connsiteY6" fmla="*/ 9146 h 10109"/>
              <a:gd name="connsiteX7" fmla="*/ 9831 w 10148"/>
              <a:gd name="connsiteY7" fmla="*/ 9735 h 10109"/>
              <a:gd name="connsiteX8" fmla="*/ 9058 w 10148"/>
              <a:gd name="connsiteY8" fmla="*/ 9951 h 10109"/>
              <a:gd name="connsiteX9" fmla="*/ 5249 w 10148"/>
              <a:gd name="connsiteY9" fmla="*/ 9943 h 10109"/>
              <a:gd name="connsiteX10" fmla="*/ 2534 w 10148"/>
              <a:gd name="connsiteY10" fmla="*/ 10005 h 10109"/>
              <a:gd name="connsiteX11" fmla="*/ 730 w 10148"/>
              <a:gd name="connsiteY11" fmla="*/ 10076 h 10109"/>
              <a:gd name="connsiteX12" fmla="*/ 83 w 10148"/>
              <a:gd name="connsiteY12" fmla="*/ 9761 h 10109"/>
              <a:gd name="connsiteX13" fmla="*/ 99 w 10148"/>
              <a:gd name="connsiteY13" fmla="*/ 9135 h 10109"/>
              <a:gd name="connsiteX14" fmla="*/ 383 w 10148"/>
              <a:gd name="connsiteY14" fmla="*/ 557 h 10109"/>
              <a:gd name="connsiteX0" fmla="*/ 383 w 10023"/>
              <a:gd name="connsiteY0" fmla="*/ 557 h 10109"/>
              <a:gd name="connsiteX1" fmla="*/ 1812 w 10023"/>
              <a:gd name="connsiteY1" fmla="*/ 105 h 10109"/>
              <a:gd name="connsiteX2" fmla="*/ 4391 w 10023"/>
              <a:gd name="connsiteY2" fmla="*/ 111 h 10109"/>
              <a:gd name="connsiteX3" fmla="*/ 7491 w 10023"/>
              <a:gd name="connsiteY3" fmla="*/ 68 h 10109"/>
              <a:gd name="connsiteX4" fmla="*/ 9939 w 10023"/>
              <a:gd name="connsiteY4" fmla="*/ 285 h 10109"/>
              <a:gd name="connsiteX5" fmla="*/ 9987 w 10023"/>
              <a:gd name="connsiteY5" fmla="*/ 3068 h 10109"/>
              <a:gd name="connsiteX6" fmla="*/ 9942 w 10023"/>
              <a:gd name="connsiteY6" fmla="*/ 9146 h 10109"/>
              <a:gd name="connsiteX7" fmla="*/ 9831 w 10023"/>
              <a:gd name="connsiteY7" fmla="*/ 9735 h 10109"/>
              <a:gd name="connsiteX8" fmla="*/ 9058 w 10023"/>
              <a:gd name="connsiteY8" fmla="*/ 9951 h 10109"/>
              <a:gd name="connsiteX9" fmla="*/ 5249 w 10023"/>
              <a:gd name="connsiteY9" fmla="*/ 9943 h 10109"/>
              <a:gd name="connsiteX10" fmla="*/ 2534 w 10023"/>
              <a:gd name="connsiteY10" fmla="*/ 10005 h 10109"/>
              <a:gd name="connsiteX11" fmla="*/ 730 w 10023"/>
              <a:gd name="connsiteY11" fmla="*/ 10076 h 10109"/>
              <a:gd name="connsiteX12" fmla="*/ 83 w 10023"/>
              <a:gd name="connsiteY12" fmla="*/ 9761 h 10109"/>
              <a:gd name="connsiteX13" fmla="*/ 99 w 10023"/>
              <a:gd name="connsiteY13" fmla="*/ 9135 h 10109"/>
              <a:gd name="connsiteX14" fmla="*/ 383 w 10023"/>
              <a:gd name="connsiteY14" fmla="*/ 557 h 10109"/>
              <a:gd name="connsiteX0" fmla="*/ 383 w 10006"/>
              <a:gd name="connsiteY0" fmla="*/ 557 h 10109"/>
              <a:gd name="connsiteX1" fmla="*/ 1812 w 10006"/>
              <a:gd name="connsiteY1" fmla="*/ 105 h 10109"/>
              <a:gd name="connsiteX2" fmla="*/ 4391 w 10006"/>
              <a:gd name="connsiteY2" fmla="*/ 111 h 10109"/>
              <a:gd name="connsiteX3" fmla="*/ 7491 w 10006"/>
              <a:gd name="connsiteY3" fmla="*/ 68 h 10109"/>
              <a:gd name="connsiteX4" fmla="*/ 9939 w 10006"/>
              <a:gd name="connsiteY4" fmla="*/ 285 h 10109"/>
              <a:gd name="connsiteX5" fmla="*/ 9987 w 10006"/>
              <a:gd name="connsiteY5" fmla="*/ 3068 h 10109"/>
              <a:gd name="connsiteX6" fmla="*/ 9942 w 10006"/>
              <a:gd name="connsiteY6" fmla="*/ 9146 h 10109"/>
              <a:gd name="connsiteX7" fmla="*/ 9831 w 10006"/>
              <a:gd name="connsiteY7" fmla="*/ 9735 h 10109"/>
              <a:gd name="connsiteX8" fmla="*/ 9058 w 10006"/>
              <a:gd name="connsiteY8" fmla="*/ 9951 h 10109"/>
              <a:gd name="connsiteX9" fmla="*/ 5249 w 10006"/>
              <a:gd name="connsiteY9" fmla="*/ 9943 h 10109"/>
              <a:gd name="connsiteX10" fmla="*/ 2534 w 10006"/>
              <a:gd name="connsiteY10" fmla="*/ 10005 h 10109"/>
              <a:gd name="connsiteX11" fmla="*/ 730 w 10006"/>
              <a:gd name="connsiteY11" fmla="*/ 10076 h 10109"/>
              <a:gd name="connsiteX12" fmla="*/ 83 w 10006"/>
              <a:gd name="connsiteY12" fmla="*/ 9761 h 10109"/>
              <a:gd name="connsiteX13" fmla="*/ 99 w 10006"/>
              <a:gd name="connsiteY13" fmla="*/ 9135 h 10109"/>
              <a:gd name="connsiteX14" fmla="*/ 383 w 10006"/>
              <a:gd name="connsiteY14" fmla="*/ 557 h 10109"/>
              <a:gd name="connsiteX0" fmla="*/ 383 w 10019"/>
              <a:gd name="connsiteY0" fmla="*/ 557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383 w 10019"/>
              <a:gd name="connsiteY14" fmla="*/ 557 h 10109"/>
              <a:gd name="connsiteX0" fmla="*/ 270 w 10019"/>
              <a:gd name="connsiteY0" fmla="*/ 562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562 h 10109"/>
              <a:gd name="connsiteX1" fmla="*/ 1774 w 10019"/>
              <a:gd name="connsiteY1" fmla="*/ 9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789 h 10336"/>
              <a:gd name="connsiteX1" fmla="*/ 1009 w 10019"/>
              <a:gd name="connsiteY1" fmla="*/ 327 h 10336"/>
              <a:gd name="connsiteX2" fmla="*/ 1774 w 10019"/>
              <a:gd name="connsiteY2" fmla="*/ 322 h 10336"/>
              <a:gd name="connsiteX3" fmla="*/ 4391 w 10019"/>
              <a:gd name="connsiteY3" fmla="*/ 338 h 10336"/>
              <a:gd name="connsiteX4" fmla="*/ 7491 w 10019"/>
              <a:gd name="connsiteY4" fmla="*/ 295 h 10336"/>
              <a:gd name="connsiteX5" fmla="*/ 9939 w 10019"/>
              <a:gd name="connsiteY5" fmla="*/ 512 h 10336"/>
              <a:gd name="connsiteX6" fmla="*/ 9987 w 10019"/>
              <a:gd name="connsiteY6" fmla="*/ 3295 h 10336"/>
              <a:gd name="connsiteX7" fmla="*/ 9942 w 10019"/>
              <a:gd name="connsiteY7" fmla="*/ 9373 h 10336"/>
              <a:gd name="connsiteX8" fmla="*/ 9831 w 10019"/>
              <a:gd name="connsiteY8" fmla="*/ 9962 h 10336"/>
              <a:gd name="connsiteX9" fmla="*/ 9058 w 10019"/>
              <a:gd name="connsiteY9" fmla="*/ 10178 h 10336"/>
              <a:gd name="connsiteX10" fmla="*/ 5249 w 10019"/>
              <a:gd name="connsiteY10" fmla="*/ 10170 h 10336"/>
              <a:gd name="connsiteX11" fmla="*/ 2534 w 10019"/>
              <a:gd name="connsiteY11" fmla="*/ 10232 h 10336"/>
              <a:gd name="connsiteX12" fmla="*/ 730 w 10019"/>
              <a:gd name="connsiteY12" fmla="*/ 10303 h 10336"/>
              <a:gd name="connsiteX13" fmla="*/ 83 w 10019"/>
              <a:gd name="connsiteY13" fmla="*/ 9988 h 10336"/>
              <a:gd name="connsiteX14" fmla="*/ 99 w 10019"/>
              <a:gd name="connsiteY14" fmla="*/ 9362 h 10336"/>
              <a:gd name="connsiteX15" fmla="*/ 270 w 10019"/>
              <a:gd name="connsiteY15" fmla="*/ 789 h 10336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019" h="10110">
                <a:moveTo>
                  <a:pt x="270" y="563"/>
                </a:moveTo>
                <a:cubicBezTo>
                  <a:pt x="249" y="145"/>
                  <a:pt x="812" y="51"/>
                  <a:pt x="1009" y="101"/>
                </a:cubicBezTo>
                <a:cubicBezTo>
                  <a:pt x="1260" y="57"/>
                  <a:pt x="1210" y="94"/>
                  <a:pt x="1774" y="96"/>
                </a:cubicBezTo>
                <a:lnTo>
                  <a:pt x="4391" y="112"/>
                </a:lnTo>
                <a:cubicBezTo>
                  <a:pt x="5344" y="108"/>
                  <a:pt x="6566" y="40"/>
                  <a:pt x="7491" y="69"/>
                </a:cubicBezTo>
                <a:cubicBezTo>
                  <a:pt x="8416" y="98"/>
                  <a:pt x="9512" y="-211"/>
                  <a:pt x="9939" y="286"/>
                </a:cubicBezTo>
                <a:cubicBezTo>
                  <a:pt x="10064" y="415"/>
                  <a:pt x="10012" y="1608"/>
                  <a:pt x="9987" y="3069"/>
                </a:cubicBezTo>
                <a:cubicBezTo>
                  <a:pt x="9962" y="4530"/>
                  <a:pt x="9979" y="8033"/>
                  <a:pt x="9942" y="9147"/>
                </a:cubicBezTo>
                <a:cubicBezTo>
                  <a:pt x="9907" y="9528"/>
                  <a:pt x="9841" y="9739"/>
                  <a:pt x="9831" y="9736"/>
                </a:cubicBezTo>
                <a:cubicBezTo>
                  <a:pt x="9600" y="9885"/>
                  <a:pt x="9822" y="9917"/>
                  <a:pt x="9058" y="9952"/>
                </a:cubicBezTo>
                <a:cubicBezTo>
                  <a:pt x="8294" y="9987"/>
                  <a:pt x="6337" y="9936"/>
                  <a:pt x="5249" y="9944"/>
                </a:cubicBezTo>
                <a:cubicBezTo>
                  <a:pt x="4162" y="9953"/>
                  <a:pt x="3895" y="10006"/>
                  <a:pt x="2534" y="10006"/>
                </a:cubicBezTo>
                <a:cubicBezTo>
                  <a:pt x="1404" y="10065"/>
                  <a:pt x="1135" y="10163"/>
                  <a:pt x="730" y="10077"/>
                </a:cubicBezTo>
                <a:cubicBezTo>
                  <a:pt x="325" y="9991"/>
                  <a:pt x="304" y="10052"/>
                  <a:pt x="83" y="9762"/>
                </a:cubicBezTo>
                <a:cubicBezTo>
                  <a:pt x="-59" y="9645"/>
                  <a:pt x="4" y="9440"/>
                  <a:pt x="99" y="9136"/>
                </a:cubicBezTo>
                <a:cubicBezTo>
                  <a:pt x="81" y="7566"/>
                  <a:pt x="40" y="2139"/>
                  <a:pt x="270" y="563"/>
                </a:cubicBezTo>
                <a:close/>
              </a:path>
            </a:pathLst>
          </a:cu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Afbeelding invoegen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0EADBB9-24F4-1AB7-93FC-FBBF64FC2F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08800" y="1917700"/>
            <a:ext cx="4757738" cy="3529013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11879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2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4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3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4" grpId="0"/>
          <p:bldP spid="6" grpId="0">
            <p:tmplLst>
              <p:tmpl>
                <p:tnLst>
                  <p:par>
                    <p:cTn presetID="2" presetClass="entr" presetSubtype="2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1+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2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4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3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4" grpId="0"/>
          <p:bldP spid="6" grpId="0">
            <p:tmplLst>
              <p:tmpl>
                <p:tnLst>
                  <p:par>
                    <p:cTn presetID="2" presetClass="entr" presetSubtype="2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1+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Plezi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nl-NL"/>
              <a:t>TITEL</a:t>
            </a:r>
          </a:p>
        </p:txBody>
      </p:sp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9D6A20B4-EAC7-EC32-AFE1-F03ACD7D416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0969" y="4045267"/>
            <a:ext cx="11782910" cy="2605710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284 w 10000"/>
              <a:gd name="connsiteY0" fmla="*/ 232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284 w 10000"/>
              <a:gd name="connsiteY10" fmla="*/ 232 h 10000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29 h 10297"/>
              <a:gd name="connsiteX1" fmla="*/ 2311 w 10000"/>
              <a:gd name="connsiteY1" fmla="*/ 27 h 10297"/>
              <a:gd name="connsiteX2" fmla="*/ 3638 w 10000"/>
              <a:gd name="connsiteY2" fmla="*/ 1175 h 10297"/>
              <a:gd name="connsiteX3" fmla="*/ 7500 w 10000"/>
              <a:gd name="connsiteY3" fmla="*/ 297 h 10297"/>
              <a:gd name="connsiteX4" fmla="*/ 10000 w 10000"/>
              <a:gd name="connsiteY4" fmla="*/ 1297 h 10297"/>
              <a:gd name="connsiteX5" fmla="*/ 10000 w 10000"/>
              <a:gd name="connsiteY5" fmla="*/ 9297 h 10297"/>
              <a:gd name="connsiteX6" fmla="*/ 7500 w 10000"/>
              <a:gd name="connsiteY6" fmla="*/ 8297 h 10297"/>
              <a:gd name="connsiteX7" fmla="*/ 5000 w 10000"/>
              <a:gd name="connsiteY7" fmla="*/ 9297 h 10297"/>
              <a:gd name="connsiteX8" fmla="*/ 2500 w 10000"/>
              <a:gd name="connsiteY8" fmla="*/ 10297 h 10297"/>
              <a:gd name="connsiteX9" fmla="*/ 0 w 10000"/>
              <a:gd name="connsiteY9" fmla="*/ 9297 h 10297"/>
              <a:gd name="connsiteX10" fmla="*/ 284 w 10000"/>
              <a:gd name="connsiteY10" fmla="*/ 529 h 10297"/>
              <a:gd name="connsiteX0" fmla="*/ 284 w 10000"/>
              <a:gd name="connsiteY0" fmla="*/ 510 h 10278"/>
              <a:gd name="connsiteX1" fmla="*/ 1944 w 10000"/>
              <a:gd name="connsiteY1" fmla="*/ 30 h 10278"/>
              <a:gd name="connsiteX2" fmla="*/ 3638 w 10000"/>
              <a:gd name="connsiteY2" fmla="*/ 1156 h 10278"/>
              <a:gd name="connsiteX3" fmla="*/ 7500 w 10000"/>
              <a:gd name="connsiteY3" fmla="*/ 278 h 10278"/>
              <a:gd name="connsiteX4" fmla="*/ 10000 w 10000"/>
              <a:gd name="connsiteY4" fmla="*/ 1278 h 10278"/>
              <a:gd name="connsiteX5" fmla="*/ 10000 w 10000"/>
              <a:gd name="connsiteY5" fmla="*/ 9278 h 10278"/>
              <a:gd name="connsiteX6" fmla="*/ 7500 w 10000"/>
              <a:gd name="connsiteY6" fmla="*/ 8278 h 10278"/>
              <a:gd name="connsiteX7" fmla="*/ 5000 w 10000"/>
              <a:gd name="connsiteY7" fmla="*/ 9278 h 10278"/>
              <a:gd name="connsiteX8" fmla="*/ 2500 w 10000"/>
              <a:gd name="connsiteY8" fmla="*/ 10278 h 10278"/>
              <a:gd name="connsiteX9" fmla="*/ 0 w 10000"/>
              <a:gd name="connsiteY9" fmla="*/ 9278 h 10278"/>
              <a:gd name="connsiteX10" fmla="*/ 284 w 10000"/>
              <a:gd name="connsiteY10" fmla="*/ 510 h 10278"/>
              <a:gd name="connsiteX0" fmla="*/ 284 w 10000"/>
              <a:gd name="connsiteY0" fmla="*/ 483 h 10251"/>
              <a:gd name="connsiteX1" fmla="*/ 1944 w 10000"/>
              <a:gd name="connsiteY1" fmla="*/ 3 h 10251"/>
              <a:gd name="connsiteX2" fmla="*/ 3638 w 10000"/>
              <a:gd name="connsiteY2" fmla="*/ 1129 h 10251"/>
              <a:gd name="connsiteX3" fmla="*/ 7500 w 10000"/>
              <a:gd name="connsiteY3" fmla="*/ 251 h 10251"/>
              <a:gd name="connsiteX4" fmla="*/ 10000 w 10000"/>
              <a:gd name="connsiteY4" fmla="*/ 1251 h 10251"/>
              <a:gd name="connsiteX5" fmla="*/ 10000 w 10000"/>
              <a:gd name="connsiteY5" fmla="*/ 9251 h 10251"/>
              <a:gd name="connsiteX6" fmla="*/ 7500 w 10000"/>
              <a:gd name="connsiteY6" fmla="*/ 8251 h 10251"/>
              <a:gd name="connsiteX7" fmla="*/ 5000 w 10000"/>
              <a:gd name="connsiteY7" fmla="*/ 9251 h 10251"/>
              <a:gd name="connsiteX8" fmla="*/ 2500 w 10000"/>
              <a:gd name="connsiteY8" fmla="*/ 10251 h 10251"/>
              <a:gd name="connsiteX9" fmla="*/ 0 w 10000"/>
              <a:gd name="connsiteY9" fmla="*/ 9251 h 10251"/>
              <a:gd name="connsiteX10" fmla="*/ 284 w 10000"/>
              <a:gd name="connsiteY10" fmla="*/ 483 h 10251"/>
              <a:gd name="connsiteX0" fmla="*/ 284 w 10000"/>
              <a:gd name="connsiteY0" fmla="*/ 501 h 10269"/>
              <a:gd name="connsiteX1" fmla="*/ 1944 w 10000"/>
              <a:gd name="connsiteY1" fmla="*/ 21 h 10269"/>
              <a:gd name="connsiteX2" fmla="*/ 4100 w 10000"/>
              <a:gd name="connsiteY2" fmla="*/ 101 h 10269"/>
              <a:gd name="connsiteX3" fmla="*/ 7500 w 10000"/>
              <a:gd name="connsiteY3" fmla="*/ 269 h 10269"/>
              <a:gd name="connsiteX4" fmla="*/ 10000 w 10000"/>
              <a:gd name="connsiteY4" fmla="*/ 1269 h 10269"/>
              <a:gd name="connsiteX5" fmla="*/ 10000 w 10000"/>
              <a:gd name="connsiteY5" fmla="*/ 9269 h 10269"/>
              <a:gd name="connsiteX6" fmla="*/ 7500 w 10000"/>
              <a:gd name="connsiteY6" fmla="*/ 8269 h 10269"/>
              <a:gd name="connsiteX7" fmla="*/ 5000 w 10000"/>
              <a:gd name="connsiteY7" fmla="*/ 9269 h 10269"/>
              <a:gd name="connsiteX8" fmla="*/ 2500 w 10000"/>
              <a:gd name="connsiteY8" fmla="*/ 10269 h 10269"/>
              <a:gd name="connsiteX9" fmla="*/ 0 w 10000"/>
              <a:gd name="connsiteY9" fmla="*/ 9269 h 10269"/>
              <a:gd name="connsiteX10" fmla="*/ 284 w 10000"/>
              <a:gd name="connsiteY10" fmla="*/ 501 h 10269"/>
              <a:gd name="connsiteX0" fmla="*/ 284 w 10000"/>
              <a:gd name="connsiteY0" fmla="*/ 496 h 10264"/>
              <a:gd name="connsiteX1" fmla="*/ 1944 w 10000"/>
              <a:gd name="connsiteY1" fmla="*/ 16 h 10264"/>
              <a:gd name="connsiteX2" fmla="*/ 4100 w 10000"/>
              <a:gd name="connsiteY2" fmla="*/ 96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20 h 10288"/>
              <a:gd name="connsiteX1" fmla="*/ 1443 w 10000"/>
              <a:gd name="connsiteY1" fmla="*/ 40 h 10288"/>
              <a:gd name="connsiteX2" fmla="*/ 4349 w 10000"/>
              <a:gd name="connsiteY2" fmla="*/ 53 h 10288"/>
              <a:gd name="connsiteX3" fmla="*/ 7500 w 10000"/>
              <a:gd name="connsiteY3" fmla="*/ 288 h 10288"/>
              <a:gd name="connsiteX4" fmla="*/ 10000 w 10000"/>
              <a:gd name="connsiteY4" fmla="*/ 1288 h 10288"/>
              <a:gd name="connsiteX5" fmla="*/ 10000 w 10000"/>
              <a:gd name="connsiteY5" fmla="*/ 9288 h 10288"/>
              <a:gd name="connsiteX6" fmla="*/ 7500 w 10000"/>
              <a:gd name="connsiteY6" fmla="*/ 8288 h 10288"/>
              <a:gd name="connsiteX7" fmla="*/ 5000 w 10000"/>
              <a:gd name="connsiteY7" fmla="*/ 9288 h 10288"/>
              <a:gd name="connsiteX8" fmla="*/ 2500 w 10000"/>
              <a:gd name="connsiteY8" fmla="*/ 10288 h 10288"/>
              <a:gd name="connsiteX9" fmla="*/ 0 w 10000"/>
              <a:gd name="connsiteY9" fmla="*/ 9288 h 10288"/>
              <a:gd name="connsiteX10" fmla="*/ 284 w 10000"/>
              <a:gd name="connsiteY10" fmla="*/ 520 h 10288"/>
              <a:gd name="connsiteX0" fmla="*/ 284 w 10000"/>
              <a:gd name="connsiteY0" fmla="*/ 496 h 10264"/>
              <a:gd name="connsiteX1" fmla="*/ 1443 w 10000"/>
              <a:gd name="connsiteY1" fmla="*/ 16 h 10264"/>
              <a:gd name="connsiteX2" fmla="*/ 4349 w 10000"/>
              <a:gd name="connsiteY2" fmla="*/ 29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491 h 10259"/>
              <a:gd name="connsiteX1" fmla="*/ 1733 w 10000"/>
              <a:gd name="connsiteY1" fmla="*/ 18 h 10259"/>
              <a:gd name="connsiteX2" fmla="*/ 4349 w 10000"/>
              <a:gd name="connsiteY2" fmla="*/ 24 h 10259"/>
              <a:gd name="connsiteX3" fmla="*/ 7500 w 10000"/>
              <a:gd name="connsiteY3" fmla="*/ 259 h 10259"/>
              <a:gd name="connsiteX4" fmla="*/ 10000 w 10000"/>
              <a:gd name="connsiteY4" fmla="*/ 1259 h 10259"/>
              <a:gd name="connsiteX5" fmla="*/ 10000 w 10000"/>
              <a:gd name="connsiteY5" fmla="*/ 9259 h 10259"/>
              <a:gd name="connsiteX6" fmla="*/ 7500 w 10000"/>
              <a:gd name="connsiteY6" fmla="*/ 8259 h 10259"/>
              <a:gd name="connsiteX7" fmla="*/ 5000 w 10000"/>
              <a:gd name="connsiteY7" fmla="*/ 9259 h 10259"/>
              <a:gd name="connsiteX8" fmla="*/ 2500 w 10000"/>
              <a:gd name="connsiteY8" fmla="*/ 10259 h 10259"/>
              <a:gd name="connsiteX9" fmla="*/ 0 w 10000"/>
              <a:gd name="connsiteY9" fmla="*/ 9259 h 10259"/>
              <a:gd name="connsiteX10" fmla="*/ 284 w 10000"/>
              <a:gd name="connsiteY10" fmla="*/ 491 h 10259"/>
              <a:gd name="connsiteX0" fmla="*/ 284 w 10000"/>
              <a:gd name="connsiteY0" fmla="*/ 488 h 10256"/>
              <a:gd name="connsiteX1" fmla="*/ 1733 w 10000"/>
              <a:gd name="connsiteY1" fmla="*/ 15 h 10256"/>
              <a:gd name="connsiteX2" fmla="*/ 4349 w 10000"/>
              <a:gd name="connsiteY2" fmla="*/ 21 h 10256"/>
              <a:gd name="connsiteX3" fmla="*/ 7500 w 10000"/>
              <a:gd name="connsiteY3" fmla="*/ 256 h 10256"/>
              <a:gd name="connsiteX4" fmla="*/ 10000 w 10000"/>
              <a:gd name="connsiteY4" fmla="*/ 1256 h 10256"/>
              <a:gd name="connsiteX5" fmla="*/ 10000 w 10000"/>
              <a:gd name="connsiteY5" fmla="*/ 9256 h 10256"/>
              <a:gd name="connsiteX6" fmla="*/ 7500 w 10000"/>
              <a:gd name="connsiteY6" fmla="*/ 8256 h 10256"/>
              <a:gd name="connsiteX7" fmla="*/ 5000 w 10000"/>
              <a:gd name="connsiteY7" fmla="*/ 9256 h 10256"/>
              <a:gd name="connsiteX8" fmla="*/ 2500 w 10000"/>
              <a:gd name="connsiteY8" fmla="*/ 10256 h 10256"/>
              <a:gd name="connsiteX9" fmla="*/ 0 w 10000"/>
              <a:gd name="connsiteY9" fmla="*/ 9256 h 10256"/>
              <a:gd name="connsiteX10" fmla="*/ 284 w 10000"/>
              <a:gd name="connsiteY10" fmla="*/ 488 h 10256"/>
              <a:gd name="connsiteX0" fmla="*/ 284 w 10000"/>
              <a:gd name="connsiteY0" fmla="*/ 593 h 10361"/>
              <a:gd name="connsiteX1" fmla="*/ 1733 w 10000"/>
              <a:gd name="connsiteY1" fmla="*/ 120 h 10361"/>
              <a:gd name="connsiteX2" fmla="*/ 4349 w 10000"/>
              <a:gd name="connsiteY2" fmla="*/ 126 h 10361"/>
              <a:gd name="connsiteX3" fmla="*/ 7493 w 10000"/>
              <a:gd name="connsiteY3" fmla="*/ 82 h 10361"/>
              <a:gd name="connsiteX4" fmla="*/ 10000 w 10000"/>
              <a:gd name="connsiteY4" fmla="*/ 1361 h 10361"/>
              <a:gd name="connsiteX5" fmla="*/ 10000 w 10000"/>
              <a:gd name="connsiteY5" fmla="*/ 9361 h 10361"/>
              <a:gd name="connsiteX6" fmla="*/ 7500 w 10000"/>
              <a:gd name="connsiteY6" fmla="*/ 8361 h 10361"/>
              <a:gd name="connsiteX7" fmla="*/ 5000 w 10000"/>
              <a:gd name="connsiteY7" fmla="*/ 9361 h 10361"/>
              <a:gd name="connsiteX8" fmla="*/ 2500 w 10000"/>
              <a:gd name="connsiteY8" fmla="*/ 10361 h 10361"/>
              <a:gd name="connsiteX9" fmla="*/ 0 w 10000"/>
              <a:gd name="connsiteY9" fmla="*/ 9361 h 10361"/>
              <a:gd name="connsiteX10" fmla="*/ 284 w 10000"/>
              <a:gd name="connsiteY10" fmla="*/ 593 h 10361"/>
              <a:gd name="connsiteX0" fmla="*/ 284 w 10000"/>
              <a:gd name="connsiteY0" fmla="*/ 511 h 10279"/>
              <a:gd name="connsiteX1" fmla="*/ 1733 w 10000"/>
              <a:gd name="connsiteY1" fmla="*/ 38 h 10279"/>
              <a:gd name="connsiteX2" fmla="*/ 4349 w 10000"/>
              <a:gd name="connsiteY2" fmla="*/ 44 h 10279"/>
              <a:gd name="connsiteX3" fmla="*/ 7493 w 10000"/>
              <a:gd name="connsiteY3" fmla="*/ 0 h 10279"/>
              <a:gd name="connsiteX4" fmla="*/ 10000 w 10000"/>
              <a:gd name="connsiteY4" fmla="*/ 1279 h 10279"/>
              <a:gd name="connsiteX5" fmla="*/ 10000 w 10000"/>
              <a:gd name="connsiteY5" fmla="*/ 9279 h 10279"/>
              <a:gd name="connsiteX6" fmla="*/ 7500 w 10000"/>
              <a:gd name="connsiteY6" fmla="*/ 8279 h 10279"/>
              <a:gd name="connsiteX7" fmla="*/ 5000 w 10000"/>
              <a:gd name="connsiteY7" fmla="*/ 9279 h 10279"/>
              <a:gd name="connsiteX8" fmla="*/ 2500 w 10000"/>
              <a:gd name="connsiteY8" fmla="*/ 10279 h 10279"/>
              <a:gd name="connsiteX9" fmla="*/ 0 w 10000"/>
              <a:gd name="connsiteY9" fmla="*/ 9279 h 10279"/>
              <a:gd name="connsiteX10" fmla="*/ 284 w 10000"/>
              <a:gd name="connsiteY10" fmla="*/ 511 h 10279"/>
              <a:gd name="connsiteX0" fmla="*/ 284 w 10092"/>
              <a:gd name="connsiteY0" fmla="*/ 535 h 10303"/>
              <a:gd name="connsiteX1" fmla="*/ 1733 w 10092"/>
              <a:gd name="connsiteY1" fmla="*/ 62 h 10303"/>
              <a:gd name="connsiteX2" fmla="*/ 4349 w 10092"/>
              <a:gd name="connsiteY2" fmla="*/ 68 h 10303"/>
              <a:gd name="connsiteX3" fmla="*/ 7493 w 10092"/>
              <a:gd name="connsiteY3" fmla="*/ 24 h 10303"/>
              <a:gd name="connsiteX4" fmla="*/ 10092 w 10092"/>
              <a:gd name="connsiteY4" fmla="*/ 354 h 10303"/>
              <a:gd name="connsiteX5" fmla="*/ 10000 w 10092"/>
              <a:gd name="connsiteY5" fmla="*/ 9303 h 10303"/>
              <a:gd name="connsiteX6" fmla="*/ 7500 w 10092"/>
              <a:gd name="connsiteY6" fmla="*/ 8303 h 10303"/>
              <a:gd name="connsiteX7" fmla="*/ 5000 w 10092"/>
              <a:gd name="connsiteY7" fmla="*/ 9303 h 10303"/>
              <a:gd name="connsiteX8" fmla="*/ 2500 w 10092"/>
              <a:gd name="connsiteY8" fmla="*/ 10303 h 10303"/>
              <a:gd name="connsiteX9" fmla="*/ 0 w 10092"/>
              <a:gd name="connsiteY9" fmla="*/ 9303 h 10303"/>
              <a:gd name="connsiteX10" fmla="*/ 284 w 10092"/>
              <a:gd name="connsiteY10" fmla="*/ 535 h 10303"/>
              <a:gd name="connsiteX0" fmla="*/ 284 w 10092"/>
              <a:gd name="connsiteY0" fmla="*/ 557 h 10325"/>
              <a:gd name="connsiteX1" fmla="*/ 1733 w 10092"/>
              <a:gd name="connsiteY1" fmla="*/ 84 h 10325"/>
              <a:gd name="connsiteX2" fmla="*/ 4349 w 10092"/>
              <a:gd name="connsiteY2" fmla="*/ 90 h 10325"/>
              <a:gd name="connsiteX3" fmla="*/ 7493 w 10092"/>
              <a:gd name="connsiteY3" fmla="*/ 46 h 10325"/>
              <a:gd name="connsiteX4" fmla="*/ 10092 w 10092"/>
              <a:gd name="connsiteY4" fmla="*/ 376 h 10325"/>
              <a:gd name="connsiteX5" fmla="*/ 10000 w 10092"/>
              <a:gd name="connsiteY5" fmla="*/ 9325 h 10325"/>
              <a:gd name="connsiteX6" fmla="*/ 7500 w 10092"/>
              <a:gd name="connsiteY6" fmla="*/ 8325 h 10325"/>
              <a:gd name="connsiteX7" fmla="*/ 5000 w 10092"/>
              <a:gd name="connsiteY7" fmla="*/ 9325 h 10325"/>
              <a:gd name="connsiteX8" fmla="*/ 2500 w 10092"/>
              <a:gd name="connsiteY8" fmla="*/ 10325 h 10325"/>
              <a:gd name="connsiteX9" fmla="*/ 0 w 10092"/>
              <a:gd name="connsiteY9" fmla="*/ 9325 h 10325"/>
              <a:gd name="connsiteX10" fmla="*/ 284 w 10092"/>
              <a:gd name="connsiteY10" fmla="*/ 557 h 10325"/>
              <a:gd name="connsiteX0" fmla="*/ 284 w 10134"/>
              <a:gd name="connsiteY0" fmla="*/ 561 h 10329"/>
              <a:gd name="connsiteX1" fmla="*/ 1733 w 10134"/>
              <a:gd name="connsiteY1" fmla="*/ 88 h 10329"/>
              <a:gd name="connsiteX2" fmla="*/ 4349 w 10134"/>
              <a:gd name="connsiteY2" fmla="*/ 94 h 10329"/>
              <a:gd name="connsiteX3" fmla="*/ 7493 w 10134"/>
              <a:gd name="connsiteY3" fmla="*/ 50 h 10329"/>
              <a:gd name="connsiteX4" fmla="*/ 10134 w 10134"/>
              <a:gd name="connsiteY4" fmla="*/ 373 h 10329"/>
              <a:gd name="connsiteX5" fmla="*/ 10000 w 10134"/>
              <a:gd name="connsiteY5" fmla="*/ 9329 h 10329"/>
              <a:gd name="connsiteX6" fmla="*/ 7500 w 10134"/>
              <a:gd name="connsiteY6" fmla="*/ 8329 h 10329"/>
              <a:gd name="connsiteX7" fmla="*/ 5000 w 10134"/>
              <a:gd name="connsiteY7" fmla="*/ 9329 h 10329"/>
              <a:gd name="connsiteX8" fmla="*/ 2500 w 10134"/>
              <a:gd name="connsiteY8" fmla="*/ 10329 h 10329"/>
              <a:gd name="connsiteX9" fmla="*/ 0 w 10134"/>
              <a:gd name="connsiteY9" fmla="*/ 9329 h 10329"/>
              <a:gd name="connsiteX10" fmla="*/ 284 w 10134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402"/>
              <a:gd name="connsiteX1" fmla="*/ 1733 w 10136"/>
              <a:gd name="connsiteY1" fmla="*/ 88 h 10402"/>
              <a:gd name="connsiteX2" fmla="*/ 4349 w 10136"/>
              <a:gd name="connsiteY2" fmla="*/ 94 h 10402"/>
              <a:gd name="connsiteX3" fmla="*/ 7493 w 10136"/>
              <a:gd name="connsiteY3" fmla="*/ 50 h 10402"/>
              <a:gd name="connsiteX4" fmla="*/ 10134 w 10136"/>
              <a:gd name="connsiteY4" fmla="*/ 373 h 10402"/>
              <a:gd name="connsiteX5" fmla="*/ 10127 w 10136"/>
              <a:gd name="connsiteY5" fmla="*/ 9555 h 10402"/>
              <a:gd name="connsiteX6" fmla="*/ 9082 w 10136"/>
              <a:gd name="connsiteY6" fmla="*/ 10399 h 10402"/>
              <a:gd name="connsiteX7" fmla="*/ 5000 w 10136"/>
              <a:gd name="connsiteY7" fmla="*/ 9329 h 10402"/>
              <a:gd name="connsiteX8" fmla="*/ 2500 w 10136"/>
              <a:gd name="connsiteY8" fmla="*/ 10329 h 10402"/>
              <a:gd name="connsiteX9" fmla="*/ 0 w 10136"/>
              <a:gd name="connsiteY9" fmla="*/ 9329 h 10402"/>
              <a:gd name="connsiteX10" fmla="*/ 284 w 10136"/>
              <a:gd name="connsiteY10" fmla="*/ 561 h 10402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461"/>
              <a:gd name="connsiteX1" fmla="*/ 1733 w 10136"/>
              <a:gd name="connsiteY1" fmla="*/ 88 h 10461"/>
              <a:gd name="connsiteX2" fmla="*/ 4349 w 10136"/>
              <a:gd name="connsiteY2" fmla="*/ 94 h 10461"/>
              <a:gd name="connsiteX3" fmla="*/ 7493 w 10136"/>
              <a:gd name="connsiteY3" fmla="*/ 50 h 10461"/>
              <a:gd name="connsiteX4" fmla="*/ 10134 w 10136"/>
              <a:gd name="connsiteY4" fmla="*/ 373 h 10461"/>
              <a:gd name="connsiteX5" fmla="*/ 10127 w 10136"/>
              <a:gd name="connsiteY5" fmla="*/ 9555 h 10461"/>
              <a:gd name="connsiteX6" fmla="*/ 9082 w 10136"/>
              <a:gd name="connsiteY6" fmla="*/ 10399 h 10461"/>
              <a:gd name="connsiteX7" fmla="*/ 5219 w 10136"/>
              <a:gd name="connsiteY7" fmla="*/ 10391 h 10461"/>
              <a:gd name="connsiteX8" fmla="*/ 2500 w 10136"/>
              <a:gd name="connsiteY8" fmla="*/ 10329 h 10461"/>
              <a:gd name="connsiteX9" fmla="*/ 0 w 10136"/>
              <a:gd name="connsiteY9" fmla="*/ 9329 h 10461"/>
              <a:gd name="connsiteX10" fmla="*/ 284 w 10136"/>
              <a:gd name="connsiteY10" fmla="*/ 561 h 10461"/>
              <a:gd name="connsiteX0" fmla="*/ 284 w 10136"/>
              <a:gd name="connsiteY0" fmla="*/ 561 h 10401"/>
              <a:gd name="connsiteX1" fmla="*/ 1733 w 10136"/>
              <a:gd name="connsiteY1" fmla="*/ 88 h 10401"/>
              <a:gd name="connsiteX2" fmla="*/ 4349 w 10136"/>
              <a:gd name="connsiteY2" fmla="*/ 94 h 10401"/>
              <a:gd name="connsiteX3" fmla="*/ 7493 w 10136"/>
              <a:gd name="connsiteY3" fmla="*/ 50 h 10401"/>
              <a:gd name="connsiteX4" fmla="*/ 10134 w 10136"/>
              <a:gd name="connsiteY4" fmla="*/ 373 h 10401"/>
              <a:gd name="connsiteX5" fmla="*/ 10127 w 10136"/>
              <a:gd name="connsiteY5" fmla="*/ 9555 h 10401"/>
              <a:gd name="connsiteX6" fmla="*/ 9082 w 10136"/>
              <a:gd name="connsiteY6" fmla="*/ 10399 h 10401"/>
              <a:gd name="connsiteX7" fmla="*/ 5219 w 10136"/>
              <a:gd name="connsiteY7" fmla="*/ 10391 h 10401"/>
              <a:gd name="connsiteX8" fmla="*/ 2500 w 10136"/>
              <a:gd name="connsiteY8" fmla="*/ 10329 h 10401"/>
              <a:gd name="connsiteX9" fmla="*/ 0 w 10136"/>
              <a:gd name="connsiteY9" fmla="*/ 9329 h 10401"/>
              <a:gd name="connsiteX10" fmla="*/ 284 w 10136"/>
              <a:gd name="connsiteY10" fmla="*/ 561 h 10401"/>
              <a:gd name="connsiteX0" fmla="*/ 284 w 10136"/>
              <a:gd name="connsiteY0" fmla="*/ 561 h 10455"/>
              <a:gd name="connsiteX1" fmla="*/ 1733 w 10136"/>
              <a:gd name="connsiteY1" fmla="*/ 88 h 10455"/>
              <a:gd name="connsiteX2" fmla="*/ 4349 w 10136"/>
              <a:gd name="connsiteY2" fmla="*/ 94 h 10455"/>
              <a:gd name="connsiteX3" fmla="*/ 7493 w 10136"/>
              <a:gd name="connsiteY3" fmla="*/ 50 h 10455"/>
              <a:gd name="connsiteX4" fmla="*/ 10134 w 10136"/>
              <a:gd name="connsiteY4" fmla="*/ 373 h 10455"/>
              <a:gd name="connsiteX5" fmla="*/ 10127 w 10136"/>
              <a:gd name="connsiteY5" fmla="*/ 9555 h 10455"/>
              <a:gd name="connsiteX6" fmla="*/ 9082 w 10136"/>
              <a:gd name="connsiteY6" fmla="*/ 10399 h 10455"/>
              <a:gd name="connsiteX7" fmla="*/ 5219 w 10136"/>
              <a:gd name="connsiteY7" fmla="*/ 10391 h 10455"/>
              <a:gd name="connsiteX8" fmla="*/ 2465 w 10136"/>
              <a:gd name="connsiteY8" fmla="*/ 10455 h 10455"/>
              <a:gd name="connsiteX9" fmla="*/ 0 w 10136"/>
              <a:gd name="connsiteY9" fmla="*/ 9329 h 10455"/>
              <a:gd name="connsiteX10" fmla="*/ 284 w 10136"/>
              <a:gd name="connsiteY10" fmla="*/ 561 h 10455"/>
              <a:gd name="connsiteX0" fmla="*/ 242 w 10094"/>
              <a:gd name="connsiteY0" fmla="*/ 561 h 10483"/>
              <a:gd name="connsiteX1" fmla="*/ 1691 w 10094"/>
              <a:gd name="connsiteY1" fmla="*/ 88 h 10483"/>
              <a:gd name="connsiteX2" fmla="*/ 4307 w 10094"/>
              <a:gd name="connsiteY2" fmla="*/ 94 h 10483"/>
              <a:gd name="connsiteX3" fmla="*/ 7451 w 10094"/>
              <a:gd name="connsiteY3" fmla="*/ 50 h 10483"/>
              <a:gd name="connsiteX4" fmla="*/ 10092 w 10094"/>
              <a:gd name="connsiteY4" fmla="*/ 373 h 10483"/>
              <a:gd name="connsiteX5" fmla="*/ 10085 w 10094"/>
              <a:gd name="connsiteY5" fmla="*/ 9555 h 10483"/>
              <a:gd name="connsiteX6" fmla="*/ 9040 w 10094"/>
              <a:gd name="connsiteY6" fmla="*/ 10399 h 10483"/>
              <a:gd name="connsiteX7" fmla="*/ 5177 w 10094"/>
              <a:gd name="connsiteY7" fmla="*/ 10391 h 10483"/>
              <a:gd name="connsiteX8" fmla="*/ 2423 w 10094"/>
              <a:gd name="connsiteY8" fmla="*/ 10455 h 10483"/>
              <a:gd name="connsiteX9" fmla="*/ 0 w 10094"/>
              <a:gd name="connsiteY9" fmla="*/ 10085 h 10483"/>
              <a:gd name="connsiteX10" fmla="*/ 242 w 10094"/>
              <a:gd name="connsiteY10" fmla="*/ 561 h 10483"/>
              <a:gd name="connsiteX0" fmla="*/ 242 w 10094"/>
              <a:gd name="connsiteY0" fmla="*/ 561 h 10455"/>
              <a:gd name="connsiteX1" fmla="*/ 1691 w 10094"/>
              <a:gd name="connsiteY1" fmla="*/ 88 h 10455"/>
              <a:gd name="connsiteX2" fmla="*/ 4307 w 10094"/>
              <a:gd name="connsiteY2" fmla="*/ 94 h 10455"/>
              <a:gd name="connsiteX3" fmla="*/ 7451 w 10094"/>
              <a:gd name="connsiteY3" fmla="*/ 50 h 10455"/>
              <a:gd name="connsiteX4" fmla="*/ 10092 w 10094"/>
              <a:gd name="connsiteY4" fmla="*/ 373 h 10455"/>
              <a:gd name="connsiteX5" fmla="*/ 10085 w 10094"/>
              <a:gd name="connsiteY5" fmla="*/ 9555 h 10455"/>
              <a:gd name="connsiteX6" fmla="*/ 9040 w 10094"/>
              <a:gd name="connsiteY6" fmla="*/ 10399 h 10455"/>
              <a:gd name="connsiteX7" fmla="*/ 5177 w 10094"/>
              <a:gd name="connsiteY7" fmla="*/ 10391 h 10455"/>
              <a:gd name="connsiteX8" fmla="*/ 2423 w 10094"/>
              <a:gd name="connsiteY8" fmla="*/ 10455 h 10455"/>
              <a:gd name="connsiteX9" fmla="*/ 0 w 10094"/>
              <a:gd name="connsiteY9" fmla="*/ 10085 h 10455"/>
              <a:gd name="connsiteX10" fmla="*/ 242 w 10094"/>
              <a:gd name="connsiteY10" fmla="*/ 561 h 10455"/>
              <a:gd name="connsiteX0" fmla="*/ 15 w 9867"/>
              <a:gd name="connsiteY0" fmla="*/ 561 h 10550"/>
              <a:gd name="connsiteX1" fmla="*/ 1464 w 9867"/>
              <a:gd name="connsiteY1" fmla="*/ 88 h 10550"/>
              <a:gd name="connsiteX2" fmla="*/ 4080 w 9867"/>
              <a:gd name="connsiteY2" fmla="*/ 94 h 10550"/>
              <a:gd name="connsiteX3" fmla="*/ 7224 w 9867"/>
              <a:gd name="connsiteY3" fmla="*/ 50 h 10550"/>
              <a:gd name="connsiteX4" fmla="*/ 9865 w 9867"/>
              <a:gd name="connsiteY4" fmla="*/ 373 h 10550"/>
              <a:gd name="connsiteX5" fmla="*/ 9858 w 9867"/>
              <a:gd name="connsiteY5" fmla="*/ 9555 h 10550"/>
              <a:gd name="connsiteX6" fmla="*/ 8813 w 9867"/>
              <a:gd name="connsiteY6" fmla="*/ 10399 h 10550"/>
              <a:gd name="connsiteX7" fmla="*/ 4950 w 9867"/>
              <a:gd name="connsiteY7" fmla="*/ 10391 h 10550"/>
              <a:gd name="connsiteX8" fmla="*/ 2196 w 9867"/>
              <a:gd name="connsiteY8" fmla="*/ 10455 h 10550"/>
              <a:gd name="connsiteX9" fmla="*/ 225 w 9867"/>
              <a:gd name="connsiteY9" fmla="*/ 10423 h 10550"/>
              <a:gd name="connsiteX10" fmla="*/ 15 w 9867"/>
              <a:gd name="connsiteY10" fmla="*/ 561 h 10550"/>
              <a:gd name="connsiteX0" fmla="*/ 15 w 10000"/>
              <a:gd name="connsiteY0" fmla="*/ 532 h 10000"/>
              <a:gd name="connsiteX1" fmla="*/ 1484 w 10000"/>
              <a:gd name="connsiteY1" fmla="*/ 83 h 10000"/>
              <a:gd name="connsiteX2" fmla="*/ 4135 w 10000"/>
              <a:gd name="connsiteY2" fmla="*/ 89 h 10000"/>
              <a:gd name="connsiteX3" fmla="*/ 7321 w 10000"/>
              <a:gd name="connsiteY3" fmla="*/ 47 h 10000"/>
              <a:gd name="connsiteX4" fmla="*/ 9998 w 10000"/>
              <a:gd name="connsiteY4" fmla="*/ 354 h 10000"/>
              <a:gd name="connsiteX5" fmla="*/ 9991 w 10000"/>
              <a:gd name="connsiteY5" fmla="*/ 9057 h 10000"/>
              <a:gd name="connsiteX6" fmla="*/ 8932 w 10000"/>
              <a:gd name="connsiteY6" fmla="*/ 9857 h 10000"/>
              <a:gd name="connsiteX7" fmla="*/ 5017 w 10000"/>
              <a:gd name="connsiteY7" fmla="*/ 9849 h 10000"/>
              <a:gd name="connsiteX8" fmla="*/ 2226 w 10000"/>
              <a:gd name="connsiteY8" fmla="*/ 9910 h 10000"/>
              <a:gd name="connsiteX9" fmla="*/ 228 w 10000"/>
              <a:gd name="connsiteY9" fmla="*/ 9880 h 10000"/>
              <a:gd name="connsiteX10" fmla="*/ 15 w 10000"/>
              <a:gd name="connsiteY10" fmla="*/ 532 h 10000"/>
              <a:gd name="connsiteX0" fmla="*/ 19 w 10004"/>
              <a:gd name="connsiteY0" fmla="*/ 532 h 10005"/>
              <a:gd name="connsiteX1" fmla="*/ 1488 w 10004"/>
              <a:gd name="connsiteY1" fmla="*/ 83 h 10005"/>
              <a:gd name="connsiteX2" fmla="*/ 4139 w 10004"/>
              <a:gd name="connsiteY2" fmla="*/ 89 h 10005"/>
              <a:gd name="connsiteX3" fmla="*/ 7325 w 10004"/>
              <a:gd name="connsiteY3" fmla="*/ 47 h 10005"/>
              <a:gd name="connsiteX4" fmla="*/ 10002 w 10004"/>
              <a:gd name="connsiteY4" fmla="*/ 354 h 10005"/>
              <a:gd name="connsiteX5" fmla="*/ 9995 w 10004"/>
              <a:gd name="connsiteY5" fmla="*/ 9057 h 10005"/>
              <a:gd name="connsiteX6" fmla="*/ 8936 w 10004"/>
              <a:gd name="connsiteY6" fmla="*/ 9857 h 10005"/>
              <a:gd name="connsiteX7" fmla="*/ 5021 w 10004"/>
              <a:gd name="connsiteY7" fmla="*/ 9849 h 10005"/>
              <a:gd name="connsiteX8" fmla="*/ 2230 w 10004"/>
              <a:gd name="connsiteY8" fmla="*/ 9910 h 10005"/>
              <a:gd name="connsiteX9" fmla="*/ 125 w 10004"/>
              <a:gd name="connsiteY9" fmla="*/ 9886 h 10005"/>
              <a:gd name="connsiteX10" fmla="*/ 19 w 10004"/>
              <a:gd name="connsiteY10" fmla="*/ 532 h 10005"/>
              <a:gd name="connsiteX0" fmla="*/ 53 w 10038"/>
              <a:gd name="connsiteY0" fmla="*/ 532 h 10005"/>
              <a:gd name="connsiteX1" fmla="*/ 1522 w 10038"/>
              <a:gd name="connsiteY1" fmla="*/ 83 h 10005"/>
              <a:gd name="connsiteX2" fmla="*/ 4173 w 10038"/>
              <a:gd name="connsiteY2" fmla="*/ 89 h 10005"/>
              <a:gd name="connsiteX3" fmla="*/ 7359 w 10038"/>
              <a:gd name="connsiteY3" fmla="*/ 47 h 10005"/>
              <a:gd name="connsiteX4" fmla="*/ 10036 w 10038"/>
              <a:gd name="connsiteY4" fmla="*/ 354 h 10005"/>
              <a:gd name="connsiteX5" fmla="*/ 10029 w 10038"/>
              <a:gd name="connsiteY5" fmla="*/ 9057 h 10005"/>
              <a:gd name="connsiteX6" fmla="*/ 8970 w 10038"/>
              <a:gd name="connsiteY6" fmla="*/ 9857 h 10005"/>
              <a:gd name="connsiteX7" fmla="*/ 5055 w 10038"/>
              <a:gd name="connsiteY7" fmla="*/ 9849 h 10005"/>
              <a:gd name="connsiteX8" fmla="*/ 2264 w 10038"/>
              <a:gd name="connsiteY8" fmla="*/ 9910 h 10005"/>
              <a:gd name="connsiteX9" fmla="*/ 159 w 10038"/>
              <a:gd name="connsiteY9" fmla="*/ 9886 h 10005"/>
              <a:gd name="connsiteX10" fmla="*/ 53 w 10038"/>
              <a:gd name="connsiteY10" fmla="*/ 532 h 10005"/>
              <a:gd name="connsiteX0" fmla="*/ 294 w 10279"/>
              <a:gd name="connsiteY0" fmla="*/ 532 h 10023"/>
              <a:gd name="connsiteX1" fmla="*/ 1763 w 10279"/>
              <a:gd name="connsiteY1" fmla="*/ 83 h 10023"/>
              <a:gd name="connsiteX2" fmla="*/ 4414 w 10279"/>
              <a:gd name="connsiteY2" fmla="*/ 89 h 10023"/>
              <a:gd name="connsiteX3" fmla="*/ 7600 w 10279"/>
              <a:gd name="connsiteY3" fmla="*/ 47 h 10023"/>
              <a:gd name="connsiteX4" fmla="*/ 10277 w 10279"/>
              <a:gd name="connsiteY4" fmla="*/ 354 h 10023"/>
              <a:gd name="connsiteX5" fmla="*/ 10270 w 10279"/>
              <a:gd name="connsiteY5" fmla="*/ 9057 h 10023"/>
              <a:gd name="connsiteX6" fmla="*/ 9211 w 10279"/>
              <a:gd name="connsiteY6" fmla="*/ 9857 h 10023"/>
              <a:gd name="connsiteX7" fmla="*/ 5296 w 10279"/>
              <a:gd name="connsiteY7" fmla="*/ 9849 h 10023"/>
              <a:gd name="connsiteX8" fmla="*/ 2505 w 10279"/>
              <a:gd name="connsiteY8" fmla="*/ 9910 h 10023"/>
              <a:gd name="connsiteX9" fmla="*/ 400 w 10279"/>
              <a:gd name="connsiteY9" fmla="*/ 9886 h 10023"/>
              <a:gd name="connsiteX10" fmla="*/ 2 w 10279"/>
              <a:gd name="connsiteY10" fmla="*/ 9047 h 10023"/>
              <a:gd name="connsiteX11" fmla="*/ 294 w 10279"/>
              <a:gd name="connsiteY11" fmla="*/ 532 h 10023"/>
              <a:gd name="connsiteX0" fmla="*/ 294 w 10279"/>
              <a:gd name="connsiteY0" fmla="*/ 532 h 9926"/>
              <a:gd name="connsiteX1" fmla="*/ 1763 w 10279"/>
              <a:gd name="connsiteY1" fmla="*/ 83 h 9926"/>
              <a:gd name="connsiteX2" fmla="*/ 4414 w 10279"/>
              <a:gd name="connsiteY2" fmla="*/ 89 h 9926"/>
              <a:gd name="connsiteX3" fmla="*/ 7600 w 10279"/>
              <a:gd name="connsiteY3" fmla="*/ 47 h 9926"/>
              <a:gd name="connsiteX4" fmla="*/ 10277 w 10279"/>
              <a:gd name="connsiteY4" fmla="*/ 354 h 9926"/>
              <a:gd name="connsiteX5" fmla="*/ 10270 w 10279"/>
              <a:gd name="connsiteY5" fmla="*/ 9057 h 9926"/>
              <a:gd name="connsiteX6" fmla="*/ 9211 w 10279"/>
              <a:gd name="connsiteY6" fmla="*/ 9857 h 9926"/>
              <a:gd name="connsiteX7" fmla="*/ 5296 w 10279"/>
              <a:gd name="connsiteY7" fmla="*/ 9849 h 9926"/>
              <a:gd name="connsiteX8" fmla="*/ 2505 w 10279"/>
              <a:gd name="connsiteY8" fmla="*/ 9910 h 9926"/>
              <a:gd name="connsiteX9" fmla="*/ 400 w 10279"/>
              <a:gd name="connsiteY9" fmla="*/ 9886 h 9926"/>
              <a:gd name="connsiteX10" fmla="*/ 2 w 10279"/>
              <a:gd name="connsiteY10" fmla="*/ 9047 h 9926"/>
              <a:gd name="connsiteX11" fmla="*/ 294 w 10279"/>
              <a:gd name="connsiteY11" fmla="*/ 532 h 9926"/>
              <a:gd name="connsiteX0" fmla="*/ 439 w 10153"/>
              <a:gd name="connsiteY0" fmla="*/ 536 h 10005"/>
              <a:gd name="connsiteX1" fmla="*/ 1868 w 10153"/>
              <a:gd name="connsiteY1" fmla="*/ 84 h 10005"/>
              <a:gd name="connsiteX2" fmla="*/ 4447 w 10153"/>
              <a:gd name="connsiteY2" fmla="*/ 90 h 10005"/>
              <a:gd name="connsiteX3" fmla="*/ 7547 w 10153"/>
              <a:gd name="connsiteY3" fmla="*/ 47 h 10005"/>
              <a:gd name="connsiteX4" fmla="*/ 10151 w 10153"/>
              <a:gd name="connsiteY4" fmla="*/ 357 h 10005"/>
              <a:gd name="connsiteX5" fmla="*/ 10144 w 10153"/>
              <a:gd name="connsiteY5" fmla="*/ 9125 h 10005"/>
              <a:gd name="connsiteX6" fmla="*/ 9114 w 10153"/>
              <a:gd name="connsiteY6" fmla="*/ 9930 h 10005"/>
              <a:gd name="connsiteX7" fmla="*/ 5305 w 10153"/>
              <a:gd name="connsiteY7" fmla="*/ 9922 h 10005"/>
              <a:gd name="connsiteX8" fmla="*/ 2590 w 10153"/>
              <a:gd name="connsiteY8" fmla="*/ 9984 h 10005"/>
              <a:gd name="connsiteX9" fmla="*/ 542 w 10153"/>
              <a:gd name="connsiteY9" fmla="*/ 9960 h 10005"/>
              <a:gd name="connsiteX10" fmla="*/ 15 w 10153"/>
              <a:gd name="connsiteY10" fmla="*/ 9602 h 10005"/>
              <a:gd name="connsiteX11" fmla="*/ 155 w 10153"/>
              <a:gd name="connsiteY11" fmla="*/ 9114 h 10005"/>
              <a:gd name="connsiteX12" fmla="*/ 439 w 10153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80"/>
              <a:gd name="connsiteX1" fmla="*/ 1853 w 10138"/>
              <a:gd name="connsiteY1" fmla="*/ 84 h 10080"/>
              <a:gd name="connsiteX2" fmla="*/ 4432 w 10138"/>
              <a:gd name="connsiteY2" fmla="*/ 90 h 10080"/>
              <a:gd name="connsiteX3" fmla="*/ 7532 w 10138"/>
              <a:gd name="connsiteY3" fmla="*/ 47 h 10080"/>
              <a:gd name="connsiteX4" fmla="*/ 10136 w 10138"/>
              <a:gd name="connsiteY4" fmla="*/ 357 h 10080"/>
              <a:gd name="connsiteX5" fmla="*/ 10129 w 10138"/>
              <a:gd name="connsiteY5" fmla="*/ 9125 h 10080"/>
              <a:gd name="connsiteX6" fmla="*/ 9099 w 10138"/>
              <a:gd name="connsiteY6" fmla="*/ 9930 h 10080"/>
              <a:gd name="connsiteX7" fmla="*/ 5290 w 10138"/>
              <a:gd name="connsiteY7" fmla="*/ 9922 h 10080"/>
              <a:gd name="connsiteX8" fmla="*/ 2575 w 10138"/>
              <a:gd name="connsiteY8" fmla="*/ 9984 h 10080"/>
              <a:gd name="connsiteX9" fmla="*/ 771 w 10138"/>
              <a:gd name="connsiteY9" fmla="*/ 10055 h 10080"/>
              <a:gd name="connsiteX10" fmla="*/ 0 w 10138"/>
              <a:gd name="connsiteY10" fmla="*/ 9602 h 10080"/>
              <a:gd name="connsiteX11" fmla="*/ 140 w 10138"/>
              <a:gd name="connsiteY11" fmla="*/ 9114 h 10080"/>
              <a:gd name="connsiteX12" fmla="*/ 424 w 1013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1 w 10097"/>
              <a:gd name="connsiteY10" fmla="*/ 96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34 w 10048"/>
              <a:gd name="connsiteY0" fmla="*/ 536 h 10080"/>
              <a:gd name="connsiteX1" fmla="*/ 1763 w 10048"/>
              <a:gd name="connsiteY1" fmla="*/ 84 h 10080"/>
              <a:gd name="connsiteX2" fmla="*/ 4342 w 10048"/>
              <a:gd name="connsiteY2" fmla="*/ 90 h 10080"/>
              <a:gd name="connsiteX3" fmla="*/ 7442 w 10048"/>
              <a:gd name="connsiteY3" fmla="*/ 47 h 10080"/>
              <a:gd name="connsiteX4" fmla="*/ 10046 w 10048"/>
              <a:gd name="connsiteY4" fmla="*/ 357 h 10080"/>
              <a:gd name="connsiteX5" fmla="*/ 10039 w 10048"/>
              <a:gd name="connsiteY5" fmla="*/ 9125 h 10080"/>
              <a:gd name="connsiteX6" fmla="*/ 9009 w 10048"/>
              <a:gd name="connsiteY6" fmla="*/ 9930 h 10080"/>
              <a:gd name="connsiteX7" fmla="*/ 5200 w 10048"/>
              <a:gd name="connsiteY7" fmla="*/ 9922 h 10080"/>
              <a:gd name="connsiteX8" fmla="*/ 2485 w 10048"/>
              <a:gd name="connsiteY8" fmla="*/ 9984 h 10080"/>
              <a:gd name="connsiteX9" fmla="*/ 681 w 10048"/>
              <a:gd name="connsiteY9" fmla="*/ 10055 h 10080"/>
              <a:gd name="connsiteX10" fmla="*/ 29 w 10048"/>
              <a:gd name="connsiteY10" fmla="*/ 9741 h 10080"/>
              <a:gd name="connsiteX11" fmla="*/ 50 w 10048"/>
              <a:gd name="connsiteY11" fmla="*/ 9114 h 10080"/>
              <a:gd name="connsiteX12" fmla="*/ 334 w 10048"/>
              <a:gd name="connsiteY12" fmla="*/ 536 h 10080"/>
              <a:gd name="connsiteX0" fmla="*/ 317 w 10031"/>
              <a:gd name="connsiteY0" fmla="*/ 536 h 10080"/>
              <a:gd name="connsiteX1" fmla="*/ 1746 w 10031"/>
              <a:gd name="connsiteY1" fmla="*/ 84 h 10080"/>
              <a:gd name="connsiteX2" fmla="*/ 4325 w 10031"/>
              <a:gd name="connsiteY2" fmla="*/ 90 h 10080"/>
              <a:gd name="connsiteX3" fmla="*/ 7425 w 10031"/>
              <a:gd name="connsiteY3" fmla="*/ 47 h 10080"/>
              <a:gd name="connsiteX4" fmla="*/ 10029 w 10031"/>
              <a:gd name="connsiteY4" fmla="*/ 357 h 10080"/>
              <a:gd name="connsiteX5" fmla="*/ 10022 w 10031"/>
              <a:gd name="connsiteY5" fmla="*/ 9125 h 10080"/>
              <a:gd name="connsiteX6" fmla="*/ 8992 w 10031"/>
              <a:gd name="connsiteY6" fmla="*/ 9930 h 10080"/>
              <a:gd name="connsiteX7" fmla="*/ 5183 w 10031"/>
              <a:gd name="connsiteY7" fmla="*/ 9922 h 10080"/>
              <a:gd name="connsiteX8" fmla="*/ 2468 w 10031"/>
              <a:gd name="connsiteY8" fmla="*/ 9984 h 10080"/>
              <a:gd name="connsiteX9" fmla="*/ 664 w 10031"/>
              <a:gd name="connsiteY9" fmla="*/ 10055 h 10080"/>
              <a:gd name="connsiteX10" fmla="*/ 82 w 10031"/>
              <a:gd name="connsiteY10" fmla="*/ 9652 h 10080"/>
              <a:gd name="connsiteX11" fmla="*/ 33 w 10031"/>
              <a:gd name="connsiteY11" fmla="*/ 9114 h 10080"/>
              <a:gd name="connsiteX12" fmla="*/ 317 w 10031"/>
              <a:gd name="connsiteY12" fmla="*/ 536 h 10080"/>
              <a:gd name="connsiteX0" fmla="*/ 329 w 10043"/>
              <a:gd name="connsiteY0" fmla="*/ 536 h 10080"/>
              <a:gd name="connsiteX1" fmla="*/ 1758 w 10043"/>
              <a:gd name="connsiteY1" fmla="*/ 84 h 10080"/>
              <a:gd name="connsiteX2" fmla="*/ 4337 w 10043"/>
              <a:gd name="connsiteY2" fmla="*/ 90 h 10080"/>
              <a:gd name="connsiteX3" fmla="*/ 7437 w 10043"/>
              <a:gd name="connsiteY3" fmla="*/ 47 h 10080"/>
              <a:gd name="connsiteX4" fmla="*/ 10041 w 10043"/>
              <a:gd name="connsiteY4" fmla="*/ 357 h 10080"/>
              <a:gd name="connsiteX5" fmla="*/ 10034 w 10043"/>
              <a:gd name="connsiteY5" fmla="*/ 9125 h 10080"/>
              <a:gd name="connsiteX6" fmla="*/ 9004 w 10043"/>
              <a:gd name="connsiteY6" fmla="*/ 9930 h 10080"/>
              <a:gd name="connsiteX7" fmla="*/ 5195 w 10043"/>
              <a:gd name="connsiteY7" fmla="*/ 9922 h 10080"/>
              <a:gd name="connsiteX8" fmla="*/ 2480 w 10043"/>
              <a:gd name="connsiteY8" fmla="*/ 9984 h 10080"/>
              <a:gd name="connsiteX9" fmla="*/ 676 w 10043"/>
              <a:gd name="connsiteY9" fmla="*/ 10055 h 10080"/>
              <a:gd name="connsiteX10" fmla="*/ 94 w 10043"/>
              <a:gd name="connsiteY10" fmla="*/ 9652 h 10080"/>
              <a:gd name="connsiteX11" fmla="*/ 45 w 10043"/>
              <a:gd name="connsiteY11" fmla="*/ 9114 h 10080"/>
              <a:gd name="connsiteX12" fmla="*/ 329 w 10043"/>
              <a:gd name="connsiteY12" fmla="*/ 536 h 10080"/>
              <a:gd name="connsiteX0" fmla="*/ 354 w 10068"/>
              <a:gd name="connsiteY0" fmla="*/ 536 h 10080"/>
              <a:gd name="connsiteX1" fmla="*/ 1783 w 10068"/>
              <a:gd name="connsiteY1" fmla="*/ 84 h 10080"/>
              <a:gd name="connsiteX2" fmla="*/ 4362 w 10068"/>
              <a:gd name="connsiteY2" fmla="*/ 90 h 10080"/>
              <a:gd name="connsiteX3" fmla="*/ 7462 w 10068"/>
              <a:gd name="connsiteY3" fmla="*/ 47 h 10080"/>
              <a:gd name="connsiteX4" fmla="*/ 10066 w 10068"/>
              <a:gd name="connsiteY4" fmla="*/ 357 h 10080"/>
              <a:gd name="connsiteX5" fmla="*/ 10059 w 10068"/>
              <a:gd name="connsiteY5" fmla="*/ 9125 h 10080"/>
              <a:gd name="connsiteX6" fmla="*/ 9029 w 10068"/>
              <a:gd name="connsiteY6" fmla="*/ 9930 h 10080"/>
              <a:gd name="connsiteX7" fmla="*/ 5220 w 10068"/>
              <a:gd name="connsiteY7" fmla="*/ 9922 h 10080"/>
              <a:gd name="connsiteX8" fmla="*/ 2505 w 10068"/>
              <a:gd name="connsiteY8" fmla="*/ 9984 h 10080"/>
              <a:gd name="connsiteX9" fmla="*/ 701 w 10068"/>
              <a:gd name="connsiteY9" fmla="*/ 10055 h 10080"/>
              <a:gd name="connsiteX10" fmla="*/ 54 w 10068"/>
              <a:gd name="connsiteY10" fmla="*/ 9740 h 10080"/>
              <a:gd name="connsiteX11" fmla="*/ 70 w 10068"/>
              <a:gd name="connsiteY11" fmla="*/ 9114 h 10080"/>
              <a:gd name="connsiteX12" fmla="*/ 354 w 1006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04 w 10095"/>
              <a:gd name="connsiteY6" fmla="*/ 9802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264"/>
              <a:gd name="connsiteY0" fmla="*/ 505 h 10057"/>
              <a:gd name="connsiteX1" fmla="*/ 1812 w 10264"/>
              <a:gd name="connsiteY1" fmla="*/ 53 h 10057"/>
              <a:gd name="connsiteX2" fmla="*/ 4391 w 10264"/>
              <a:gd name="connsiteY2" fmla="*/ 59 h 10057"/>
              <a:gd name="connsiteX3" fmla="*/ 7491 w 10264"/>
              <a:gd name="connsiteY3" fmla="*/ 16 h 10057"/>
              <a:gd name="connsiteX4" fmla="*/ 10095 w 10264"/>
              <a:gd name="connsiteY4" fmla="*/ 326 h 10057"/>
              <a:gd name="connsiteX5" fmla="*/ 9987 w 10264"/>
              <a:gd name="connsiteY5" fmla="*/ 3016 h 10057"/>
              <a:gd name="connsiteX6" fmla="*/ 9942 w 10264"/>
              <a:gd name="connsiteY6" fmla="*/ 9094 h 10057"/>
              <a:gd name="connsiteX7" fmla="*/ 9831 w 10264"/>
              <a:gd name="connsiteY7" fmla="*/ 9683 h 10057"/>
              <a:gd name="connsiteX8" fmla="*/ 9058 w 10264"/>
              <a:gd name="connsiteY8" fmla="*/ 9899 h 10057"/>
              <a:gd name="connsiteX9" fmla="*/ 5249 w 10264"/>
              <a:gd name="connsiteY9" fmla="*/ 9891 h 10057"/>
              <a:gd name="connsiteX10" fmla="*/ 2534 w 10264"/>
              <a:gd name="connsiteY10" fmla="*/ 9953 h 10057"/>
              <a:gd name="connsiteX11" fmla="*/ 730 w 10264"/>
              <a:gd name="connsiteY11" fmla="*/ 10024 h 10057"/>
              <a:gd name="connsiteX12" fmla="*/ 83 w 10264"/>
              <a:gd name="connsiteY12" fmla="*/ 9709 h 10057"/>
              <a:gd name="connsiteX13" fmla="*/ 99 w 10264"/>
              <a:gd name="connsiteY13" fmla="*/ 9083 h 10057"/>
              <a:gd name="connsiteX14" fmla="*/ 383 w 10264"/>
              <a:gd name="connsiteY14" fmla="*/ 505 h 10057"/>
              <a:gd name="connsiteX0" fmla="*/ 383 w 10148"/>
              <a:gd name="connsiteY0" fmla="*/ 557 h 10109"/>
              <a:gd name="connsiteX1" fmla="*/ 1812 w 10148"/>
              <a:gd name="connsiteY1" fmla="*/ 105 h 10109"/>
              <a:gd name="connsiteX2" fmla="*/ 4391 w 10148"/>
              <a:gd name="connsiteY2" fmla="*/ 111 h 10109"/>
              <a:gd name="connsiteX3" fmla="*/ 7491 w 10148"/>
              <a:gd name="connsiteY3" fmla="*/ 68 h 10109"/>
              <a:gd name="connsiteX4" fmla="*/ 9939 w 10148"/>
              <a:gd name="connsiteY4" fmla="*/ 285 h 10109"/>
              <a:gd name="connsiteX5" fmla="*/ 9987 w 10148"/>
              <a:gd name="connsiteY5" fmla="*/ 3068 h 10109"/>
              <a:gd name="connsiteX6" fmla="*/ 9942 w 10148"/>
              <a:gd name="connsiteY6" fmla="*/ 9146 h 10109"/>
              <a:gd name="connsiteX7" fmla="*/ 9831 w 10148"/>
              <a:gd name="connsiteY7" fmla="*/ 9735 h 10109"/>
              <a:gd name="connsiteX8" fmla="*/ 9058 w 10148"/>
              <a:gd name="connsiteY8" fmla="*/ 9951 h 10109"/>
              <a:gd name="connsiteX9" fmla="*/ 5249 w 10148"/>
              <a:gd name="connsiteY9" fmla="*/ 9943 h 10109"/>
              <a:gd name="connsiteX10" fmla="*/ 2534 w 10148"/>
              <a:gd name="connsiteY10" fmla="*/ 10005 h 10109"/>
              <a:gd name="connsiteX11" fmla="*/ 730 w 10148"/>
              <a:gd name="connsiteY11" fmla="*/ 10076 h 10109"/>
              <a:gd name="connsiteX12" fmla="*/ 83 w 10148"/>
              <a:gd name="connsiteY12" fmla="*/ 9761 h 10109"/>
              <a:gd name="connsiteX13" fmla="*/ 99 w 10148"/>
              <a:gd name="connsiteY13" fmla="*/ 9135 h 10109"/>
              <a:gd name="connsiteX14" fmla="*/ 383 w 10148"/>
              <a:gd name="connsiteY14" fmla="*/ 557 h 10109"/>
              <a:gd name="connsiteX0" fmla="*/ 383 w 10023"/>
              <a:gd name="connsiteY0" fmla="*/ 557 h 10109"/>
              <a:gd name="connsiteX1" fmla="*/ 1812 w 10023"/>
              <a:gd name="connsiteY1" fmla="*/ 105 h 10109"/>
              <a:gd name="connsiteX2" fmla="*/ 4391 w 10023"/>
              <a:gd name="connsiteY2" fmla="*/ 111 h 10109"/>
              <a:gd name="connsiteX3" fmla="*/ 7491 w 10023"/>
              <a:gd name="connsiteY3" fmla="*/ 68 h 10109"/>
              <a:gd name="connsiteX4" fmla="*/ 9939 w 10023"/>
              <a:gd name="connsiteY4" fmla="*/ 285 h 10109"/>
              <a:gd name="connsiteX5" fmla="*/ 9987 w 10023"/>
              <a:gd name="connsiteY5" fmla="*/ 3068 h 10109"/>
              <a:gd name="connsiteX6" fmla="*/ 9942 w 10023"/>
              <a:gd name="connsiteY6" fmla="*/ 9146 h 10109"/>
              <a:gd name="connsiteX7" fmla="*/ 9831 w 10023"/>
              <a:gd name="connsiteY7" fmla="*/ 9735 h 10109"/>
              <a:gd name="connsiteX8" fmla="*/ 9058 w 10023"/>
              <a:gd name="connsiteY8" fmla="*/ 9951 h 10109"/>
              <a:gd name="connsiteX9" fmla="*/ 5249 w 10023"/>
              <a:gd name="connsiteY9" fmla="*/ 9943 h 10109"/>
              <a:gd name="connsiteX10" fmla="*/ 2534 w 10023"/>
              <a:gd name="connsiteY10" fmla="*/ 10005 h 10109"/>
              <a:gd name="connsiteX11" fmla="*/ 730 w 10023"/>
              <a:gd name="connsiteY11" fmla="*/ 10076 h 10109"/>
              <a:gd name="connsiteX12" fmla="*/ 83 w 10023"/>
              <a:gd name="connsiteY12" fmla="*/ 9761 h 10109"/>
              <a:gd name="connsiteX13" fmla="*/ 99 w 10023"/>
              <a:gd name="connsiteY13" fmla="*/ 9135 h 10109"/>
              <a:gd name="connsiteX14" fmla="*/ 383 w 10023"/>
              <a:gd name="connsiteY14" fmla="*/ 557 h 10109"/>
              <a:gd name="connsiteX0" fmla="*/ 383 w 10006"/>
              <a:gd name="connsiteY0" fmla="*/ 557 h 10109"/>
              <a:gd name="connsiteX1" fmla="*/ 1812 w 10006"/>
              <a:gd name="connsiteY1" fmla="*/ 105 h 10109"/>
              <a:gd name="connsiteX2" fmla="*/ 4391 w 10006"/>
              <a:gd name="connsiteY2" fmla="*/ 111 h 10109"/>
              <a:gd name="connsiteX3" fmla="*/ 7491 w 10006"/>
              <a:gd name="connsiteY3" fmla="*/ 68 h 10109"/>
              <a:gd name="connsiteX4" fmla="*/ 9939 w 10006"/>
              <a:gd name="connsiteY4" fmla="*/ 285 h 10109"/>
              <a:gd name="connsiteX5" fmla="*/ 9987 w 10006"/>
              <a:gd name="connsiteY5" fmla="*/ 3068 h 10109"/>
              <a:gd name="connsiteX6" fmla="*/ 9942 w 10006"/>
              <a:gd name="connsiteY6" fmla="*/ 9146 h 10109"/>
              <a:gd name="connsiteX7" fmla="*/ 9831 w 10006"/>
              <a:gd name="connsiteY7" fmla="*/ 9735 h 10109"/>
              <a:gd name="connsiteX8" fmla="*/ 9058 w 10006"/>
              <a:gd name="connsiteY8" fmla="*/ 9951 h 10109"/>
              <a:gd name="connsiteX9" fmla="*/ 5249 w 10006"/>
              <a:gd name="connsiteY9" fmla="*/ 9943 h 10109"/>
              <a:gd name="connsiteX10" fmla="*/ 2534 w 10006"/>
              <a:gd name="connsiteY10" fmla="*/ 10005 h 10109"/>
              <a:gd name="connsiteX11" fmla="*/ 730 w 10006"/>
              <a:gd name="connsiteY11" fmla="*/ 10076 h 10109"/>
              <a:gd name="connsiteX12" fmla="*/ 83 w 10006"/>
              <a:gd name="connsiteY12" fmla="*/ 9761 h 10109"/>
              <a:gd name="connsiteX13" fmla="*/ 99 w 10006"/>
              <a:gd name="connsiteY13" fmla="*/ 9135 h 10109"/>
              <a:gd name="connsiteX14" fmla="*/ 383 w 10006"/>
              <a:gd name="connsiteY14" fmla="*/ 557 h 10109"/>
              <a:gd name="connsiteX0" fmla="*/ 383 w 10019"/>
              <a:gd name="connsiteY0" fmla="*/ 557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383 w 10019"/>
              <a:gd name="connsiteY14" fmla="*/ 557 h 10109"/>
              <a:gd name="connsiteX0" fmla="*/ 270 w 10019"/>
              <a:gd name="connsiteY0" fmla="*/ 562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562 h 10109"/>
              <a:gd name="connsiteX1" fmla="*/ 1774 w 10019"/>
              <a:gd name="connsiteY1" fmla="*/ 9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789 h 10336"/>
              <a:gd name="connsiteX1" fmla="*/ 1009 w 10019"/>
              <a:gd name="connsiteY1" fmla="*/ 327 h 10336"/>
              <a:gd name="connsiteX2" fmla="*/ 1774 w 10019"/>
              <a:gd name="connsiteY2" fmla="*/ 322 h 10336"/>
              <a:gd name="connsiteX3" fmla="*/ 4391 w 10019"/>
              <a:gd name="connsiteY3" fmla="*/ 338 h 10336"/>
              <a:gd name="connsiteX4" fmla="*/ 7491 w 10019"/>
              <a:gd name="connsiteY4" fmla="*/ 295 h 10336"/>
              <a:gd name="connsiteX5" fmla="*/ 9939 w 10019"/>
              <a:gd name="connsiteY5" fmla="*/ 512 h 10336"/>
              <a:gd name="connsiteX6" fmla="*/ 9987 w 10019"/>
              <a:gd name="connsiteY6" fmla="*/ 3295 h 10336"/>
              <a:gd name="connsiteX7" fmla="*/ 9942 w 10019"/>
              <a:gd name="connsiteY7" fmla="*/ 9373 h 10336"/>
              <a:gd name="connsiteX8" fmla="*/ 9831 w 10019"/>
              <a:gd name="connsiteY8" fmla="*/ 9962 h 10336"/>
              <a:gd name="connsiteX9" fmla="*/ 9058 w 10019"/>
              <a:gd name="connsiteY9" fmla="*/ 10178 h 10336"/>
              <a:gd name="connsiteX10" fmla="*/ 5249 w 10019"/>
              <a:gd name="connsiteY10" fmla="*/ 10170 h 10336"/>
              <a:gd name="connsiteX11" fmla="*/ 2534 w 10019"/>
              <a:gd name="connsiteY11" fmla="*/ 10232 h 10336"/>
              <a:gd name="connsiteX12" fmla="*/ 730 w 10019"/>
              <a:gd name="connsiteY12" fmla="*/ 10303 h 10336"/>
              <a:gd name="connsiteX13" fmla="*/ 83 w 10019"/>
              <a:gd name="connsiteY13" fmla="*/ 9988 h 10336"/>
              <a:gd name="connsiteX14" fmla="*/ 99 w 10019"/>
              <a:gd name="connsiteY14" fmla="*/ 9362 h 10336"/>
              <a:gd name="connsiteX15" fmla="*/ 270 w 10019"/>
              <a:gd name="connsiteY15" fmla="*/ 789 h 10336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979 h 10526"/>
              <a:gd name="connsiteX1" fmla="*/ 1009 w 10019"/>
              <a:gd name="connsiteY1" fmla="*/ 517 h 10526"/>
              <a:gd name="connsiteX2" fmla="*/ 1774 w 10019"/>
              <a:gd name="connsiteY2" fmla="*/ 512 h 10526"/>
              <a:gd name="connsiteX3" fmla="*/ 3977 w 10019"/>
              <a:gd name="connsiteY3" fmla="*/ 6478 h 10526"/>
              <a:gd name="connsiteX4" fmla="*/ 7491 w 10019"/>
              <a:gd name="connsiteY4" fmla="*/ 485 h 10526"/>
              <a:gd name="connsiteX5" fmla="*/ 9939 w 10019"/>
              <a:gd name="connsiteY5" fmla="*/ 702 h 10526"/>
              <a:gd name="connsiteX6" fmla="*/ 9987 w 10019"/>
              <a:gd name="connsiteY6" fmla="*/ 3485 h 10526"/>
              <a:gd name="connsiteX7" fmla="*/ 9942 w 10019"/>
              <a:gd name="connsiteY7" fmla="*/ 9563 h 10526"/>
              <a:gd name="connsiteX8" fmla="*/ 9831 w 10019"/>
              <a:gd name="connsiteY8" fmla="*/ 10152 h 10526"/>
              <a:gd name="connsiteX9" fmla="*/ 9058 w 10019"/>
              <a:gd name="connsiteY9" fmla="*/ 10368 h 10526"/>
              <a:gd name="connsiteX10" fmla="*/ 5249 w 10019"/>
              <a:gd name="connsiteY10" fmla="*/ 10360 h 10526"/>
              <a:gd name="connsiteX11" fmla="*/ 2534 w 10019"/>
              <a:gd name="connsiteY11" fmla="*/ 10422 h 10526"/>
              <a:gd name="connsiteX12" fmla="*/ 730 w 10019"/>
              <a:gd name="connsiteY12" fmla="*/ 10493 h 10526"/>
              <a:gd name="connsiteX13" fmla="*/ 83 w 10019"/>
              <a:gd name="connsiteY13" fmla="*/ 10178 h 10526"/>
              <a:gd name="connsiteX14" fmla="*/ 99 w 10019"/>
              <a:gd name="connsiteY14" fmla="*/ 9552 h 10526"/>
              <a:gd name="connsiteX15" fmla="*/ 270 w 10019"/>
              <a:gd name="connsiteY15" fmla="*/ 979 h 10526"/>
              <a:gd name="connsiteX0" fmla="*/ 270 w 10019"/>
              <a:gd name="connsiteY0" fmla="*/ 979 h 10526"/>
              <a:gd name="connsiteX1" fmla="*/ 1009 w 10019"/>
              <a:gd name="connsiteY1" fmla="*/ 517 h 10526"/>
              <a:gd name="connsiteX2" fmla="*/ 1498 w 10019"/>
              <a:gd name="connsiteY2" fmla="*/ 6478 h 10526"/>
              <a:gd name="connsiteX3" fmla="*/ 3977 w 10019"/>
              <a:gd name="connsiteY3" fmla="*/ 6478 h 10526"/>
              <a:gd name="connsiteX4" fmla="*/ 7491 w 10019"/>
              <a:gd name="connsiteY4" fmla="*/ 485 h 10526"/>
              <a:gd name="connsiteX5" fmla="*/ 9939 w 10019"/>
              <a:gd name="connsiteY5" fmla="*/ 702 h 10526"/>
              <a:gd name="connsiteX6" fmla="*/ 9987 w 10019"/>
              <a:gd name="connsiteY6" fmla="*/ 3485 h 10526"/>
              <a:gd name="connsiteX7" fmla="*/ 9942 w 10019"/>
              <a:gd name="connsiteY7" fmla="*/ 9563 h 10526"/>
              <a:gd name="connsiteX8" fmla="*/ 9831 w 10019"/>
              <a:gd name="connsiteY8" fmla="*/ 10152 h 10526"/>
              <a:gd name="connsiteX9" fmla="*/ 9058 w 10019"/>
              <a:gd name="connsiteY9" fmla="*/ 10368 h 10526"/>
              <a:gd name="connsiteX10" fmla="*/ 5249 w 10019"/>
              <a:gd name="connsiteY10" fmla="*/ 10360 h 10526"/>
              <a:gd name="connsiteX11" fmla="*/ 2534 w 10019"/>
              <a:gd name="connsiteY11" fmla="*/ 10422 h 10526"/>
              <a:gd name="connsiteX12" fmla="*/ 730 w 10019"/>
              <a:gd name="connsiteY12" fmla="*/ 10493 h 10526"/>
              <a:gd name="connsiteX13" fmla="*/ 83 w 10019"/>
              <a:gd name="connsiteY13" fmla="*/ 10178 h 10526"/>
              <a:gd name="connsiteX14" fmla="*/ 99 w 10019"/>
              <a:gd name="connsiteY14" fmla="*/ 9552 h 10526"/>
              <a:gd name="connsiteX15" fmla="*/ 270 w 10019"/>
              <a:gd name="connsiteY15" fmla="*/ 979 h 10526"/>
              <a:gd name="connsiteX0" fmla="*/ 270 w 10019"/>
              <a:gd name="connsiteY0" fmla="*/ 979 h 10526"/>
              <a:gd name="connsiteX1" fmla="*/ 578 w 10019"/>
              <a:gd name="connsiteY1" fmla="*/ 6467 h 10526"/>
              <a:gd name="connsiteX2" fmla="*/ 1498 w 10019"/>
              <a:gd name="connsiteY2" fmla="*/ 6478 h 10526"/>
              <a:gd name="connsiteX3" fmla="*/ 3977 w 10019"/>
              <a:gd name="connsiteY3" fmla="*/ 6478 h 10526"/>
              <a:gd name="connsiteX4" fmla="*/ 7491 w 10019"/>
              <a:gd name="connsiteY4" fmla="*/ 485 h 10526"/>
              <a:gd name="connsiteX5" fmla="*/ 9939 w 10019"/>
              <a:gd name="connsiteY5" fmla="*/ 702 h 10526"/>
              <a:gd name="connsiteX6" fmla="*/ 9987 w 10019"/>
              <a:gd name="connsiteY6" fmla="*/ 3485 h 10526"/>
              <a:gd name="connsiteX7" fmla="*/ 9942 w 10019"/>
              <a:gd name="connsiteY7" fmla="*/ 9563 h 10526"/>
              <a:gd name="connsiteX8" fmla="*/ 9831 w 10019"/>
              <a:gd name="connsiteY8" fmla="*/ 10152 h 10526"/>
              <a:gd name="connsiteX9" fmla="*/ 9058 w 10019"/>
              <a:gd name="connsiteY9" fmla="*/ 10368 h 10526"/>
              <a:gd name="connsiteX10" fmla="*/ 5249 w 10019"/>
              <a:gd name="connsiteY10" fmla="*/ 10360 h 10526"/>
              <a:gd name="connsiteX11" fmla="*/ 2534 w 10019"/>
              <a:gd name="connsiteY11" fmla="*/ 10422 h 10526"/>
              <a:gd name="connsiteX12" fmla="*/ 730 w 10019"/>
              <a:gd name="connsiteY12" fmla="*/ 10493 h 10526"/>
              <a:gd name="connsiteX13" fmla="*/ 83 w 10019"/>
              <a:gd name="connsiteY13" fmla="*/ 10178 h 10526"/>
              <a:gd name="connsiteX14" fmla="*/ 99 w 10019"/>
              <a:gd name="connsiteY14" fmla="*/ 9552 h 10526"/>
              <a:gd name="connsiteX15" fmla="*/ 270 w 10019"/>
              <a:gd name="connsiteY15" fmla="*/ 979 h 10526"/>
              <a:gd name="connsiteX0" fmla="*/ 4 w 19330"/>
              <a:gd name="connsiteY0" fmla="*/ 6725 h 10526"/>
              <a:gd name="connsiteX1" fmla="*/ 9889 w 19330"/>
              <a:gd name="connsiteY1" fmla="*/ 6467 h 10526"/>
              <a:gd name="connsiteX2" fmla="*/ 10809 w 19330"/>
              <a:gd name="connsiteY2" fmla="*/ 6478 h 10526"/>
              <a:gd name="connsiteX3" fmla="*/ 13288 w 19330"/>
              <a:gd name="connsiteY3" fmla="*/ 6478 h 10526"/>
              <a:gd name="connsiteX4" fmla="*/ 16802 w 19330"/>
              <a:gd name="connsiteY4" fmla="*/ 485 h 10526"/>
              <a:gd name="connsiteX5" fmla="*/ 19250 w 19330"/>
              <a:gd name="connsiteY5" fmla="*/ 702 h 10526"/>
              <a:gd name="connsiteX6" fmla="*/ 19298 w 19330"/>
              <a:gd name="connsiteY6" fmla="*/ 3485 h 10526"/>
              <a:gd name="connsiteX7" fmla="*/ 19253 w 19330"/>
              <a:gd name="connsiteY7" fmla="*/ 9563 h 10526"/>
              <a:gd name="connsiteX8" fmla="*/ 19142 w 19330"/>
              <a:gd name="connsiteY8" fmla="*/ 10152 h 10526"/>
              <a:gd name="connsiteX9" fmla="*/ 18369 w 19330"/>
              <a:gd name="connsiteY9" fmla="*/ 10368 h 10526"/>
              <a:gd name="connsiteX10" fmla="*/ 14560 w 19330"/>
              <a:gd name="connsiteY10" fmla="*/ 10360 h 10526"/>
              <a:gd name="connsiteX11" fmla="*/ 11845 w 19330"/>
              <a:gd name="connsiteY11" fmla="*/ 10422 h 10526"/>
              <a:gd name="connsiteX12" fmla="*/ 10041 w 19330"/>
              <a:gd name="connsiteY12" fmla="*/ 10493 h 10526"/>
              <a:gd name="connsiteX13" fmla="*/ 9394 w 19330"/>
              <a:gd name="connsiteY13" fmla="*/ 10178 h 10526"/>
              <a:gd name="connsiteX14" fmla="*/ 9410 w 19330"/>
              <a:gd name="connsiteY14" fmla="*/ 9552 h 10526"/>
              <a:gd name="connsiteX15" fmla="*/ 4 w 19330"/>
              <a:gd name="connsiteY15" fmla="*/ 6725 h 10526"/>
              <a:gd name="connsiteX0" fmla="*/ 4 w 19330"/>
              <a:gd name="connsiteY0" fmla="*/ 6725 h 10526"/>
              <a:gd name="connsiteX1" fmla="*/ 3280 w 19330"/>
              <a:gd name="connsiteY1" fmla="*/ 6514 h 10526"/>
              <a:gd name="connsiteX2" fmla="*/ 10809 w 19330"/>
              <a:gd name="connsiteY2" fmla="*/ 6478 h 10526"/>
              <a:gd name="connsiteX3" fmla="*/ 13288 w 19330"/>
              <a:gd name="connsiteY3" fmla="*/ 6478 h 10526"/>
              <a:gd name="connsiteX4" fmla="*/ 16802 w 19330"/>
              <a:gd name="connsiteY4" fmla="*/ 485 h 10526"/>
              <a:gd name="connsiteX5" fmla="*/ 19250 w 19330"/>
              <a:gd name="connsiteY5" fmla="*/ 702 h 10526"/>
              <a:gd name="connsiteX6" fmla="*/ 19298 w 19330"/>
              <a:gd name="connsiteY6" fmla="*/ 3485 h 10526"/>
              <a:gd name="connsiteX7" fmla="*/ 19253 w 19330"/>
              <a:gd name="connsiteY7" fmla="*/ 9563 h 10526"/>
              <a:gd name="connsiteX8" fmla="*/ 19142 w 19330"/>
              <a:gd name="connsiteY8" fmla="*/ 10152 h 10526"/>
              <a:gd name="connsiteX9" fmla="*/ 18369 w 19330"/>
              <a:gd name="connsiteY9" fmla="*/ 10368 h 10526"/>
              <a:gd name="connsiteX10" fmla="*/ 14560 w 19330"/>
              <a:gd name="connsiteY10" fmla="*/ 10360 h 10526"/>
              <a:gd name="connsiteX11" fmla="*/ 11845 w 19330"/>
              <a:gd name="connsiteY11" fmla="*/ 10422 h 10526"/>
              <a:gd name="connsiteX12" fmla="*/ 10041 w 19330"/>
              <a:gd name="connsiteY12" fmla="*/ 10493 h 10526"/>
              <a:gd name="connsiteX13" fmla="*/ 9394 w 19330"/>
              <a:gd name="connsiteY13" fmla="*/ 10178 h 10526"/>
              <a:gd name="connsiteX14" fmla="*/ 9410 w 19330"/>
              <a:gd name="connsiteY14" fmla="*/ 9552 h 10526"/>
              <a:gd name="connsiteX15" fmla="*/ 4 w 19330"/>
              <a:gd name="connsiteY15" fmla="*/ 6725 h 10526"/>
              <a:gd name="connsiteX0" fmla="*/ 4 w 19434"/>
              <a:gd name="connsiteY0" fmla="*/ 6741 h 10526"/>
              <a:gd name="connsiteX1" fmla="*/ 3384 w 19434"/>
              <a:gd name="connsiteY1" fmla="*/ 6514 h 10526"/>
              <a:gd name="connsiteX2" fmla="*/ 10913 w 19434"/>
              <a:gd name="connsiteY2" fmla="*/ 6478 h 10526"/>
              <a:gd name="connsiteX3" fmla="*/ 13392 w 19434"/>
              <a:gd name="connsiteY3" fmla="*/ 6478 h 10526"/>
              <a:gd name="connsiteX4" fmla="*/ 16906 w 19434"/>
              <a:gd name="connsiteY4" fmla="*/ 485 h 10526"/>
              <a:gd name="connsiteX5" fmla="*/ 19354 w 19434"/>
              <a:gd name="connsiteY5" fmla="*/ 702 h 10526"/>
              <a:gd name="connsiteX6" fmla="*/ 19402 w 19434"/>
              <a:gd name="connsiteY6" fmla="*/ 3485 h 10526"/>
              <a:gd name="connsiteX7" fmla="*/ 19357 w 19434"/>
              <a:gd name="connsiteY7" fmla="*/ 9563 h 10526"/>
              <a:gd name="connsiteX8" fmla="*/ 19246 w 19434"/>
              <a:gd name="connsiteY8" fmla="*/ 10152 h 10526"/>
              <a:gd name="connsiteX9" fmla="*/ 18473 w 19434"/>
              <a:gd name="connsiteY9" fmla="*/ 10368 h 10526"/>
              <a:gd name="connsiteX10" fmla="*/ 14664 w 19434"/>
              <a:gd name="connsiteY10" fmla="*/ 10360 h 10526"/>
              <a:gd name="connsiteX11" fmla="*/ 11949 w 19434"/>
              <a:gd name="connsiteY11" fmla="*/ 10422 h 10526"/>
              <a:gd name="connsiteX12" fmla="*/ 10145 w 19434"/>
              <a:gd name="connsiteY12" fmla="*/ 10493 h 10526"/>
              <a:gd name="connsiteX13" fmla="*/ 9498 w 19434"/>
              <a:gd name="connsiteY13" fmla="*/ 10178 h 10526"/>
              <a:gd name="connsiteX14" fmla="*/ 9514 w 19434"/>
              <a:gd name="connsiteY14" fmla="*/ 9552 h 10526"/>
              <a:gd name="connsiteX15" fmla="*/ 4 w 19434"/>
              <a:gd name="connsiteY15" fmla="*/ 6741 h 10526"/>
              <a:gd name="connsiteX0" fmla="*/ 4 w 19434"/>
              <a:gd name="connsiteY0" fmla="*/ 6072 h 9857"/>
              <a:gd name="connsiteX1" fmla="*/ 3384 w 19434"/>
              <a:gd name="connsiteY1" fmla="*/ 5845 h 9857"/>
              <a:gd name="connsiteX2" fmla="*/ 10913 w 19434"/>
              <a:gd name="connsiteY2" fmla="*/ 5809 h 9857"/>
              <a:gd name="connsiteX3" fmla="*/ 13392 w 19434"/>
              <a:gd name="connsiteY3" fmla="*/ 5809 h 9857"/>
              <a:gd name="connsiteX4" fmla="*/ 16992 w 19434"/>
              <a:gd name="connsiteY4" fmla="*/ 5860 h 9857"/>
              <a:gd name="connsiteX5" fmla="*/ 19354 w 19434"/>
              <a:gd name="connsiteY5" fmla="*/ 33 h 9857"/>
              <a:gd name="connsiteX6" fmla="*/ 19402 w 19434"/>
              <a:gd name="connsiteY6" fmla="*/ 2816 h 9857"/>
              <a:gd name="connsiteX7" fmla="*/ 19357 w 19434"/>
              <a:gd name="connsiteY7" fmla="*/ 8894 h 9857"/>
              <a:gd name="connsiteX8" fmla="*/ 19246 w 19434"/>
              <a:gd name="connsiteY8" fmla="*/ 9483 h 9857"/>
              <a:gd name="connsiteX9" fmla="*/ 18473 w 19434"/>
              <a:gd name="connsiteY9" fmla="*/ 9699 h 9857"/>
              <a:gd name="connsiteX10" fmla="*/ 14664 w 19434"/>
              <a:gd name="connsiteY10" fmla="*/ 9691 h 9857"/>
              <a:gd name="connsiteX11" fmla="*/ 11949 w 19434"/>
              <a:gd name="connsiteY11" fmla="*/ 9753 h 9857"/>
              <a:gd name="connsiteX12" fmla="*/ 10145 w 19434"/>
              <a:gd name="connsiteY12" fmla="*/ 9824 h 9857"/>
              <a:gd name="connsiteX13" fmla="*/ 9498 w 19434"/>
              <a:gd name="connsiteY13" fmla="*/ 9509 h 9857"/>
              <a:gd name="connsiteX14" fmla="*/ 9514 w 19434"/>
              <a:gd name="connsiteY14" fmla="*/ 8883 h 9857"/>
              <a:gd name="connsiteX15" fmla="*/ 4 w 19434"/>
              <a:gd name="connsiteY15" fmla="*/ 6072 h 9857"/>
              <a:gd name="connsiteX0" fmla="*/ 2 w 10000"/>
              <a:gd name="connsiteY0" fmla="*/ 6156 h 9997"/>
              <a:gd name="connsiteX1" fmla="*/ 1741 w 10000"/>
              <a:gd name="connsiteY1" fmla="*/ 5926 h 9997"/>
              <a:gd name="connsiteX2" fmla="*/ 5615 w 10000"/>
              <a:gd name="connsiteY2" fmla="*/ 5889 h 9997"/>
              <a:gd name="connsiteX3" fmla="*/ 6891 w 10000"/>
              <a:gd name="connsiteY3" fmla="*/ 5889 h 9997"/>
              <a:gd name="connsiteX4" fmla="*/ 8743 w 10000"/>
              <a:gd name="connsiteY4" fmla="*/ 5941 h 9997"/>
              <a:gd name="connsiteX5" fmla="*/ 9959 w 10000"/>
              <a:gd name="connsiteY5" fmla="*/ 29 h 9997"/>
              <a:gd name="connsiteX6" fmla="*/ 9984 w 10000"/>
              <a:gd name="connsiteY6" fmla="*/ 2853 h 9997"/>
              <a:gd name="connsiteX7" fmla="*/ 9960 w 10000"/>
              <a:gd name="connsiteY7" fmla="*/ 9019 h 9997"/>
              <a:gd name="connsiteX8" fmla="*/ 9903 w 10000"/>
              <a:gd name="connsiteY8" fmla="*/ 9617 h 9997"/>
              <a:gd name="connsiteX9" fmla="*/ 9506 w 10000"/>
              <a:gd name="connsiteY9" fmla="*/ 9836 h 9997"/>
              <a:gd name="connsiteX10" fmla="*/ 7546 w 10000"/>
              <a:gd name="connsiteY10" fmla="*/ 9828 h 9997"/>
              <a:gd name="connsiteX11" fmla="*/ 6149 w 10000"/>
              <a:gd name="connsiteY11" fmla="*/ 9890 h 9997"/>
              <a:gd name="connsiteX12" fmla="*/ 5220 w 10000"/>
              <a:gd name="connsiteY12" fmla="*/ 9963 h 9997"/>
              <a:gd name="connsiteX13" fmla="*/ 4887 w 10000"/>
              <a:gd name="connsiteY13" fmla="*/ 9643 h 9997"/>
              <a:gd name="connsiteX14" fmla="*/ 4896 w 10000"/>
              <a:gd name="connsiteY14" fmla="*/ 9008 h 9997"/>
              <a:gd name="connsiteX15" fmla="*/ 2 w 10000"/>
              <a:gd name="connsiteY15" fmla="*/ 6156 h 9997"/>
              <a:gd name="connsiteX0" fmla="*/ 2 w 9984"/>
              <a:gd name="connsiteY0" fmla="*/ 3593 h 7435"/>
              <a:gd name="connsiteX1" fmla="*/ 1741 w 9984"/>
              <a:gd name="connsiteY1" fmla="*/ 3363 h 7435"/>
              <a:gd name="connsiteX2" fmla="*/ 5615 w 9984"/>
              <a:gd name="connsiteY2" fmla="*/ 3326 h 7435"/>
              <a:gd name="connsiteX3" fmla="*/ 6891 w 9984"/>
              <a:gd name="connsiteY3" fmla="*/ 3326 h 7435"/>
              <a:gd name="connsiteX4" fmla="*/ 8743 w 9984"/>
              <a:gd name="connsiteY4" fmla="*/ 3378 h 7435"/>
              <a:gd name="connsiteX5" fmla="*/ 9773 w 9984"/>
              <a:gd name="connsiteY5" fmla="*/ 3390 h 7435"/>
              <a:gd name="connsiteX6" fmla="*/ 9984 w 9984"/>
              <a:gd name="connsiteY6" fmla="*/ 289 h 7435"/>
              <a:gd name="connsiteX7" fmla="*/ 9960 w 9984"/>
              <a:gd name="connsiteY7" fmla="*/ 6457 h 7435"/>
              <a:gd name="connsiteX8" fmla="*/ 9903 w 9984"/>
              <a:gd name="connsiteY8" fmla="*/ 7055 h 7435"/>
              <a:gd name="connsiteX9" fmla="*/ 9506 w 9984"/>
              <a:gd name="connsiteY9" fmla="*/ 7274 h 7435"/>
              <a:gd name="connsiteX10" fmla="*/ 7546 w 9984"/>
              <a:gd name="connsiteY10" fmla="*/ 7266 h 7435"/>
              <a:gd name="connsiteX11" fmla="*/ 6149 w 9984"/>
              <a:gd name="connsiteY11" fmla="*/ 7328 h 7435"/>
              <a:gd name="connsiteX12" fmla="*/ 5220 w 9984"/>
              <a:gd name="connsiteY12" fmla="*/ 7401 h 7435"/>
              <a:gd name="connsiteX13" fmla="*/ 4887 w 9984"/>
              <a:gd name="connsiteY13" fmla="*/ 7081 h 7435"/>
              <a:gd name="connsiteX14" fmla="*/ 4896 w 9984"/>
              <a:gd name="connsiteY14" fmla="*/ 6446 h 7435"/>
              <a:gd name="connsiteX15" fmla="*/ 2 w 9984"/>
              <a:gd name="connsiteY15" fmla="*/ 3593 h 7435"/>
              <a:gd name="connsiteX0" fmla="*/ 2 w 10000"/>
              <a:gd name="connsiteY0" fmla="*/ 4833 h 9999"/>
              <a:gd name="connsiteX1" fmla="*/ 1744 w 10000"/>
              <a:gd name="connsiteY1" fmla="*/ 4523 h 9999"/>
              <a:gd name="connsiteX2" fmla="*/ 5624 w 10000"/>
              <a:gd name="connsiteY2" fmla="*/ 4473 h 9999"/>
              <a:gd name="connsiteX3" fmla="*/ 6902 w 10000"/>
              <a:gd name="connsiteY3" fmla="*/ 4473 h 9999"/>
              <a:gd name="connsiteX4" fmla="*/ 8757 w 10000"/>
              <a:gd name="connsiteY4" fmla="*/ 4543 h 9999"/>
              <a:gd name="connsiteX5" fmla="*/ 9789 w 10000"/>
              <a:gd name="connsiteY5" fmla="*/ 4560 h 9999"/>
              <a:gd name="connsiteX6" fmla="*/ 10000 w 10000"/>
              <a:gd name="connsiteY6" fmla="*/ 389 h 9999"/>
              <a:gd name="connsiteX7" fmla="*/ 9976 w 10000"/>
              <a:gd name="connsiteY7" fmla="*/ 8685 h 9999"/>
              <a:gd name="connsiteX8" fmla="*/ 9919 w 10000"/>
              <a:gd name="connsiteY8" fmla="*/ 9489 h 9999"/>
              <a:gd name="connsiteX9" fmla="*/ 9521 w 10000"/>
              <a:gd name="connsiteY9" fmla="*/ 9783 h 9999"/>
              <a:gd name="connsiteX10" fmla="*/ 7558 w 10000"/>
              <a:gd name="connsiteY10" fmla="*/ 9773 h 9999"/>
              <a:gd name="connsiteX11" fmla="*/ 6159 w 10000"/>
              <a:gd name="connsiteY11" fmla="*/ 9856 h 9999"/>
              <a:gd name="connsiteX12" fmla="*/ 5228 w 10000"/>
              <a:gd name="connsiteY12" fmla="*/ 9954 h 9999"/>
              <a:gd name="connsiteX13" fmla="*/ 4895 w 10000"/>
              <a:gd name="connsiteY13" fmla="*/ 9524 h 9999"/>
              <a:gd name="connsiteX14" fmla="*/ 4904 w 10000"/>
              <a:gd name="connsiteY14" fmla="*/ 8670 h 9999"/>
              <a:gd name="connsiteX15" fmla="*/ 2 w 10000"/>
              <a:gd name="connsiteY15" fmla="*/ 4833 h 9999"/>
              <a:gd name="connsiteX0" fmla="*/ 2 w 10009"/>
              <a:gd name="connsiteY0" fmla="*/ 397 h 5564"/>
              <a:gd name="connsiteX1" fmla="*/ 1744 w 10009"/>
              <a:gd name="connsiteY1" fmla="*/ 87 h 5564"/>
              <a:gd name="connsiteX2" fmla="*/ 5624 w 10009"/>
              <a:gd name="connsiteY2" fmla="*/ 37 h 5564"/>
              <a:gd name="connsiteX3" fmla="*/ 6902 w 10009"/>
              <a:gd name="connsiteY3" fmla="*/ 37 h 5564"/>
              <a:gd name="connsiteX4" fmla="*/ 8757 w 10009"/>
              <a:gd name="connsiteY4" fmla="*/ 107 h 5564"/>
              <a:gd name="connsiteX5" fmla="*/ 9789 w 10009"/>
              <a:gd name="connsiteY5" fmla="*/ 124 h 5564"/>
              <a:gd name="connsiteX6" fmla="*/ 10009 w 10009"/>
              <a:gd name="connsiteY6" fmla="*/ 1910 h 5564"/>
              <a:gd name="connsiteX7" fmla="*/ 9976 w 10009"/>
              <a:gd name="connsiteY7" fmla="*/ 4250 h 5564"/>
              <a:gd name="connsiteX8" fmla="*/ 9919 w 10009"/>
              <a:gd name="connsiteY8" fmla="*/ 5054 h 5564"/>
              <a:gd name="connsiteX9" fmla="*/ 9521 w 10009"/>
              <a:gd name="connsiteY9" fmla="*/ 5348 h 5564"/>
              <a:gd name="connsiteX10" fmla="*/ 7558 w 10009"/>
              <a:gd name="connsiteY10" fmla="*/ 5338 h 5564"/>
              <a:gd name="connsiteX11" fmla="*/ 6159 w 10009"/>
              <a:gd name="connsiteY11" fmla="*/ 5421 h 5564"/>
              <a:gd name="connsiteX12" fmla="*/ 5228 w 10009"/>
              <a:gd name="connsiteY12" fmla="*/ 5519 h 5564"/>
              <a:gd name="connsiteX13" fmla="*/ 4895 w 10009"/>
              <a:gd name="connsiteY13" fmla="*/ 5089 h 5564"/>
              <a:gd name="connsiteX14" fmla="*/ 4904 w 10009"/>
              <a:gd name="connsiteY14" fmla="*/ 4235 h 5564"/>
              <a:gd name="connsiteX15" fmla="*/ 2 w 10009"/>
              <a:gd name="connsiteY15" fmla="*/ 397 h 5564"/>
              <a:gd name="connsiteX0" fmla="*/ 2 w 10000"/>
              <a:gd name="connsiteY0" fmla="*/ 714 h 10001"/>
              <a:gd name="connsiteX1" fmla="*/ 1742 w 10000"/>
              <a:gd name="connsiteY1" fmla="*/ 156 h 10001"/>
              <a:gd name="connsiteX2" fmla="*/ 5619 w 10000"/>
              <a:gd name="connsiteY2" fmla="*/ 66 h 10001"/>
              <a:gd name="connsiteX3" fmla="*/ 6896 w 10000"/>
              <a:gd name="connsiteY3" fmla="*/ 66 h 10001"/>
              <a:gd name="connsiteX4" fmla="*/ 8749 w 10000"/>
              <a:gd name="connsiteY4" fmla="*/ 86 h 10001"/>
              <a:gd name="connsiteX5" fmla="*/ 9780 w 10000"/>
              <a:gd name="connsiteY5" fmla="*/ 223 h 10001"/>
              <a:gd name="connsiteX6" fmla="*/ 10000 w 10000"/>
              <a:gd name="connsiteY6" fmla="*/ 3433 h 10001"/>
              <a:gd name="connsiteX7" fmla="*/ 9967 w 10000"/>
              <a:gd name="connsiteY7" fmla="*/ 7638 h 10001"/>
              <a:gd name="connsiteX8" fmla="*/ 9910 w 10000"/>
              <a:gd name="connsiteY8" fmla="*/ 9083 h 10001"/>
              <a:gd name="connsiteX9" fmla="*/ 9512 w 10000"/>
              <a:gd name="connsiteY9" fmla="*/ 9612 h 10001"/>
              <a:gd name="connsiteX10" fmla="*/ 7551 w 10000"/>
              <a:gd name="connsiteY10" fmla="*/ 9594 h 10001"/>
              <a:gd name="connsiteX11" fmla="*/ 6153 w 10000"/>
              <a:gd name="connsiteY11" fmla="*/ 9743 h 10001"/>
              <a:gd name="connsiteX12" fmla="*/ 5223 w 10000"/>
              <a:gd name="connsiteY12" fmla="*/ 9919 h 10001"/>
              <a:gd name="connsiteX13" fmla="*/ 4891 w 10000"/>
              <a:gd name="connsiteY13" fmla="*/ 9146 h 10001"/>
              <a:gd name="connsiteX14" fmla="*/ 4900 w 10000"/>
              <a:gd name="connsiteY14" fmla="*/ 7611 h 10001"/>
              <a:gd name="connsiteX15" fmla="*/ 2 w 10000"/>
              <a:gd name="connsiteY15" fmla="*/ 714 h 10001"/>
              <a:gd name="connsiteX0" fmla="*/ 2 w 10001"/>
              <a:gd name="connsiteY0" fmla="*/ 714 h 10001"/>
              <a:gd name="connsiteX1" fmla="*/ 1742 w 10001"/>
              <a:gd name="connsiteY1" fmla="*/ 156 h 10001"/>
              <a:gd name="connsiteX2" fmla="*/ 5619 w 10001"/>
              <a:gd name="connsiteY2" fmla="*/ 66 h 10001"/>
              <a:gd name="connsiteX3" fmla="*/ 6896 w 10001"/>
              <a:gd name="connsiteY3" fmla="*/ 66 h 10001"/>
              <a:gd name="connsiteX4" fmla="*/ 8749 w 10001"/>
              <a:gd name="connsiteY4" fmla="*/ 86 h 10001"/>
              <a:gd name="connsiteX5" fmla="*/ 9884 w 10001"/>
              <a:gd name="connsiteY5" fmla="*/ 223 h 10001"/>
              <a:gd name="connsiteX6" fmla="*/ 10000 w 10001"/>
              <a:gd name="connsiteY6" fmla="*/ 3433 h 10001"/>
              <a:gd name="connsiteX7" fmla="*/ 9967 w 10001"/>
              <a:gd name="connsiteY7" fmla="*/ 7638 h 10001"/>
              <a:gd name="connsiteX8" fmla="*/ 9910 w 10001"/>
              <a:gd name="connsiteY8" fmla="*/ 9083 h 10001"/>
              <a:gd name="connsiteX9" fmla="*/ 9512 w 10001"/>
              <a:gd name="connsiteY9" fmla="*/ 9612 h 10001"/>
              <a:gd name="connsiteX10" fmla="*/ 7551 w 10001"/>
              <a:gd name="connsiteY10" fmla="*/ 9594 h 10001"/>
              <a:gd name="connsiteX11" fmla="*/ 6153 w 10001"/>
              <a:gd name="connsiteY11" fmla="*/ 9743 h 10001"/>
              <a:gd name="connsiteX12" fmla="*/ 5223 w 10001"/>
              <a:gd name="connsiteY12" fmla="*/ 9919 h 10001"/>
              <a:gd name="connsiteX13" fmla="*/ 4891 w 10001"/>
              <a:gd name="connsiteY13" fmla="*/ 9146 h 10001"/>
              <a:gd name="connsiteX14" fmla="*/ 4900 w 10001"/>
              <a:gd name="connsiteY14" fmla="*/ 7611 h 10001"/>
              <a:gd name="connsiteX15" fmla="*/ 2 w 10001"/>
              <a:gd name="connsiteY15" fmla="*/ 714 h 10001"/>
              <a:gd name="connsiteX0" fmla="*/ 2 w 10004"/>
              <a:gd name="connsiteY0" fmla="*/ 714 h 10001"/>
              <a:gd name="connsiteX1" fmla="*/ 1742 w 10004"/>
              <a:gd name="connsiteY1" fmla="*/ 156 h 10001"/>
              <a:gd name="connsiteX2" fmla="*/ 5619 w 10004"/>
              <a:gd name="connsiteY2" fmla="*/ 66 h 10001"/>
              <a:gd name="connsiteX3" fmla="*/ 6896 w 10004"/>
              <a:gd name="connsiteY3" fmla="*/ 66 h 10001"/>
              <a:gd name="connsiteX4" fmla="*/ 8749 w 10004"/>
              <a:gd name="connsiteY4" fmla="*/ 86 h 10001"/>
              <a:gd name="connsiteX5" fmla="*/ 9884 w 10004"/>
              <a:gd name="connsiteY5" fmla="*/ 223 h 10001"/>
              <a:gd name="connsiteX6" fmla="*/ 10000 w 10004"/>
              <a:gd name="connsiteY6" fmla="*/ 3433 h 10001"/>
              <a:gd name="connsiteX7" fmla="*/ 9967 w 10004"/>
              <a:gd name="connsiteY7" fmla="*/ 7638 h 10001"/>
              <a:gd name="connsiteX8" fmla="*/ 9910 w 10004"/>
              <a:gd name="connsiteY8" fmla="*/ 9083 h 10001"/>
              <a:gd name="connsiteX9" fmla="*/ 9512 w 10004"/>
              <a:gd name="connsiteY9" fmla="*/ 9612 h 10001"/>
              <a:gd name="connsiteX10" fmla="*/ 7551 w 10004"/>
              <a:gd name="connsiteY10" fmla="*/ 9594 h 10001"/>
              <a:gd name="connsiteX11" fmla="*/ 6153 w 10004"/>
              <a:gd name="connsiteY11" fmla="*/ 9743 h 10001"/>
              <a:gd name="connsiteX12" fmla="*/ 5223 w 10004"/>
              <a:gd name="connsiteY12" fmla="*/ 9919 h 10001"/>
              <a:gd name="connsiteX13" fmla="*/ 4891 w 10004"/>
              <a:gd name="connsiteY13" fmla="*/ 9146 h 10001"/>
              <a:gd name="connsiteX14" fmla="*/ 4900 w 10004"/>
              <a:gd name="connsiteY14" fmla="*/ 7611 h 10001"/>
              <a:gd name="connsiteX15" fmla="*/ 2 w 10004"/>
              <a:gd name="connsiteY15" fmla="*/ 714 h 10001"/>
              <a:gd name="connsiteX0" fmla="*/ 2 w 10004"/>
              <a:gd name="connsiteY0" fmla="*/ 714 h 10001"/>
              <a:gd name="connsiteX1" fmla="*/ 1742 w 10004"/>
              <a:gd name="connsiteY1" fmla="*/ 156 h 10001"/>
              <a:gd name="connsiteX2" fmla="*/ 5619 w 10004"/>
              <a:gd name="connsiteY2" fmla="*/ 66 h 10001"/>
              <a:gd name="connsiteX3" fmla="*/ 6896 w 10004"/>
              <a:gd name="connsiteY3" fmla="*/ 66 h 10001"/>
              <a:gd name="connsiteX4" fmla="*/ 8749 w 10004"/>
              <a:gd name="connsiteY4" fmla="*/ 86 h 10001"/>
              <a:gd name="connsiteX5" fmla="*/ 9884 w 10004"/>
              <a:gd name="connsiteY5" fmla="*/ 223 h 10001"/>
              <a:gd name="connsiteX6" fmla="*/ 10000 w 10004"/>
              <a:gd name="connsiteY6" fmla="*/ 3433 h 10001"/>
              <a:gd name="connsiteX7" fmla="*/ 9967 w 10004"/>
              <a:gd name="connsiteY7" fmla="*/ 7638 h 10001"/>
              <a:gd name="connsiteX8" fmla="*/ 9910 w 10004"/>
              <a:gd name="connsiteY8" fmla="*/ 9083 h 10001"/>
              <a:gd name="connsiteX9" fmla="*/ 9512 w 10004"/>
              <a:gd name="connsiteY9" fmla="*/ 9612 h 10001"/>
              <a:gd name="connsiteX10" fmla="*/ 7551 w 10004"/>
              <a:gd name="connsiteY10" fmla="*/ 9594 h 10001"/>
              <a:gd name="connsiteX11" fmla="*/ 6153 w 10004"/>
              <a:gd name="connsiteY11" fmla="*/ 9743 h 10001"/>
              <a:gd name="connsiteX12" fmla="*/ 5223 w 10004"/>
              <a:gd name="connsiteY12" fmla="*/ 9919 h 10001"/>
              <a:gd name="connsiteX13" fmla="*/ 4891 w 10004"/>
              <a:gd name="connsiteY13" fmla="*/ 9146 h 10001"/>
              <a:gd name="connsiteX14" fmla="*/ 4900 w 10004"/>
              <a:gd name="connsiteY14" fmla="*/ 7611 h 10001"/>
              <a:gd name="connsiteX15" fmla="*/ 2 w 10004"/>
              <a:gd name="connsiteY15" fmla="*/ 714 h 10001"/>
              <a:gd name="connsiteX0" fmla="*/ 2 w 10007"/>
              <a:gd name="connsiteY0" fmla="*/ 714 h 10001"/>
              <a:gd name="connsiteX1" fmla="*/ 1742 w 10007"/>
              <a:gd name="connsiteY1" fmla="*/ 156 h 10001"/>
              <a:gd name="connsiteX2" fmla="*/ 5619 w 10007"/>
              <a:gd name="connsiteY2" fmla="*/ 66 h 10001"/>
              <a:gd name="connsiteX3" fmla="*/ 6896 w 10007"/>
              <a:gd name="connsiteY3" fmla="*/ 66 h 10001"/>
              <a:gd name="connsiteX4" fmla="*/ 8749 w 10007"/>
              <a:gd name="connsiteY4" fmla="*/ 86 h 10001"/>
              <a:gd name="connsiteX5" fmla="*/ 9884 w 10007"/>
              <a:gd name="connsiteY5" fmla="*/ 223 h 10001"/>
              <a:gd name="connsiteX6" fmla="*/ 10000 w 10007"/>
              <a:gd name="connsiteY6" fmla="*/ 3433 h 10001"/>
              <a:gd name="connsiteX7" fmla="*/ 10001 w 10007"/>
              <a:gd name="connsiteY7" fmla="*/ 7903 h 10001"/>
              <a:gd name="connsiteX8" fmla="*/ 9910 w 10007"/>
              <a:gd name="connsiteY8" fmla="*/ 9083 h 10001"/>
              <a:gd name="connsiteX9" fmla="*/ 9512 w 10007"/>
              <a:gd name="connsiteY9" fmla="*/ 9612 h 10001"/>
              <a:gd name="connsiteX10" fmla="*/ 7551 w 10007"/>
              <a:gd name="connsiteY10" fmla="*/ 9594 h 10001"/>
              <a:gd name="connsiteX11" fmla="*/ 6153 w 10007"/>
              <a:gd name="connsiteY11" fmla="*/ 9743 h 10001"/>
              <a:gd name="connsiteX12" fmla="*/ 5223 w 10007"/>
              <a:gd name="connsiteY12" fmla="*/ 9919 h 10001"/>
              <a:gd name="connsiteX13" fmla="*/ 4891 w 10007"/>
              <a:gd name="connsiteY13" fmla="*/ 9146 h 10001"/>
              <a:gd name="connsiteX14" fmla="*/ 4900 w 10007"/>
              <a:gd name="connsiteY14" fmla="*/ 7611 h 10001"/>
              <a:gd name="connsiteX15" fmla="*/ 2 w 10007"/>
              <a:gd name="connsiteY15" fmla="*/ 714 h 10001"/>
              <a:gd name="connsiteX0" fmla="*/ 2 w 10007"/>
              <a:gd name="connsiteY0" fmla="*/ 714 h 10001"/>
              <a:gd name="connsiteX1" fmla="*/ 1742 w 10007"/>
              <a:gd name="connsiteY1" fmla="*/ 156 h 10001"/>
              <a:gd name="connsiteX2" fmla="*/ 5619 w 10007"/>
              <a:gd name="connsiteY2" fmla="*/ 66 h 10001"/>
              <a:gd name="connsiteX3" fmla="*/ 6896 w 10007"/>
              <a:gd name="connsiteY3" fmla="*/ 66 h 10001"/>
              <a:gd name="connsiteX4" fmla="*/ 8749 w 10007"/>
              <a:gd name="connsiteY4" fmla="*/ 86 h 10001"/>
              <a:gd name="connsiteX5" fmla="*/ 9884 w 10007"/>
              <a:gd name="connsiteY5" fmla="*/ 223 h 10001"/>
              <a:gd name="connsiteX6" fmla="*/ 10000 w 10007"/>
              <a:gd name="connsiteY6" fmla="*/ 3433 h 10001"/>
              <a:gd name="connsiteX7" fmla="*/ 10001 w 10007"/>
              <a:gd name="connsiteY7" fmla="*/ 7903 h 10001"/>
              <a:gd name="connsiteX8" fmla="*/ 9928 w 10007"/>
              <a:gd name="connsiteY8" fmla="*/ 9348 h 10001"/>
              <a:gd name="connsiteX9" fmla="*/ 9512 w 10007"/>
              <a:gd name="connsiteY9" fmla="*/ 9612 h 10001"/>
              <a:gd name="connsiteX10" fmla="*/ 7551 w 10007"/>
              <a:gd name="connsiteY10" fmla="*/ 9594 h 10001"/>
              <a:gd name="connsiteX11" fmla="*/ 6153 w 10007"/>
              <a:gd name="connsiteY11" fmla="*/ 9743 h 10001"/>
              <a:gd name="connsiteX12" fmla="*/ 5223 w 10007"/>
              <a:gd name="connsiteY12" fmla="*/ 9919 h 10001"/>
              <a:gd name="connsiteX13" fmla="*/ 4891 w 10007"/>
              <a:gd name="connsiteY13" fmla="*/ 9146 h 10001"/>
              <a:gd name="connsiteX14" fmla="*/ 4900 w 10007"/>
              <a:gd name="connsiteY14" fmla="*/ 7611 h 10001"/>
              <a:gd name="connsiteX15" fmla="*/ 2 w 10007"/>
              <a:gd name="connsiteY15" fmla="*/ 714 h 10001"/>
              <a:gd name="connsiteX0" fmla="*/ 2 w 10012"/>
              <a:gd name="connsiteY0" fmla="*/ 714 h 10001"/>
              <a:gd name="connsiteX1" fmla="*/ 1742 w 10012"/>
              <a:gd name="connsiteY1" fmla="*/ 156 h 10001"/>
              <a:gd name="connsiteX2" fmla="*/ 5619 w 10012"/>
              <a:gd name="connsiteY2" fmla="*/ 66 h 10001"/>
              <a:gd name="connsiteX3" fmla="*/ 6896 w 10012"/>
              <a:gd name="connsiteY3" fmla="*/ 66 h 10001"/>
              <a:gd name="connsiteX4" fmla="*/ 8749 w 10012"/>
              <a:gd name="connsiteY4" fmla="*/ 86 h 10001"/>
              <a:gd name="connsiteX5" fmla="*/ 9884 w 10012"/>
              <a:gd name="connsiteY5" fmla="*/ 223 h 10001"/>
              <a:gd name="connsiteX6" fmla="*/ 10000 w 10012"/>
              <a:gd name="connsiteY6" fmla="*/ 3433 h 10001"/>
              <a:gd name="connsiteX7" fmla="*/ 10007 w 10012"/>
              <a:gd name="connsiteY7" fmla="*/ 8406 h 10001"/>
              <a:gd name="connsiteX8" fmla="*/ 9928 w 10012"/>
              <a:gd name="connsiteY8" fmla="*/ 9348 h 10001"/>
              <a:gd name="connsiteX9" fmla="*/ 9512 w 10012"/>
              <a:gd name="connsiteY9" fmla="*/ 9612 h 10001"/>
              <a:gd name="connsiteX10" fmla="*/ 7551 w 10012"/>
              <a:gd name="connsiteY10" fmla="*/ 9594 h 10001"/>
              <a:gd name="connsiteX11" fmla="*/ 6153 w 10012"/>
              <a:gd name="connsiteY11" fmla="*/ 9743 h 10001"/>
              <a:gd name="connsiteX12" fmla="*/ 5223 w 10012"/>
              <a:gd name="connsiteY12" fmla="*/ 9919 h 10001"/>
              <a:gd name="connsiteX13" fmla="*/ 4891 w 10012"/>
              <a:gd name="connsiteY13" fmla="*/ 9146 h 10001"/>
              <a:gd name="connsiteX14" fmla="*/ 4900 w 10012"/>
              <a:gd name="connsiteY14" fmla="*/ 7611 h 10001"/>
              <a:gd name="connsiteX15" fmla="*/ 2 w 10012"/>
              <a:gd name="connsiteY15" fmla="*/ 714 h 10001"/>
              <a:gd name="connsiteX0" fmla="*/ 2 w 10012"/>
              <a:gd name="connsiteY0" fmla="*/ 714 h 10001"/>
              <a:gd name="connsiteX1" fmla="*/ 1742 w 10012"/>
              <a:gd name="connsiteY1" fmla="*/ 156 h 10001"/>
              <a:gd name="connsiteX2" fmla="*/ 5619 w 10012"/>
              <a:gd name="connsiteY2" fmla="*/ 66 h 10001"/>
              <a:gd name="connsiteX3" fmla="*/ 6896 w 10012"/>
              <a:gd name="connsiteY3" fmla="*/ 66 h 10001"/>
              <a:gd name="connsiteX4" fmla="*/ 8749 w 10012"/>
              <a:gd name="connsiteY4" fmla="*/ 86 h 10001"/>
              <a:gd name="connsiteX5" fmla="*/ 9884 w 10012"/>
              <a:gd name="connsiteY5" fmla="*/ 223 h 10001"/>
              <a:gd name="connsiteX6" fmla="*/ 10000 w 10012"/>
              <a:gd name="connsiteY6" fmla="*/ 3433 h 10001"/>
              <a:gd name="connsiteX7" fmla="*/ 10007 w 10012"/>
              <a:gd name="connsiteY7" fmla="*/ 8406 h 10001"/>
              <a:gd name="connsiteX8" fmla="*/ 9928 w 10012"/>
              <a:gd name="connsiteY8" fmla="*/ 9348 h 10001"/>
              <a:gd name="connsiteX9" fmla="*/ 9509 w 10012"/>
              <a:gd name="connsiteY9" fmla="*/ 9731 h 10001"/>
              <a:gd name="connsiteX10" fmla="*/ 7551 w 10012"/>
              <a:gd name="connsiteY10" fmla="*/ 9594 h 10001"/>
              <a:gd name="connsiteX11" fmla="*/ 6153 w 10012"/>
              <a:gd name="connsiteY11" fmla="*/ 9743 h 10001"/>
              <a:gd name="connsiteX12" fmla="*/ 5223 w 10012"/>
              <a:gd name="connsiteY12" fmla="*/ 9919 h 10001"/>
              <a:gd name="connsiteX13" fmla="*/ 4891 w 10012"/>
              <a:gd name="connsiteY13" fmla="*/ 9146 h 10001"/>
              <a:gd name="connsiteX14" fmla="*/ 4900 w 10012"/>
              <a:gd name="connsiteY14" fmla="*/ 7611 h 10001"/>
              <a:gd name="connsiteX15" fmla="*/ 2 w 10012"/>
              <a:gd name="connsiteY15" fmla="*/ 714 h 10001"/>
              <a:gd name="connsiteX0" fmla="*/ 2 w 10012"/>
              <a:gd name="connsiteY0" fmla="*/ 714 h 10001"/>
              <a:gd name="connsiteX1" fmla="*/ 1742 w 10012"/>
              <a:gd name="connsiteY1" fmla="*/ 156 h 10001"/>
              <a:gd name="connsiteX2" fmla="*/ 5619 w 10012"/>
              <a:gd name="connsiteY2" fmla="*/ 66 h 10001"/>
              <a:gd name="connsiteX3" fmla="*/ 6896 w 10012"/>
              <a:gd name="connsiteY3" fmla="*/ 66 h 10001"/>
              <a:gd name="connsiteX4" fmla="*/ 8749 w 10012"/>
              <a:gd name="connsiteY4" fmla="*/ 86 h 10001"/>
              <a:gd name="connsiteX5" fmla="*/ 9884 w 10012"/>
              <a:gd name="connsiteY5" fmla="*/ 223 h 10001"/>
              <a:gd name="connsiteX6" fmla="*/ 10000 w 10012"/>
              <a:gd name="connsiteY6" fmla="*/ 3433 h 10001"/>
              <a:gd name="connsiteX7" fmla="*/ 10007 w 10012"/>
              <a:gd name="connsiteY7" fmla="*/ 8406 h 10001"/>
              <a:gd name="connsiteX8" fmla="*/ 9928 w 10012"/>
              <a:gd name="connsiteY8" fmla="*/ 9348 h 10001"/>
              <a:gd name="connsiteX9" fmla="*/ 9509 w 10012"/>
              <a:gd name="connsiteY9" fmla="*/ 9731 h 10001"/>
              <a:gd name="connsiteX10" fmla="*/ 7545 w 10012"/>
              <a:gd name="connsiteY10" fmla="*/ 9819 h 10001"/>
              <a:gd name="connsiteX11" fmla="*/ 6153 w 10012"/>
              <a:gd name="connsiteY11" fmla="*/ 9743 h 10001"/>
              <a:gd name="connsiteX12" fmla="*/ 5223 w 10012"/>
              <a:gd name="connsiteY12" fmla="*/ 9919 h 10001"/>
              <a:gd name="connsiteX13" fmla="*/ 4891 w 10012"/>
              <a:gd name="connsiteY13" fmla="*/ 9146 h 10001"/>
              <a:gd name="connsiteX14" fmla="*/ 4900 w 10012"/>
              <a:gd name="connsiteY14" fmla="*/ 7611 h 10001"/>
              <a:gd name="connsiteX15" fmla="*/ 2 w 10012"/>
              <a:gd name="connsiteY15" fmla="*/ 714 h 10001"/>
              <a:gd name="connsiteX0" fmla="*/ 2 w 10012"/>
              <a:gd name="connsiteY0" fmla="*/ 714 h 10105"/>
              <a:gd name="connsiteX1" fmla="*/ 1742 w 10012"/>
              <a:gd name="connsiteY1" fmla="*/ 156 h 10105"/>
              <a:gd name="connsiteX2" fmla="*/ 5619 w 10012"/>
              <a:gd name="connsiteY2" fmla="*/ 66 h 10105"/>
              <a:gd name="connsiteX3" fmla="*/ 6896 w 10012"/>
              <a:gd name="connsiteY3" fmla="*/ 66 h 10105"/>
              <a:gd name="connsiteX4" fmla="*/ 8749 w 10012"/>
              <a:gd name="connsiteY4" fmla="*/ 86 h 10105"/>
              <a:gd name="connsiteX5" fmla="*/ 9884 w 10012"/>
              <a:gd name="connsiteY5" fmla="*/ 223 h 10105"/>
              <a:gd name="connsiteX6" fmla="*/ 10000 w 10012"/>
              <a:gd name="connsiteY6" fmla="*/ 3433 h 10105"/>
              <a:gd name="connsiteX7" fmla="*/ 10007 w 10012"/>
              <a:gd name="connsiteY7" fmla="*/ 8406 h 10105"/>
              <a:gd name="connsiteX8" fmla="*/ 9928 w 10012"/>
              <a:gd name="connsiteY8" fmla="*/ 9348 h 10105"/>
              <a:gd name="connsiteX9" fmla="*/ 9509 w 10012"/>
              <a:gd name="connsiteY9" fmla="*/ 9731 h 10105"/>
              <a:gd name="connsiteX10" fmla="*/ 7545 w 10012"/>
              <a:gd name="connsiteY10" fmla="*/ 9819 h 10105"/>
              <a:gd name="connsiteX11" fmla="*/ 6153 w 10012"/>
              <a:gd name="connsiteY11" fmla="*/ 9743 h 10105"/>
              <a:gd name="connsiteX12" fmla="*/ 5223 w 10012"/>
              <a:gd name="connsiteY12" fmla="*/ 9919 h 10105"/>
              <a:gd name="connsiteX13" fmla="*/ 4845 w 10012"/>
              <a:gd name="connsiteY13" fmla="*/ 9808 h 10105"/>
              <a:gd name="connsiteX14" fmla="*/ 4900 w 10012"/>
              <a:gd name="connsiteY14" fmla="*/ 7611 h 10105"/>
              <a:gd name="connsiteX15" fmla="*/ 2 w 10012"/>
              <a:gd name="connsiteY15" fmla="*/ 714 h 10105"/>
              <a:gd name="connsiteX0" fmla="*/ 2 w 10012"/>
              <a:gd name="connsiteY0" fmla="*/ 714 h 10001"/>
              <a:gd name="connsiteX1" fmla="*/ 1742 w 10012"/>
              <a:gd name="connsiteY1" fmla="*/ 156 h 10001"/>
              <a:gd name="connsiteX2" fmla="*/ 5619 w 10012"/>
              <a:gd name="connsiteY2" fmla="*/ 66 h 10001"/>
              <a:gd name="connsiteX3" fmla="*/ 6896 w 10012"/>
              <a:gd name="connsiteY3" fmla="*/ 66 h 10001"/>
              <a:gd name="connsiteX4" fmla="*/ 8749 w 10012"/>
              <a:gd name="connsiteY4" fmla="*/ 86 h 10001"/>
              <a:gd name="connsiteX5" fmla="*/ 9884 w 10012"/>
              <a:gd name="connsiteY5" fmla="*/ 223 h 10001"/>
              <a:gd name="connsiteX6" fmla="*/ 10000 w 10012"/>
              <a:gd name="connsiteY6" fmla="*/ 3433 h 10001"/>
              <a:gd name="connsiteX7" fmla="*/ 10007 w 10012"/>
              <a:gd name="connsiteY7" fmla="*/ 8406 h 10001"/>
              <a:gd name="connsiteX8" fmla="*/ 9928 w 10012"/>
              <a:gd name="connsiteY8" fmla="*/ 9348 h 10001"/>
              <a:gd name="connsiteX9" fmla="*/ 9509 w 10012"/>
              <a:gd name="connsiteY9" fmla="*/ 9731 h 10001"/>
              <a:gd name="connsiteX10" fmla="*/ 7545 w 10012"/>
              <a:gd name="connsiteY10" fmla="*/ 9819 h 10001"/>
              <a:gd name="connsiteX11" fmla="*/ 6153 w 10012"/>
              <a:gd name="connsiteY11" fmla="*/ 9743 h 10001"/>
              <a:gd name="connsiteX12" fmla="*/ 5223 w 10012"/>
              <a:gd name="connsiteY12" fmla="*/ 9919 h 10001"/>
              <a:gd name="connsiteX13" fmla="*/ 4845 w 10012"/>
              <a:gd name="connsiteY13" fmla="*/ 9808 h 10001"/>
              <a:gd name="connsiteX14" fmla="*/ 4900 w 10012"/>
              <a:gd name="connsiteY14" fmla="*/ 7611 h 10001"/>
              <a:gd name="connsiteX15" fmla="*/ 2 w 10012"/>
              <a:gd name="connsiteY15" fmla="*/ 714 h 10001"/>
              <a:gd name="connsiteX0" fmla="*/ 2 w 10012"/>
              <a:gd name="connsiteY0" fmla="*/ 714 h 9912"/>
              <a:gd name="connsiteX1" fmla="*/ 1742 w 10012"/>
              <a:gd name="connsiteY1" fmla="*/ 156 h 9912"/>
              <a:gd name="connsiteX2" fmla="*/ 5619 w 10012"/>
              <a:gd name="connsiteY2" fmla="*/ 66 h 9912"/>
              <a:gd name="connsiteX3" fmla="*/ 6896 w 10012"/>
              <a:gd name="connsiteY3" fmla="*/ 66 h 9912"/>
              <a:gd name="connsiteX4" fmla="*/ 8749 w 10012"/>
              <a:gd name="connsiteY4" fmla="*/ 86 h 9912"/>
              <a:gd name="connsiteX5" fmla="*/ 9884 w 10012"/>
              <a:gd name="connsiteY5" fmla="*/ 223 h 9912"/>
              <a:gd name="connsiteX6" fmla="*/ 10000 w 10012"/>
              <a:gd name="connsiteY6" fmla="*/ 3433 h 9912"/>
              <a:gd name="connsiteX7" fmla="*/ 10007 w 10012"/>
              <a:gd name="connsiteY7" fmla="*/ 8406 h 9912"/>
              <a:gd name="connsiteX8" fmla="*/ 9928 w 10012"/>
              <a:gd name="connsiteY8" fmla="*/ 9348 h 9912"/>
              <a:gd name="connsiteX9" fmla="*/ 9509 w 10012"/>
              <a:gd name="connsiteY9" fmla="*/ 9731 h 9912"/>
              <a:gd name="connsiteX10" fmla="*/ 7545 w 10012"/>
              <a:gd name="connsiteY10" fmla="*/ 9819 h 9912"/>
              <a:gd name="connsiteX11" fmla="*/ 6153 w 10012"/>
              <a:gd name="connsiteY11" fmla="*/ 9743 h 9912"/>
              <a:gd name="connsiteX12" fmla="*/ 5455 w 10012"/>
              <a:gd name="connsiteY12" fmla="*/ 9800 h 9912"/>
              <a:gd name="connsiteX13" fmla="*/ 4845 w 10012"/>
              <a:gd name="connsiteY13" fmla="*/ 9808 h 9912"/>
              <a:gd name="connsiteX14" fmla="*/ 4900 w 10012"/>
              <a:gd name="connsiteY14" fmla="*/ 7611 h 9912"/>
              <a:gd name="connsiteX15" fmla="*/ 2 w 10012"/>
              <a:gd name="connsiteY15" fmla="*/ 714 h 9912"/>
              <a:gd name="connsiteX0" fmla="*/ 2 w 10000"/>
              <a:gd name="connsiteY0" fmla="*/ 720 h 10000"/>
              <a:gd name="connsiteX1" fmla="*/ 1740 w 10000"/>
              <a:gd name="connsiteY1" fmla="*/ 157 h 10000"/>
              <a:gd name="connsiteX2" fmla="*/ 5612 w 10000"/>
              <a:gd name="connsiteY2" fmla="*/ 67 h 10000"/>
              <a:gd name="connsiteX3" fmla="*/ 6888 w 10000"/>
              <a:gd name="connsiteY3" fmla="*/ 67 h 10000"/>
              <a:gd name="connsiteX4" fmla="*/ 8739 w 10000"/>
              <a:gd name="connsiteY4" fmla="*/ 87 h 10000"/>
              <a:gd name="connsiteX5" fmla="*/ 9872 w 10000"/>
              <a:gd name="connsiteY5" fmla="*/ 225 h 10000"/>
              <a:gd name="connsiteX6" fmla="*/ 9988 w 10000"/>
              <a:gd name="connsiteY6" fmla="*/ 3463 h 10000"/>
              <a:gd name="connsiteX7" fmla="*/ 9995 w 10000"/>
              <a:gd name="connsiteY7" fmla="*/ 8481 h 10000"/>
              <a:gd name="connsiteX8" fmla="*/ 9916 w 10000"/>
              <a:gd name="connsiteY8" fmla="*/ 9431 h 10000"/>
              <a:gd name="connsiteX9" fmla="*/ 9498 w 10000"/>
              <a:gd name="connsiteY9" fmla="*/ 9817 h 10000"/>
              <a:gd name="connsiteX10" fmla="*/ 7536 w 10000"/>
              <a:gd name="connsiteY10" fmla="*/ 9906 h 10000"/>
              <a:gd name="connsiteX11" fmla="*/ 6146 w 10000"/>
              <a:gd name="connsiteY11" fmla="*/ 9829 h 10000"/>
              <a:gd name="connsiteX12" fmla="*/ 5448 w 10000"/>
              <a:gd name="connsiteY12" fmla="*/ 9887 h 10000"/>
              <a:gd name="connsiteX13" fmla="*/ 4839 w 10000"/>
              <a:gd name="connsiteY13" fmla="*/ 9895 h 10000"/>
              <a:gd name="connsiteX14" fmla="*/ 4894 w 10000"/>
              <a:gd name="connsiteY14" fmla="*/ 7679 h 10000"/>
              <a:gd name="connsiteX15" fmla="*/ 2 w 10000"/>
              <a:gd name="connsiteY15" fmla="*/ 720 h 10000"/>
              <a:gd name="connsiteX0" fmla="*/ 2 w 10000"/>
              <a:gd name="connsiteY0" fmla="*/ 720 h 9913"/>
              <a:gd name="connsiteX1" fmla="*/ 1740 w 10000"/>
              <a:gd name="connsiteY1" fmla="*/ 157 h 9913"/>
              <a:gd name="connsiteX2" fmla="*/ 5612 w 10000"/>
              <a:gd name="connsiteY2" fmla="*/ 67 h 9913"/>
              <a:gd name="connsiteX3" fmla="*/ 6888 w 10000"/>
              <a:gd name="connsiteY3" fmla="*/ 67 h 9913"/>
              <a:gd name="connsiteX4" fmla="*/ 8739 w 10000"/>
              <a:gd name="connsiteY4" fmla="*/ 87 h 9913"/>
              <a:gd name="connsiteX5" fmla="*/ 9872 w 10000"/>
              <a:gd name="connsiteY5" fmla="*/ 225 h 9913"/>
              <a:gd name="connsiteX6" fmla="*/ 9988 w 10000"/>
              <a:gd name="connsiteY6" fmla="*/ 3463 h 9913"/>
              <a:gd name="connsiteX7" fmla="*/ 9995 w 10000"/>
              <a:gd name="connsiteY7" fmla="*/ 8481 h 9913"/>
              <a:gd name="connsiteX8" fmla="*/ 9916 w 10000"/>
              <a:gd name="connsiteY8" fmla="*/ 9431 h 9913"/>
              <a:gd name="connsiteX9" fmla="*/ 9498 w 10000"/>
              <a:gd name="connsiteY9" fmla="*/ 9817 h 9913"/>
              <a:gd name="connsiteX10" fmla="*/ 7536 w 10000"/>
              <a:gd name="connsiteY10" fmla="*/ 9906 h 9913"/>
              <a:gd name="connsiteX11" fmla="*/ 6146 w 10000"/>
              <a:gd name="connsiteY11" fmla="*/ 9829 h 9913"/>
              <a:gd name="connsiteX12" fmla="*/ 5448 w 10000"/>
              <a:gd name="connsiteY12" fmla="*/ 9887 h 9913"/>
              <a:gd name="connsiteX13" fmla="*/ 4839 w 10000"/>
              <a:gd name="connsiteY13" fmla="*/ 9895 h 9913"/>
              <a:gd name="connsiteX14" fmla="*/ 4894 w 10000"/>
              <a:gd name="connsiteY14" fmla="*/ 7679 h 9913"/>
              <a:gd name="connsiteX15" fmla="*/ 2 w 10000"/>
              <a:gd name="connsiteY15" fmla="*/ 720 h 9913"/>
              <a:gd name="connsiteX0" fmla="*/ 2 w 10000"/>
              <a:gd name="connsiteY0" fmla="*/ 726 h 10283"/>
              <a:gd name="connsiteX1" fmla="*/ 1740 w 10000"/>
              <a:gd name="connsiteY1" fmla="*/ 158 h 10283"/>
              <a:gd name="connsiteX2" fmla="*/ 5612 w 10000"/>
              <a:gd name="connsiteY2" fmla="*/ 68 h 10283"/>
              <a:gd name="connsiteX3" fmla="*/ 6888 w 10000"/>
              <a:gd name="connsiteY3" fmla="*/ 68 h 10283"/>
              <a:gd name="connsiteX4" fmla="*/ 8739 w 10000"/>
              <a:gd name="connsiteY4" fmla="*/ 88 h 10283"/>
              <a:gd name="connsiteX5" fmla="*/ 9872 w 10000"/>
              <a:gd name="connsiteY5" fmla="*/ 227 h 10283"/>
              <a:gd name="connsiteX6" fmla="*/ 9988 w 10000"/>
              <a:gd name="connsiteY6" fmla="*/ 3493 h 10283"/>
              <a:gd name="connsiteX7" fmla="*/ 9995 w 10000"/>
              <a:gd name="connsiteY7" fmla="*/ 8555 h 10283"/>
              <a:gd name="connsiteX8" fmla="*/ 9916 w 10000"/>
              <a:gd name="connsiteY8" fmla="*/ 9514 h 10283"/>
              <a:gd name="connsiteX9" fmla="*/ 9498 w 10000"/>
              <a:gd name="connsiteY9" fmla="*/ 9903 h 10283"/>
              <a:gd name="connsiteX10" fmla="*/ 7536 w 10000"/>
              <a:gd name="connsiteY10" fmla="*/ 9993 h 10283"/>
              <a:gd name="connsiteX11" fmla="*/ 6146 w 10000"/>
              <a:gd name="connsiteY11" fmla="*/ 9915 h 10283"/>
              <a:gd name="connsiteX12" fmla="*/ 5448 w 10000"/>
              <a:gd name="connsiteY12" fmla="*/ 9974 h 10283"/>
              <a:gd name="connsiteX13" fmla="*/ 4839 w 10000"/>
              <a:gd name="connsiteY13" fmla="*/ 9982 h 10283"/>
              <a:gd name="connsiteX14" fmla="*/ 3989 w 10000"/>
              <a:gd name="connsiteY14" fmla="*/ 10008 h 10283"/>
              <a:gd name="connsiteX15" fmla="*/ 2 w 10000"/>
              <a:gd name="connsiteY15" fmla="*/ 726 h 10283"/>
              <a:gd name="connsiteX0" fmla="*/ 2 w 10000"/>
              <a:gd name="connsiteY0" fmla="*/ 726 h 10030"/>
              <a:gd name="connsiteX1" fmla="*/ 1740 w 10000"/>
              <a:gd name="connsiteY1" fmla="*/ 158 h 10030"/>
              <a:gd name="connsiteX2" fmla="*/ 5612 w 10000"/>
              <a:gd name="connsiteY2" fmla="*/ 68 h 10030"/>
              <a:gd name="connsiteX3" fmla="*/ 6888 w 10000"/>
              <a:gd name="connsiteY3" fmla="*/ 68 h 10030"/>
              <a:gd name="connsiteX4" fmla="*/ 8739 w 10000"/>
              <a:gd name="connsiteY4" fmla="*/ 88 h 10030"/>
              <a:gd name="connsiteX5" fmla="*/ 9872 w 10000"/>
              <a:gd name="connsiteY5" fmla="*/ 227 h 10030"/>
              <a:gd name="connsiteX6" fmla="*/ 9988 w 10000"/>
              <a:gd name="connsiteY6" fmla="*/ 3493 h 10030"/>
              <a:gd name="connsiteX7" fmla="*/ 9995 w 10000"/>
              <a:gd name="connsiteY7" fmla="*/ 8555 h 10030"/>
              <a:gd name="connsiteX8" fmla="*/ 9916 w 10000"/>
              <a:gd name="connsiteY8" fmla="*/ 9514 h 10030"/>
              <a:gd name="connsiteX9" fmla="*/ 9498 w 10000"/>
              <a:gd name="connsiteY9" fmla="*/ 9903 h 10030"/>
              <a:gd name="connsiteX10" fmla="*/ 7536 w 10000"/>
              <a:gd name="connsiteY10" fmla="*/ 9993 h 10030"/>
              <a:gd name="connsiteX11" fmla="*/ 6146 w 10000"/>
              <a:gd name="connsiteY11" fmla="*/ 9915 h 10030"/>
              <a:gd name="connsiteX12" fmla="*/ 5448 w 10000"/>
              <a:gd name="connsiteY12" fmla="*/ 9974 h 10030"/>
              <a:gd name="connsiteX13" fmla="*/ 4839 w 10000"/>
              <a:gd name="connsiteY13" fmla="*/ 9982 h 10030"/>
              <a:gd name="connsiteX14" fmla="*/ 3989 w 10000"/>
              <a:gd name="connsiteY14" fmla="*/ 10008 h 10030"/>
              <a:gd name="connsiteX15" fmla="*/ 2 w 10000"/>
              <a:gd name="connsiteY15" fmla="*/ 726 h 10030"/>
              <a:gd name="connsiteX0" fmla="*/ 2 w 10000"/>
              <a:gd name="connsiteY0" fmla="*/ 726 h 10030"/>
              <a:gd name="connsiteX1" fmla="*/ 1740 w 10000"/>
              <a:gd name="connsiteY1" fmla="*/ 158 h 10030"/>
              <a:gd name="connsiteX2" fmla="*/ 5612 w 10000"/>
              <a:gd name="connsiteY2" fmla="*/ 68 h 10030"/>
              <a:gd name="connsiteX3" fmla="*/ 6888 w 10000"/>
              <a:gd name="connsiteY3" fmla="*/ 68 h 10030"/>
              <a:gd name="connsiteX4" fmla="*/ 8739 w 10000"/>
              <a:gd name="connsiteY4" fmla="*/ 88 h 10030"/>
              <a:gd name="connsiteX5" fmla="*/ 9872 w 10000"/>
              <a:gd name="connsiteY5" fmla="*/ 227 h 10030"/>
              <a:gd name="connsiteX6" fmla="*/ 9988 w 10000"/>
              <a:gd name="connsiteY6" fmla="*/ 3493 h 10030"/>
              <a:gd name="connsiteX7" fmla="*/ 9995 w 10000"/>
              <a:gd name="connsiteY7" fmla="*/ 8555 h 10030"/>
              <a:gd name="connsiteX8" fmla="*/ 9916 w 10000"/>
              <a:gd name="connsiteY8" fmla="*/ 9514 h 10030"/>
              <a:gd name="connsiteX9" fmla="*/ 9498 w 10000"/>
              <a:gd name="connsiteY9" fmla="*/ 9903 h 10030"/>
              <a:gd name="connsiteX10" fmla="*/ 7536 w 10000"/>
              <a:gd name="connsiteY10" fmla="*/ 9993 h 10030"/>
              <a:gd name="connsiteX11" fmla="*/ 6146 w 10000"/>
              <a:gd name="connsiteY11" fmla="*/ 9915 h 10030"/>
              <a:gd name="connsiteX12" fmla="*/ 5448 w 10000"/>
              <a:gd name="connsiteY12" fmla="*/ 9974 h 10030"/>
              <a:gd name="connsiteX13" fmla="*/ 4839 w 10000"/>
              <a:gd name="connsiteY13" fmla="*/ 9982 h 10030"/>
              <a:gd name="connsiteX14" fmla="*/ 3989 w 10000"/>
              <a:gd name="connsiteY14" fmla="*/ 10008 h 10030"/>
              <a:gd name="connsiteX15" fmla="*/ 2 w 10000"/>
              <a:gd name="connsiteY15" fmla="*/ 726 h 10030"/>
              <a:gd name="connsiteX0" fmla="*/ 10 w 10008"/>
              <a:gd name="connsiteY0" fmla="*/ 726 h 10120"/>
              <a:gd name="connsiteX1" fmla="*/ 1748 w 10008"/>
              <a:gd name="connsiteY1" fmla="*/ 158 h 10120"/>
              <a:gd name="connsiteX2" fmla="*/ 5620 w 10008"/>
              <a:gd name="connsiteY2" fmla="*/ 68 h 10120"/>
              <a:gd name="connsiteX3" fmla="*/ 6896 w 10008"/>
              <a:gd name="connsiteY3" fmla="*/ 68 h 10120"/>
              <a:gd name="connsiteX4" fmla="*/ 8747 w 10008"/>
              <a:gd name="connsiteY4" fmla="*/ 88 h 10120"/>
              <a:gd name="connsiteX5" fmla="*/ 9880 w 10008"/>
              <a:gd name="connsiteY5" fmla="*/ 227 h 10120"/>
              <a:gd name="connsiteX6" fmla="*/ 9996 w 10008"/>
              <a:gd name="connsiteY6" fmla="*/ 3493 h 10120"/>
              <a:gd name="connsiteX7" fmla="*/ 10003 w 10008"/>
              <a:gd name="connsiteY7" fmla="*/ 8555 h 10120"/>
              <a:gd name="connsiteX8" fmla="*/ 9924 w 10008"/>
              <a:gd name="connsiteY8" fmla="*/ 9514 h 10120"/>
              <a:gd name="connsiteX9" fmla="*/ 9506 w 10008"/>
              <a:gd name="connsiteY9" fmla="*/ 9903 h 10120"/>
              <a:gd name="connsiteX10" fmla="*/ 7544 w 10008"/>
              <a:gd name="connsiteY10" fmla="*/ 9993 h 10120"/>
              <a:gd name="connsiteX11" fmla="*/ 6154 w 10008"/>
              <a:gd name="connsiteY11" fmla="*/ 9915 h 10120"/>
              <a:gd name="connsiteX12" fmla="*/ 5456 w 10008"/>
              <a:gd name="connsiteY12" fmla="*/ 9974 h 10120"/>
              <a:gd name="connsiteX13" fmla="*/ 4847 w 10008"/>
              <a:gd name="connsiteY13" fmla="*/ 9982 h 10120"/>
              <a:gd name="connsiteX14" fmla="*/ 1055 w 10008"/>
              <a:gd name="connsiteY14" fmla="*/ 10102 h 10120"/>
              <a:gd name="connsiteX15" fmla="*/ 10 w 10008"/>
              <a:gd name="connsiteY15" fmla="*/ 726 h 10120"/>
              <a:gd name="connsiteX0" fmla="*/ 192 w 10190"/>
              <a:gd name="connsiteY0" fmla="*/ 726 h 10017"/>
              <a:gd name="connsiteX1" fmla="*/ 1930 w 10190"/>
              <a:gd name="connsiteY1" fmla="*/ 158 h 10017"/>
              <a:gd name="connsiteX2" fmla="*/ 5802 w 10190"/>
              <a:gd name="connsiteY2" fmla="*/ 68 h 10017"/>
              <a:gd name="connsiteX3" fmla="*/ 7078 w 10190"/>
              <a:gd name="connsiteY3" fmla="*/ 68 h 10017"/>
              <a:gd name="connsiteX4" fmla="*/ 8929 w 10190"/>
              <a:gd name="connsiteY4" fmla="*/ 88 h 10017"/>
              <a:gd name="connsiteX5" fmla="*/ 10062 w 10190"/>
              <a:gd name="connsiteY5" fmla="*/ 227 h 10017"/>
              <a:gd name="connsiteX6" fmla="*/ 10178 w 10190"/>
              <a:gd name="connsiteY6" fmla="*/ 3493 h 10017"/>
              <a:gd name="connsiteX7" fmla="*/ 10185 w 10190"/>
              <a:gd name="connsiteY7" fmla="*/ 8555 h 10017"/>
              <a:gd name="connsiteX8" fmla="*/ 10106 w 10190"/>
              <a:gd name="connsiteY8" fmla="*/ 9514 h 10017"/>
              <a:gd name="connsiteX9" fmla="*/ 9688 w 10190"/>
              <a:gd name="connsiteY9" fmla="*/ 9903 h 10017"/>
              <a:gd name="connsiteX10" fmla="*/ 7726 w 10190"/>
              <a:gd name="connsiteY10" fmla="*/ 9993 h 10017"/>
              <a:gd name="connsiteX11" fmla="*/ 6336 w 10190"/>
              <a:gd name="connsiteY11" fmla="*/ 9915 h 10017"/>
              <a:gd name="connsiteX12" fmla="*/ 5638 w 10190"/>
              <a:gd name="connsiteY12" fmla="*/ 9974 h 10017"/>
              <a:gd name="connsiteX13" fmla="*/ 5029 w 10190"/>
              <a:gd name="connsiteY13" fmla="*/ 9982 h 10017"/>
              <a:gd name="connsiteX14" fmla="*/ 115 w 10190"/>
              <a:gd name="connsiteY14" fmla="*/ 9994 h 10017"/>
              <a:gd name="connsiteX15" fmla="*/ 192 w 10190"/>
              <a:gd name="connsiteY15" fmla="*/ 726 h 10017"/>
              <a:gd name="connsiteX0" fmla="*/ 192 w 10190"/>
              <a:gd name="connsiteY0" fmla="*/ 726 h 10048"/>
              <a:gd name="connsiteX1" fmla="*/ 1930 w 10190"/>
              <a:gd name="connsiteY1" fmla="*/ 158 h 10048"/>
              <a:gd name="connsiteX2" fmla="*/ 5802 w 10190"/>
              <a:gd name="connsiteY2" fmla="*/ 68 h 10048"/>
              <a:gd name="connsiteX3" fmla="*/ 7078 w 10190"/>
              <a:gd name="connsiteY3" fmla="*/ 68 h 10048"/>
              <a:gd name="connsiteX4" fmla="*/ 8929 w 10190"/>
              <a:gd name="connsiteY4" fmla="*/ 88 h 10048"/>
              <a:gd name="connsiteX5" fmla="*/ 10062 w 10190"/>
              <a:gd name="connsiteY5" fmla="*/ 227 h 10048"/>
              <a:gd name="connsiteX6" fmla="*/ 10178 w 10190"/>
              <a:gd name="connsiteY6" fmla="*/ 3493 h 10048"/>
              <a:gd name="connsiteX7" fmla="*/ 10185 w 10190"/>
              <a:gd name="connsiteY7" fmla="*/ 8555 h 10048"/>
              <a:gd name="connsiteX8" fmla="*/ 10106 w 10190"/>
              <a:gd name="connsiteY8" fmla="*/ 9514 h 10048"/>
              <a:gd name="connsiteX9" fmla="*/ 9688 w 10190"/>
              <a:gd name="connsiteY9" fmla="*/ 9903 h 10048"/>
              <a:gd name="connsiteX10" fmla="*/ 7726 w 10190"/>
              <a:gd name="connsiteY10" fmla="*/ 9993 h 10048"/>
              <a:gd name="connsiteX11" fmla="*/ 6336 w 10190"/>
              <a:gd name="connsiteY11" fmla="*/ 9915 h 10048"/>
              <a:gd name="connsiteX12" fmla="*/ 5638 w 10190"/>
              <a:gd name="connsiteY12" fmla="*/ 9974 h 10048"/>
              <a:gd name="connsiteX13" fmla="*/ 5029 w 10190"/>
              <a:gd name="connsiteY13" fmla="*/ 9982 h 10048"/>
              <a:gd name="connsiteX14" fmla="*/ 115 w 10190"/>
              <a:gd name="connsiteY14" fmla="*/ 9994 h 10048"/>
              <a:gd name="connsiteX15" fmla="*/ 192 w 10190"/>
              <a:gd name="connsiteY15" fmla="*/ 726 h 10048"/>
              <a:gd name="connsiteX0" fmla="*/ 192 w 10190"/>
              <a:gd name="connsiteY0" fmla="*/ 726 h 10078"/>
              <a:gd name="connsiteX1" fmla="*/ 1930 w 10190"/>
              <a:gd name="connsiteY1" fmla="*/ 158 h 10078"/>
              <a:gd name="connsiteX2" fmla="*/ 5802 w 10190"/>
              <a:gd name="connsiteY2" fmla="*/ 68 h 10078"/>
              <a:gd name="connsiteX3" fmla="*/ 7078 w 10190"/>
              <a:gd name="connsiteY3" fmla="*/ 68 h 10078"/>
              <a:gd name="connsiteX4" fmla="*/ 8929 w 10190"/>
              <a:gd name="connsiteY4" fmla="*/ 88 h 10078"/>
              <a:gd name="connsiteX5" fmla="*/ 10062 w 10190"/>
              <a:gd name="connsiteY5" fmla="*/ 227 h 10078"/>
              <a:gd name="connsiteX6" fmla="*/ 10178 w 10190"/>
              <a:gd name="connsiteY6" fmla="*/ 3493 h 10078"/>
              <a:gd name="connsiteX7" fmla="*/ 10185 w 10190"/>
              <a:gd name="connsiteY7" fmla="*/ 8555 h 10078"/>
              <a:gd name="connsiteX8" fmla="*/ 10106 w 10190"/>
              <a:gd name="connsiteY8" fmla="*/ 9514 h 10078"/>
              <a:gd name="connsiteX9" fmla="*/ 9688 w 10190"/>
              <a:gd name="connsiteY9" fmla="*/ 9903 h 10078"/>
              <a:gd name="connsiteX10" fmla="*/ 7726 w 10190"/>
              <a:gd name="connsiteY10" fmla="*/ 9993 h 10078"/>
              <a:gd name="connsiteX11" fmla="*/ 6336 w 10190"/>
              <a:gd name="connsiteY11" fmla="*/ 9915 h 10078"/>
              <a:gd name="connsiteX12" fmla="*/ 5638 w 10190"/>
              <a:gd name="connsiteY12" fmla="*/ 9974 h 10078"/>
              <a:gd name="connsiteX13" fmla="*/ 1901 w 10190"/>
              <a:gd name="connsiteY13" fmla="*/ 10076 h 10078"/>
              <a:gd name="connsiteX14" fmla="*/ 115 w 10190"/>
              <a:gd name="connsiteY14" fmla="*/ 9994 h 10078"/>
              <a:gd name="connsiteX15" fmla="*/ 192 w 10190"/>
              <a:gd name="connsiteY15" fmla="*/ 726 h 10078"/>
              <a:gd name="connsiteX0" fmla="*/ 192 w 10190"/>
              <a:gd name="connsiteY0" fmla="*/ 726 h 10119"/>
              <a:gd name="connsiteX1" fmla="*/ 1930 w 10190"/>
              <a:gd name="connsiteY1" fmla="*/ 158 h 10119"/>
              <a:gd name="connsiteX2" fmla="*/ 5802 w 10190"/>
              <a:gd name="connsiteY2" fmla="*/ 68 h 10119"/>
              <a:gd name="connsiteX3" fmla="*/ 7078 w 10190"/>
              <a:gd name="connsiteY3" fmla="*/ 68 h 10119"/>
              <a:gd name="connsiteX4" fmla="*/ 8929 w 10190"/>
              <a:gd name="connsiteY4" fmla="*/ 88 h 10119"/>
              <a:gd name="connsiteX5" fmla="*/ 10062 w 10190"/>
              <a:gd name="connsiteY5" fmla="*/ 227 h 10119"/>
              <a:gd name="connsiteX6" fmla="*/ 10178 w 10190"/>
              <a:gd name="connsiteY6" fmla="*/ 3493 h 10119"/>
              <a:gd name="connsiteX7" fmla="*/ 10185 w 10190"/>
              <a:gd name="connsiteY7" fmla="*/ 8555 h 10119"/>
              <a:gd name="connsiteX8" fmla="*/ 10106 w 10190"/>
              <a:gd name="connsiteY8" fmla="*/ 9514 h 10119"/>
              <a:gd name="connsiteX9" fmla="*/ 9688 w 10190"/>
              <a:gd name="connsiteY9" fmla="*/ 9903 h 10119"/>
              <a:gd name="connsiteX10" fmla="*/ 7726 w 10190"/>
              <a:gd name="connsiteY10" fmla="*/ 9993 h 10119"/>
              <a:gd name="connsiteX11" fmla="*/ 6336 w 10190"/>
              <a:gd name="connsiteY11" fmla="*/ 9915 h 10119"/>
              <a:gd name="connsiteX12" fmla="*/ 5638 w 10190"/>
              <a:gd name="connsiteY12" fmla="*/ 9974 h 10119"/>
              <a:gd name="connsiteX13" fmla="*/ 1901 w 10190"/>
              <a:gd name="connsiteY13" fmla="*/ 10076 h 10119"/>
              <a:gd name="connsiteX14" fmla="*/ 115 w 10190"/>
              <a:gd name="connsiteY14" fmla="*/ 9994 h 10119"/>
              <a:gd name="connsiteX15" fmla="*/ 192 w 10190"/>
              <a:gd name="connsiteY15" fmla="*/ 726 h 10119"/>
              <a:gd name="connsiteX0" fmla="*/ 236 w 10234"/>
              <a:gd name="connsiteY0" fmla="*/ 726 h 10080"/>
              <a:gd name="connsiteX1" fmla="*/ 1974 w 10234"/>
              <a:gd name="connsiteY1" fmla="*/ 158 h 10080"/>
              <a:gd name="connsiteX2" fmla="*/ 5846 w 10234"/>
              <a:gd name="connsiteY2" fmla="*/ 68 h 10080"/>
              <a:gd name="connsiteX3" fmla="*/ 7122 w 10234"/>
              <a:gd name="connsiteY3" fmla="*/ 68 h 10080"/>
              <a:gd name="connsiteX4" fmla="*/ 8973 w 10234"/>
              <a:gd name="connsiteY4" fmla="*/ 88 h 10080"/>
              <a:gd name="connsiteX5" fmla="*/ 10106 w 10234"/>
              <a:gd name="connsiteY5" fmla="*/ 227 h 10080"/>
              <a:gd name="connsiteX6" fmla="*/ 10222 w 10234"/>
              <a:gd name="connsiteY6" fmla="*/ 3493 h 10080"/>
              <a:gd name="connsiteX7" fmla="*/ 10229 w 10234"/>
              <a:gd name="connsiteY7" fmla="*/ 8555 h 10080"/>
              <a:gd name="connsiteX8" fmla="*/ 10150 w 10234"/>
              <a:gd name="connsiteY8" fmla="*/ 9514 h 10080"/>
              <a:gd name="connsiteX9" fmla="*/ 9732 w 10234"/>
              <a:gd name="connsiteY9" fmla="*/ 9903 h 10080"/>
              <a:gd name="connsiteX10" fmla="*/ 7770 w 10234"/>
              <a:gd name="connsiteY10" fmla="*/ 9993 h 10080"/>
              <a:gd name="connsiteX11" fmla="*/ 6380 w 10234"/>
              <a:gd name="connsiteY11" fmla="*/ 9915 h 10080"/>
              <a:gd name="connsiteX12" fmla="*/ 5682 w 10234"/>
              <a:gd name="connsiteY12" fmla="*/ 9974 h 10080"/>
              <a:gd name="connsiteX13" fmla="*/ 1945 w 10234"/>
              <a:gd name="connsiteY13" fmla="*/ 10076 h 10080"/>
              <a:gd name="connsiteX14" fmla="*/ 101 w 10234"/>
              <a:gd name="connsiteY14" fmla="*/ 9900 h 10080"/>
              <a:gd name="connsiteX15" fmla="*/ 236 w 10234"/>
              <a:gd name="connsiteY15" fmla="*/ 726 h 10080"/>
              <a:gd name="connsiteX0" fmla="*/ 236 w 10234"/>
              <a:gd name="connsiteY0" fmla="*/ 726 h 10121"/>
              <a:gd name="connsiteX1" fmla="*/ 1974 w 10234"/>
              <a:gd name="connsiteY1" fmla="*/ 158 h 10121"/>
              <a:gd name="connsiteX2" fmla="*/ 5846 w 10234"/>
              <a:gd name="connsiteY2" fmla="*/ 68 h 10121"/>
              <a:gd name="connsiteX3" fmla="*/ 7122 w 10234"/>
              <a:gd name="connsiteY3" fmla="*/ 68 h 10121"/>
              <a:gd name="connsiteX4" fmla="*/ 8973 w 10234"/>
              <a:gd name="connsiteY4" fmla="*/ 88 h 10121"/>
              <a:gd name="connsiteX5" fmla="*/ 10106 w 10234"/>
              <a:gd name="connsiteY5" fmla="*/ 227 h 10121"/>
              <a:gd name="connsiteX6" fmla="*/ 10222 w 10234"/>
              <a:gd name="connsiteY6" fmla="*/ 3493 h 10121"/>
              <a:gd name="connsiteX7" fmla="*/ 10229 w 10234"/>
              <a:gd name="connsiteY7" fmla="*/ 8555 h 10121"/>
              <a:gd name="connsiteX8" fmla="*/ 10150 w 10234"/>
              <a:gd name="connsiteY8" fmla="*/ 9514 h 10121"/>
              <a:gd name="connsiteX9" fmla="*/ 9732 w 10234"/>
              <a:gd name="connsiteY9" fmla="*/ 9903 h 10121"/>
              <a:gd name="connsiteX10" fmla="*/ 7770 w 10234"/>
              <a:gd name="connsiteY10" fmla="*/ 9993 h 10121"/>
              <a:gd name="connsiteX11" fmla="*/ 6380 w 10234"/>
              <a:gd name="connsiteY11" fmla="*/ 9915 h 10121"/>
              <a:gd name="connsiteX12" fmla="*/ 5682 w 10234"/>
              <a:gd name="connsiteY12" fmla="*/ 9974 h 10121"/>
              <a:gd name="connsiteX13" fmla="*/ 1945 w 10234"/>
              <a:gd name="connsiteY13" fmla="*/ 10076 h 10121"/>
              <a:gd name="connsiteX14" fmla="*/ 101 w 10234"/>
              <a:gd name="connsiteY14" fmla="*/ 9900 h 10121"/>
              <a:gd name="connsiteX15" fmla="*/ 236 w 10234"/>
              <a:gd name="connsiteY15" fmla="*/ 726 h 10121"/>
              <a:gd name="connsiteX0" fmla="*/ 268 w 10266"/>
              <a:gd name="connsiteY0" fmla="*/ 726 h 10121"/>
              <a:gd name="connsiteX1" fmla="*/ 2006 w 10266"/>
              <a:gd name="connsiteY1" fmla="*/ 158 h 10121"/>
              <a:gd name="connsiteX2" fmla="*/ 5878 w 10266"/>
              <a:gd name="connsiteY2" fmla="*/ 68 h 10121"/>
              <a:gd name="connsiteX3" fmla="*/ 7154 w 10266"/>
              <a:gd name="connsiteY3" fmla="*/ 68 h 10121"/>
              <a:gd name="connsiteX4" fmla="*/ 9005 w 10266"/>
              <a:gd name="connsiteY4" fmla="*/ 88 h 10121"/>
              <a:gd name="connsiteX5" fmla="*/ 10138 w 10266"/>
              <a:gd name="connsiteY5" fmla="*/ 227 h 10121"/>
              <a:gd name="connsiteX6" fmla="*/ 10254 w 10266"/>
              <a:gd name="connsiteY6" fmla="*/ 3493 h 10121"/>
              <a:gd name="connsiteX7" fmla="*/ 10261 w 10266"/>
              <a:gd name="connsiteY7" fmla="*/ 8555 h 10121"/>
              <a:gd name="connsiteX8" fmla="*/ 10182 w 10266"/>
              <a:gd name="connsiteY8" fmla="*/ 9514 h 10121"/>
              <a:gd name="connsiteX9" fmla="*/ 9764 w 10266"/>
              <a:gd name="connsiteY9" fmla="*/ 9903 h 10121"/>
              <a:gd name="connsiteX10" fmla="*/ 7802 w 10266"/>
              <a:gd name="connsiteY10" fmla="*/ 9993 h 10121"/>
              <a:gd name="connsiteX11" fmla="*/ 6412 w 10266"/>
              <a:gd name="connsiteY11" fmla="*/ 9915 h 10121"/>
              <a:gd name="connsiteX12" fmla="*/ 5714 w 10266"/>
              <a:gd name="connsiteY12" fmla="*/ 9974 h 10121"/>
              <a:gd name="connsiteX13" fmla="*/ 1977 w 10266"/>
              <a:gd name="connsiteY13" fmla="*/ 10076 h 10121"/>
              <a:gd name="connsiteX14" fmla="*/ 133 w 10266"/>
              <a:gd name="connsiteY14" fmla="*/ 9900 h 10121"/>
              <a:gd name="connsiteX15" fmla="*/ 268 w 10266"/>
              <a:gd name="connsiteY15" fmla="*/ 726 h 10121"/>
              <a:gd name="connsiteX0" fmla="*/ 286 w 10284"/>
              <a:gd name="connsiteY0" fmla="*/ 726 h 10121"/>
              <a:gd name="connsiteX1" fmla="*/ 2024 w 10284"/>
              <a:gd name="connsiteY1" fmla="*/ 158 h 10121"/>
              <a:gd name="connsiteX2" fmla="*/ 5896 w 10284"/>
              <a:gd name="connsiteY2" fmla="*/ 68 h 10121"/>
              <a:gd name="connsiteX3" fmla="*/ 7172 w 10284"/>
              <a:gd name="connsiteY3" fmla="*/ 68 h 10121"/>
              <a:gd name="connsiteX4" fmla="*/ 9023 w 10284"/>
              <a:gd name="connsiteY4" fmla="*/ 88 h 10121"/>
              <a:gd name="connsiteX5" fmla="*/ 10156 w 10284"/>
              <a:gd name="connsiteY5" fmla="*/ 227 h 10121"/>
              <a:gd name="connsiteX6" fmla="*/ 10272 w 10284"/>
              <a:gd name="connsiteY6" fmla="*/ 3493 h 10121"/>
              <a:gd name="connsiteX7" fmla="*/ 10279 w 10284"/>
              <a:gd name="connsiteY7" fmla="*/ 8555 h 10121"/>
              <a:gd name="connsiteX8" fmla="*/ 10200 w 10284"/>
              <a:gd name="connsiteY8" fmla="*/ 9514 h 10121"/>
              <a:gd name="connsiteX9" fmla="*/ 9782 w 10284"/>
              <a:gd name="connsiteY9" fmla="*/ 9903 h 10121"/>
              <a:gd name="connsiteX10" fmla="*/ 7820 w 10284"/>
              <a:gd name="connsiteY10" fmla="*/ 9993 h 10121"/>
              <a:gd name="connsiteX11" fmla="*/ 6430 w 10284"/>
              <a:gd name="connsiteY11" fmla="*/ 9915 h 10121"/>
              <a:gd name="connsiteX12" fmla="*/ 5732 w 10284"/>
              <a:gd name="connsiteY12" fmla="*/ 9974 h 10121"/>
              <a:gd name="connsiteX13" fmla="*/ 1995 w 10284"/>
              <a:gd name="connsiteY13" fmla="*/ 10076 h 10121"/>
              <a:gd name="connsiteX14" fmla="*/ 151 w 10284"/>
              <a:gd name="connsiteY14" fmla="*/ 9900 h 10121"/>
              <a:gd name="connsiteX15" fmla="*/ 147 w 10284"/>
              <a:gd name="connsiteY15" fmla="*/ 8347 h 10121"/>
              <a:gd name="connsiteX16" fmla="*/ 286 w 10284"/>
              <a:gd name="connsiteY16" fmla="*/ 726 h 10121"/>
              <a:gd name="connsiteX0" fmla="*/ 286 w 10284"/>
              <a:gd name="connsiteY0" fmla="*/ 726 h 10121"/>
              <a:gd name="connsiteX1" fmla="*/ 2024 w 10284"/>
              <a:gd name="connsiteY1" fmla="*/ 158 h 10121"/>
              <a:gd name="connsiteX2" fmla="*/ 5896 w 10284"/>
              <a:gd name="connsiteY2" fmla="*/ 68 h 10121"/>
              <a:gd name="connsiteX3" fmla="*/ 7172 w 10284"/>
              <a:gd name="connsiteY3" fmla="*/ 68 h 10121"/>
              <a:gd name="connsiteX4" fmla="*/ 9023 w 10284"/>
              <a:gd name="connsiteY4" fmla="*/ 88 h 10121"/>
              <a:gd name="connsiteX5" fmla="*/ 10156 w 10284"/>
              <a:gd name="connsiteY5" fmla="*/ 227 h 10121"/>
              <a:gd name="connsiteX6" fmla="*/ 10272 w 10284"/>
              <a:gd name="connsiteY6" fmla="*/ 3493 h 10121"/>
              <a:gd name="connsiteX7" fmla="*/ 10279 w 10284"/>
              <a:gd name="connsiteY7" fmla="*/ 8555 h 10121"/>
              <a:gd name="connsiteX8" fmla="*/ 10200 w 10284"/>
              <a:gd name="connsiteY8" fmla="*/ 9514 h 10121"/>
              <a:gd name="connsiteX9" fmla="*/ 9782 w 10284"/>
              <a:gd name="connsiteY9" fmla="*/ 9903 h 10121"/>
              <a:gd name="connsiteX10" fmla="*/ 7820 w 10284"/>
              <a:gd name="connsiteY10" fmla="*/ 9993 h 10121"/>
              <a:gd name="connsiteX11" fmla="*/ 6430 w 10284"/>
              <a:gd name="connsiteY11" fmla="*/ 9915 h 10121"/>
              <a:gd name="connsiteX12" fmla="*/ 5732 w 10284"/>
              <a:gd name="connsiteY12" fmla="*/ 9974 h 10121"/>
              <a:gd name="connsiteX13" fmla="*/ 1995 w 10284"/>
              <a:gd name="connsiteY13" fmla="*/ 10076 h 10121"/>
              <a:gd name="connsiteX14" fmla="*/ 151 w 10284"/>
              <a:gd name="connsiteY14" fmla="*/ 9900 h 10121"/>
              <a:gd name="connsiteX15" fmla="*/ 147 w 10284"/>
              <a:gd name="connsiteY15" fmla="*/ 8347 h 10121"/>
              <a:gd name="connsiteX16" fmla="*/ 286 w 10284"/>
              <a:gd name="connsiteY16" fmla="*/ 726 h 10121"/>
              <a:gd name="connsiteX0" fmla="*/ 286 w 10284"/>
              <a:gd name="connsiteY0" fmla="*/ 754 h 10149"/>
              <a:gd name="connsiteX1" fmla="*/ 2024 w 10284"/>
              <a:gd name="connsiteY1" fmla="*/ 186 h 10149"/>
              <a:gd name="connsiteX2" fmla="*/ 5896 w 10284"/>
              <a:gd name="connsiteY2" fmla="*/ 96 h 10149"/>
              <a:gd name="connsiteX3" fmla="*/ 7172 w 10284"/>
              <a:gd name="connsiteY3" fmla="*/ 96 h 10149"/>
              <a:gd name="connsiteX4" fmla="*/ 9023 w 10284"/>
              <a:gd name="connsiteY4" fmla="*/ 116 h 10149"/>
              <a:gd name="connsiteX5" fmla="*/ 10156 w 10284"/>
              <a:gd name="connsiteY5" fmla="*/ 255 h 10149"/>
              <a:gd name="connsiteX6" fmla="*/ 10272 w 10284"/>
              <a:gd name="connsiteY6" fmla="*/ 3521 h 10149"/>
              <a:gd name="connsiteX7" fmla="*/ 10279 w 10284"/>
              <a:gd name="connsiteY7" fmla="*/ 8583 h 10149"/>
              <a:gd name="connsiteX8" fmla="*/ 10200 w 10284"/>
              <a:gd name="connsiteY8" fmla="*/ 9542 h 10149"/>
              <a:gd name="connsiteX9" fmla="*/ 9782 w 10284"/>
              <a:gd name="connsiteY9" fmla="*/ 9931 h 10149"/>
              <a:gd name="connsiteX10" fmla="*/ 7820 w 10284"/>
              <a:gd name="connsiteY10" fmla="*/ 10021 h 10149"/>
              <a:gd name="connsiteX11" fmla="*/ 6430 w 10284"/>
              <a:gd name="connsiteY11" fmla="*/ 9943 h 10149"/>
              <a:gd name="connsiteX12" fmla="*/ 5732 w 10284"/>
              <a:gd name="connsiteY12" fmla="*/ 10002 h 10149"/>
              <a:gd name="connsiteX13" fmla="*/ 1995 w 10284"/>
              <a:gd name="connsiteY13" fmla="*/ 10104 h 10149"/>
              <a:gd name="connsiteX14" fmla="*/ 151 w 10284"/>
              <a:gd name="connsiteY14" fmla="*/ 9928 h 10149"/>
              <a:gd name="connsiteX15" fmla="*/ 147 w 10284"/>
              <a:gd name="connsiteY15" fmla="*/ 8375 h 10149"/>
              <a:gd name="connsiteX16" fmla="*/ 286 w 10284"/>
              <a:gd name="connsiteY16" fmla="*/ 754 h 10149"/>
              <a:gd name="connsiteX0" fmla="*/ 286 w 10284"/>
              <a:gd name="connsiteY0" fmla="*/ 754 h 10149"/>
              <a:gd name="connsiteX1" fmla="*/ 2024 w 10284"/>
              <a:gd name="connsiteY1" fmla="*/ 186 h 10149"/>
              <a:gd name="connsiteX2" fmla="*/ 5896 w 10284"/>
              <a:gd name="connsiteY2" fmla="*/ 96 h 10149"/>
              <a:gd name="connsiteX3" fmla="*/ 7172 w 10284"/>
              <a:gd name="connsiteY3" fmla="*/ 96 h 10149"/>
              <a:gd name="connsiteX4" fmla="*/ 9023 w 10284"/>
              <a:gd name="connsiteY4" fmla="*/ 116 h 10149"/>
              <a:gd name="connsiteX5" fmla="*/ 10156 w 10284"/>
              <a:gd name="connsiteY5" fmla="*/ 255 h 10149"/>
              <a:gd name="connsiteX6" fmla="*/ 10272 w 10284"/>
              <a:gd name="connsiteY6" fmla="*/ 3521 h 10149"/>
              <a:gd name="connsiteX7" fmla="*/ 10279 w 10284"/>
              <a:gd name="connsiteY7" fmla="*/ 8583 h 10149"/>
              <a:gd name="connsiteX8" fmla="*/ 10200 w 10284"/>
              <a:gd name="connsiteY8" fmla="*/ 9542 h 10149"/>
              <a:gd name="connsiteX9" fmla="*/ 9782 w 10284"/>
              <a:gd name="connsiteY9" fmla="*/ 9931 h 10149"/>
              <a:gd name="connsiteX10" fmla="*/ 7820 w 10284"/>
              <a:gd name="connsiteY10" fmla="*/ 10021 h 10149"/>
              <a:gd name="connsiteX11" fmla="*/ 6430 w 10284"/>
              <a:gd name="connsiteY11" fmla="*/ 9943 h 10149"/>
              <a:gd name="connsiteX12" fmla="*/ 5732 w 10284"/>
              <a:gd name="connsiteY12" fmla="*/ 10002 h 10149"/>
              <a:gd name="connsiteX13" fmla="*/ 1995 w 10284"/>
              <a:gd name="connsiteY13" fmla="*/ 10104 h 10149"/>
              <a:gd name="connsiteX14" fmla="*/ 151 w 10284"/>
              <a:gd name="connsiteY14" fmla="*/ 9928 h 10149"/>
              <a:gd name="connsiteX15" fmla="*/ 147 w 10284"/>
              <a:gd name="connsiteY15" fmla="*/ 8375 h 10149"/>
              <a:gd name="connsiteX16" fmla="*/ 286 w 10284"/>
              <a:gd name="connsiteY16" fmla="*/ 754 h 10149"/>
              <a:gd name="connsiteX0" fmla="*/ 286 w 10284"/>
              <a:gd name="connsiteY0" fmla="*/ 788 h 10183"/>
              <a:gd name="connsiteX1" fmla="*/ 2024 w 10284"/>
              <a:gd name="connsiteY1" fmla="*/ 220 h 10183"/>
              <a:gd name="connsiteX2" fmla="*/ 5896 w 10284"/>
              <a:gd name="connsiteY2" fmla="*/ 130 h 10183"/>
              <a:gd name="connsiteX3" fmla="*/ 7172 w 10284"/>
              <a:gd name="connsiteY3" fmla="*/ 130 h 10183"/>
              <a:gd name="connsiteX4" fmla="*/ 9023 w 10284"/>
              <a:gd name="connsiteY4" fmla="*/ 150 h 10183"/>
              <a:gd name="connsiteX5" fmla="*/ 10156 w 10284"/>
              <a:gd name="connsiteY5" fmla="*/ 289 h 10183"/>
              <a:gd name="connsiteX6" fmla="*/ 10272 w 10284"/>
              <a:gd name="connsiteY6" fmla="*/ 3555 h 10183"/>
              <a:gd name="connsiteX7" fmla="*/ 10279 w 10284"/>
              <a:gd name="connsiteY7" fmla="*/ 8617 h 10183"/>
              <a:gd name="connsiteX8" fmla="*/ 10200 w 10284"/>
              <a:gd name="connsiteY8" fmla="*/ 9576 h 10183"/>
              <a:gd name="connsiteX9" fmla="*/ 9782 w 10284"/>
              <a:gd name="connsiteY9" fmla="*/ 9965 h 10183"/>
              <a:gd name="connsiteX10" fmla="*/ 7820 w 10284"/>
              <a:gd name="connsiteY10" fmla="*/ 10055 h 10183"/>
              <a:gd name="connsiteX11" fmla="*/ 6430 w 10284"/>
              <a:gd name="connsiteY11" fmla="*/ 9977 h 10183"/>
              <a:gd name="connsiteX12" fmla="*/ 5732 w 10284"/>
              <a:gd name="connsiteY12" fmla="*/ 10036 h 10183"/>
              <a:gd name="connsiteX13" fmla="*/ 1995 w 10284"/>
              <a:gd name="connsiteY13" fmla="*/ 10138 h 10183"/>
              <a:gd name="connsiteX14" fmla="*/ 151 w 10284"/>
              <a:gd name="connsiteY14" fmla="*/ 9962 h 10183"/>
              <a:gd name="connsiteX15" fmla="*/ 147 w 10284"/>
              <a:gd name="connsiteY15" fmla="*/ 8409 h 10183"/>
              <a:gd name="connsiteX16" fmla="*/ 286 w 10284"/>
              <a:gd name="connsiteY16" fmla="*/ 788 h 10183"/>
              <a:gd name="connsiteX0" fmla="*/ 286 w 10284"/>
              <a:gd name="connsiteY0" fmla="*/ 658 h 10053"/>
              <a:gd name="connsiteX1" fmla="*/ 2024 w 10284"/>
              <a:gd name="connsiteY1" fmla="*/ 90 h 10053"/>
              <a:gd name="connsiteX2" fmla="*/ 5896 w 10284"/>
              <a:gd name="connsiteY2" fmla="*/ 0 h 10053"/>
              <a:gd name="connsiteX3" fmla="*/ 7172 w 10284"/>
              <a:gd name="connsiteY3" fmla="*/ 0 h 10053"/>
              <a:gd name="connsiteX4" fmla="*/ 9023 w 10284"/>
              <a:gd name="connsiteY4" fmla="*/ 20 h 10053"/>
              <a:gd name="connsiteX5" fmla="*/ 10156 w 10284"/>
              <a:gd name="connsiteY5" fmla="*/ 159 h 10053"/>
              <a:gd name="connsiteX6" fmla="*/ 10272 w 10284"/>
              <a:gd name="connsiteY6" fmla="*/ 3425 h 10053"/>
              <a:gd name="connsiteX7" fmla="*/ 10279 w 10284"/>
              <a:gd name="connsiteY7" fmla="*/ 8487 h 10053"/>
              <a:gd name="connsiteX8" fmla="*/ 10200 w 10284"/>
              <a:gd name="connsiteY8" fmla="*/ 9446 h 10053"/>
              <a:gd name="connsiteX9" fmla="*/ 9782 w 10284"/>
              <a:gd name="connsiteY9" fmla="*/ 9835 h 10053"/>
              <a:gd name="connsiteX10" fmla="*/ 7820 w 10284"/>
              <a:gd name="connsiteY10" fmla="*/ 9925 h 10053"/>
              <a:gd name="connsiteX11" fmla="*/ 6430 w 10284"/>
              <a:gd name="connsiteY11" fmla="*/ 9847 h 10053"/>
              <a:gd name="connsiteX12" fmla="*/ 5732 w 10284"/>
              <a:gd name="connsiteY12" fmla="*/ 9906 h 10053"/>
              <a:gd name="connsiteX13" fmla="*/ 1995 w 10284"/>
              <a:gd name="connsiteY13" fmla="*/ 10008 h 10053"/>
              <a:gd name="connsiteX14" fmla="*/ 151 w 10284"/>
              <a:gd name="connsiteY14" fmla="*/ 9832 h 10053"/>
              <a:gd name="connsiteX15" fmla="*/ 147 w 10284"/>
              <a:gd name="connsiteY15" fmla="*/ 8279 h 10053"/>
              <a:gd name="connsiteX16" fmla="*/ 286 w 10284"/>
              <a:gd name="connsiteY16" fmla="*/ 658 h 10053"/>
              <a:gd name="connsiteX0" fmla="*/ 298 w 10284"/>
              <a:gd name="connsiteY0" fmla="*/ 443 h 10053"/>
              <a:gd name="connsiteX1" fmla="*/ 2024 w 10284"/>
              <a:gd name="connsiteY1" fmla="*/ 90 h 10053"/>
              <a:gd name="connsiteX2" fmla="*/ 5896 w 10284"/>
              <a:gd name="connsiteY2" fmla="*/ 0 h 10053"/>
              <a:gd name="connsiteX3" fmla="*/ 7172 w 10284"/>
              <a:gd name="connsiteY3" fmla="*/ 0 h 10053"/>
              <a:gd name="connsiteX4" fmla="*/ 9023 w 10284"/>
              <a:gd name="connsiteY4" fmla="*/ 20 h 10053"/>
              <a:gd name="connsiteX5" fmla="*/ 10156 w 10284"/>
              <a:gd name="connsiteY5" fmla="*/ 159 h 10053"/>
              <a:gd name="connsiteX6" fmla="*/ 10272 w 10284"/>
              <a:gd name="connsiteY6" fmla="*/ 3425 h 10053"/>
              <a:gd name="connsiteX7" fmla="*/ 10279 w 10284"/>
              <a:gd name="connsiteY7" fmla="*/ 8487 h 10053"/>
              <a:gd name="connsiteX8" fmla="*/ 10200 w 10284"/>
              <a:gd name="connsiteY8" fmla="*/ 9446 h 10053"/>
              <a:gd name="connsiteX9" fmla="*/ 9782 w 10284"/>
              <a:gd name="connsiteY9" fmla="*/ 9835 h 10053"/>
              <a:gd name="connsiteX10" fmla="*/ 7820 w 10284"/>
              <a:gd name="connsiteY10" fmla="*/ 9925 h 10053"/>
              <a:gd name="connsiteX11" fmla="*/ 6430 w 10284"/>
              <a:gd name="connsiteY11" fmla="*/ 9847 h 10053"/>
              <a:gd name="connsiteX12" fmla="*/ 5732 w 10284"/>
              <a:gd name="connsiteY12" fmla="*/ 9906 h 10053"/>
              <a:gd name="connsiteX13" fmla="*/ 1995 w 10284"/>
              <a:gd name="connsiteY13" fmla="*/ 10008 h 10053"/>
              <a:gd name="connsiteX14" fmla="*/ 151 w 10284"/>
              <a:gd name="connsiteY14" fmla="*/ 9832 h 10053"/>
              <a:gd name="connsiteX15" fmla="*/ 147 w 10284"/>
              <a:gd name="connsiteY15" fmla="*/ 8279 h 10053"/>
              <a:gd name="connsiteX16" fmla="*/ 298 w 10284"/>
              <a:gd name="connsiteY16" fmla="*/ 443 h 10053"/>
              <a:gd name="connsiteX0" fmla="*/ 298 w 10284"/>
              <a:gd name="connsiteY0" fmla="*/ 443 h 10053"/>
              <a:gd name="connsiteX1" fmla="*/ 2024 w 10284"/>
              <a:gd name="connsiteY1" fmla="*/ 90 h 10053"/>
              <a:gd name="connsiteX2" fmla="*/ 5896 w 10284"/>
              <a:gd name="connsiteY2" fmla="*/ 0 h 10053"/>
              <a:gd name="connsiteX3" fmla="*/ 7172 w 10284"/>
              <a:gd name="connsiteY3" fmla="*/ 0 h 10053"/>
              <a:gd name="connsiteX4" fmla="*/ 9023 w 10284"/>
              <a:gd name="connsiteY4" fmla="*/ 20 h 10053"/>
              <a:gd name="connsiteX5" fmla="*/ 10156 w 10284"/>
              <a:gd name="connsiteY5" fmla="*/ 159 h 10053"/>
              <a:gd name="connsiteX6" fmla="*/ 10272 w 10284"/>
              <a:gd name="connsiteY6" fmla="*/ 3425 h 10053"/>
              <a:gd name="connsiteX7" fmla="*/ 10279 w 10284"/>
              <a:gd name="connsiteY7" fmla="*/ 8487 h 10053"/>
              <a:gd name="connsiteX8" fmla="*/ 10200 w 10284"/>
              <a:gd name="connsiteY8" fmla="*/ 9446 h 10053"/>
              <a:gd name="connsiteX9" fmla="*/ 9782 w 10284"/>
              <a:gd name="connsiteY9" fmla="*/ 9835 h 10053"/>
              <a:gd name="connsiteX10" fmla="*/ 7820 w 10284"/>
              <a:gd name="connsiteY10" fmla="*/ 9925 h 10053"/>
              <a:gd name="connsiteX11" fmla="*/ 6430 w 10284"/>
              <a:gd name="connsiteY11" fmla="*/ 9847 h 10053"/>
              <a:gd name="connsiteX12" fmla="*/ 5732 w 10284"/>
              <a:gd name="connsiteY12" fmla="*/ 9906 h 10053"/>
              <a:gd name="connsiteX13" fmla="*/ 1995 w 10284"/>
              <a:gd name="connsiteY13" fmla="*/ 10008 h 10053"/>
              <a:gd name="connsiteX14" fmla="*/ 151 w 10284"/>
              <a:gd name="connsiteY14" fmla="*/ 9832 h 10053"/>
              <a:gd name="connsiteX15" fmla="*/ 147 w 10284"/>
              <a:gd name="connsiteY15" fmla="*/ 8279 h 10053"/>
              <a:gd name="connsiteX16" fmla="*/ 298 w 10284"/>
              <a:gd name="connsiteY16" fmla="*/ 443 h 10053"/>
              <a:gd name="connsiteX0" fmla="*/ 298 w 10284"/>
              <a:gd name="connsiteY0" fmla="*/ 443 h 10053"/>
              <a:gd name="connsiteX1" fmla="*/ 2024 w 10284"/>
              <a:gd name="connsiteY1" fmla="*/ 90 h 10053"/>
              <a:gd name="connsiteX2" fmla="*/ 5896 w 10284"/>
              <a:gd name="connsiteY2" fmla="*/ 0 h 10053"/>
              <a:gd name="connsiteX3" fmla="*/ 7172 w 10284"/>
              <a:gd name="connsiteY3" fmla="*/ 0 h 10053"/>
              <a:gd name="connsiteX4" fmla="*/ 9023 w 10284"/>
              <a:gd name="connsiteY4" fmla="*/ 20 h 10053"/>
              <a:gd name="connsiteX5" fmla="*/ 10156 w 10284"/>
              <a:gd name="connsiteY5" fmla="*/ 159 h 10053"/>
              <a:gd name="connsiteX6" fmla="*/ 10272 w 10284"/>
              <a:gd name="connsiteY6" fmla="*/ 3425 h 10053"/>
              <a:gd name="connsiteX7" fmla="*/ 10279 w 10284"/>
              <a:gd name="connsiteY7" fmla="*/ 8487 h 10053"/>
              <a:gd name="connsiteX8" fmla="*/ 10200 w 10284"/>
              <a:gd name="connsiteY8" fmla="*/ 9446 h 10053"/>
              <a:gd name="connsiteX9" fmla="*/ 9782 w 10284"/>
              <a:gd name="connsiteY9" fmla="*/ 9835 h 10053"/>
              <a:gd name="connsiteX10" fmla="*/ 7820 w 10284"/>
              <a:gd name="connsiteY10" fmla="*/ 9925 h 10053"/>
              <a:gd name="connsiteX11" fmla="*/ 6430 w 10284"/>
              <a:gd name="connsiteY11" fmla="*/ 9847 h 10053"/>
              <a:gd name="connsiteX12" fmla="*/ 5732 w 10284"/>
              <a:gd name="connsiteY12" fmla="*/ 9906 h 10053"/>
              <a:gd name="connsiteX13" fmla="*/ 1995 w 10284"/>
              <a:gd name="connsiteY13" fmla="*/ 10008 h 10053"/>
              <a:gd name="connsiteX14" fmla="*/ 151 w 10284"/>
              <a:gd name="connsiteY14" fmla="*/ 9832 h 10053"/>
              <a:gd name="connsiteX15" fmla="*/ 147 w 10284"/>
              <a:gd name="connsiteY15" fmla="*/ 8279 h 10053"/>
              <a:gd name="connsiteX16" fmla="*/ 298 w 10284"/>
              <a:gd name="connsiteY16" fmla="*/ 443 h 10053"/>
              <a:gd name="connsiteX0" fmla="*/ 306 w 10292"/>
              <a:gd name="connsiteY0" fmla="*/ 443 h 10053"/>
              <a:gd name="connsiteX1" fmla="*/ 2032 w 10292"/>
              <a:gd name="connsiteY1" fmla="*/ 90 h 10053"/>
              <a:gd name="connsiteX2" fmla="*/ 5904 w 10292"/>
              <a:gd name="connsiteY2" fmla="*/ 0 h 10053"/>
              <a:gd name="connsiteX3" fmla="*/ 7180 w 10292"/>
              <a:gd name="connsiteY3" fmla="*/ 0 h 10053"/>
              <a:gd name="connsiteX4" fmla="*/ 9031 w 10292"/>
              <a:gd name="connsiteY4" fmla="*/ 20 h 10053"/>
              <a:gd name="connsiteX5" fmla="*/ 10164 w 10292"/>
              <a:gd name="connsiteY5" fmla="*/ 159 h 10053"/>
              <a:gd name="connsiteX6" fmla="*/ 10280 w 10292"/>
              <a:gd name="connsiteY6" fmla="*/ 3425 h 10053"/>
              <a:gd name="connsiteX7" fmla="*/ 10287 w 10292"/>
              <a:gd name="connsiteY7" fmla="*/ 8487 h 10053"/>
              <a:gd name="connsiteX8" fmla="*/ 10208 w 10292"/>
              <a:gd name="connsiteY8" fmla="*/ 9446 h 10053"/>
              <a:gd name="connsiteX9" fmla="*/ 9790 w 10292"/>
              <a:gd name="connsiteY9" fmla="*/ 9835 h 10053"/>
              <a:gd name="connsiteX10" fmla="*/ 7828 w 10292"/>
              <a:gd name="connsiteY10" fmla="*/ 9925 h 10053"/>
              <a:gd name="connsiteX11" fmla="*/ 6438 w 10292"/>
              <a:gd name="connsiteY11" fmla="*/ 9847 h 10053"/>
              <a:gd name="connsiteX12" fmla="*/ 5740 w 10292"/>
              <a:gd name="connsiteY12" fmla="*/ 9906 h 10053"/>
              <a:gd name="connsiteX13" fmla="*/ 2003 w 10292"/>
              <a:gd name="connsiteY13" fmla="*/ 10008 h 10053"/>
              <a:gd name="connsiteX14" fmla="*/ 159 w 10292"/>
              <a:gd name="connsiteY14" fmla="*/ 9832 h 10053"/>
              <a:gd name="connsiteX15" fmla="*/ 128 w 10292"/>
              <a:gd name="connsiteY15" fmla="*/ 8319 h 10053"/>
              <a:gd name="connsiteX16" fmla="*/ 306 w 10292"/>
              <a:gd name="connsiteY16" fmla="*/ 443 h 10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292" h="10053">
                <a:moveTo>
                  <a:pt x="306" y="443"/>
                </a:moveTo>
                <a:cubicBezTo>
                  <a:pt x="445" y="-77"/>
                  <a:pt x="1706" y="-21"/>
                  <a:pt x="2032" y="90"/>
                </a:cubicBezTo>
                <a:cubicBezTo>
                  <a:pt x="2524" y="35"/>
                  <a:pt x="5047" y="17"/>
                  <a:pt x="5904" y="0"/>
                </a:cubicBezTo>
                <a:lnTo>
                  <a:pt x="7180" y="0"/>
                </a:lnTo>
                <a:lnTo>
                  <a:pt x="9031" y="20"/>
                </a:lnTo>
                <a:cubicBezTo>
                  <a:pt x="9528" y="46"/>
                  <a:pt x="9980" y="-54"/>
                  <a:pt x="10164" y="159"/>
                </a:cubicBezTo>
                <a:cubicBezTo>
                  <a:pt x="10292" y="763"/>
                  <a:pt x="10292" y="-223"/>
                  <a:pt x="10280" y="3425"/>
                </a:cubicBezTo>
                <a:cubicBezTo>
                  <a:pt x="10267" y="7071"/>
                  <a:pt x="10306" y="5703"/>
                  <a:pt x="10287" y="8487"/>
                </a:cubicBezTo>
                <a:cubicBezTo>
                  <a:pt x="10269" y="9439"/>
                  <a:pt x="10213" y="9454"/>
                  <a:pt x="10208" y="9446"/>
                </a:cubicBezTo>
                <a:cubicBezTo>
                  <a:pt x="10089" y="9817"/>
                  <a:pt x="10186" y="9756"/>
                  <a:pt x="9790" y="9835"/>
                </a:cubicBezTo>
                <a:cubicBezTo>
                  <a:pt x="9393" y="9915"/>
                  <a:pt x="8386" y="9923"/>
                  <a:pt x="7828" y="9925"/>
                </a:cubicBezTo>
                <a:cubicBezTo>
                  <a:pt x="7270" y="9927"/>
                  <a:pt x="7138" y="9847"/>
                  <a:pt x="6438" y="9847"/>
                </a:cubicBezTo>
                <a:cubicBezTo>
                  <a:pt x="5856" y="9997"/>
                  <a:pt x="6002" y="9904"/>
                  <a:pt x="5740" y="9906"/>
                </a:cubicBezTo>
                <a:cubicBezTo>
                  <a:pt x="5573" y="9879"/>
                  <a:pt x="2229" y="10030"/>
                  <a:pt x="2003" y="10008"/>
                </a:cubicBezTo>
                <a:cubicBezTo>
                  <a:pt x="1900" y="10012"/>
                  <a:pt x="576" y="10185"/>
                  <a:pt x="159" y="9832"/>
                </a:cubicBezTo>
                <a:cubicBezTo>
                  <a:pt x="-169" y="9461"/>
                  <a:pt x="106" y="9848"/>
                  <a:pt x="128" y="8319"/>
                </a:cubicBezTo>
                <a:cubicBezTo>
                  <a:pt x="150" y="6790"/>
                  <a:pt x="174" y="1133"/>
                  <a:pt x="306" y="443"/>
                </a:cubicBezTo>
                <a:close/>
              </a:path>
            </a:pathLst>
          </a:cu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Afbeelding invoegen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F694E61-8E39-11F0-660E-C7B515F819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10348448" cy="1751699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3018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5" grpId="0"/>
          <p:bldP spid="6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5" grpId="0"/>
          <p:bldP spid="6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Plezi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nl-NL"/>
              <a:t>TITEL</a:t>
            </a:r>
          </a:p>
        </p:txBody>
      </p:sp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658D61BD-35C1-EE1D-B461-104996DD7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4757738" cy="3529013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8553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5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5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5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5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dia Plezi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4">
            <a:extLst>
              <a:ext uri="{FF2B5EF4-FFF2-40B4-BE49-F238E27FC236}">
                <a16:creationId xmlns:a16="http://schemas.microsoft.com/office/drawing/2014/main" id="{EDAF89A6-F927-AE55-4FE0-FDD66FB95AD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9708" y="208288"/>
            <a:ext cx="11772584" cy="6441424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284 w 10000"/>
              <a:gd name="connsiteY0" fmla="*/ 232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284 w 10000"/>
              <a:gd name="connsiteY10" fmla="*/ 232 h 10000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29 h 10297"/>
              <a:gd name="connsiteX1" fmla="*/ 2311 w 10000"/>
              <a:gd name="connsiteY1" fmla="*/ 27 h 10297"/>
              <a:gd name="connsiteX2" fmla="*/ 3638 w 10000"/>
              <a:gd name="connsiteY2" fmla="*/ 1175 h 10297"/>
              <a:gd name="connsiteX3" fmla="*/ 7500 w 10000"/>
              <a:gd name="connsiteY3" fmla="*/ 297 h 10297"/>
              <a:gd name="connsiteX4" fmla="*/ 10000 w 10000"/>
              <a:gd name="connsiteY4" fmla="*/ 1297 h 10297"/>
              <a:gd name="connsiteX5" fmla="*/ 10000 w 10000"/>
              <a:gd name="connsiteY5" fmla="*/ 9297 h 10297"/>
              <a:gd name="connsiteX6" fmla="*/ 7500 w 10000"/>
              <a:gd name="connsiteY6" fmla="*/ 8297 h 10297"/>
              <a:gd name="connsiteX7" fmla="*/ 5000 w 10000"/>
              <a:gd name="connsiteY7" fmla="*/ 9297 h 10297"/>
              <a:gd name="connsiteX8" fmla="*/ 2500 w 10000"/>
              <a:gd name="connsiteY8" fmla="*/ 10297 h 10297"/>
              <a:gd name="connsiteX9" fmla="*/ 0 w 10000"/>
              <a:gd name="connsiteY9" fmla="*/ 9297 h 10297"/>
              <a:gd name="connsiteX10" fmla="*/ 284 w 10000"/>
              <a:gd name="connsiteY10" fmla="*/ 529 h 10297"/>
              <a:gd name="connsiteX0" fmla="*/ 284 w 10000"/>
              <a:gd name="connsiteY0" fmla="*/ 510 h 10278"/>
              <a:gd name="connsiteX1" fmla="*/ 1944 w 10000"/>
              <a:gd name="connsiteY1" fmla="*/ 30 h 10278"/>
              <a:gd name="connsiteX2" fmla="*/ 3638 w 10000"/>
              <a:gd name="connsiteY2" fmla="*/ 1156 h 10278"/>
              <a:gd name="connsiteX3" fmla="*/ 7500 w 10000"/>
              <a:gd name="connsiteY3" fmla="*/ 278 h 10278"/>
              <a:gd name="connsiteX4" fmla="*/ 10000 w 10000"/>
              <a:gd name="connsiteY4" fmla="*/ 1278 h 10278"/>
              <a:gd name="connsiteX5" fmla="*/ 10000 w 10000"/>
              <a:gd name="connsiteY5" fmla="*/ 9278 h 10278"/>
              <a:gd name="connsiteX6" fmla="*/ 7500 w 10000"/>
              <a:gd name="connsiteY6" fmla="*/ 8278 h 10278"/>
              <a:gd name="connsiteX7" fmla="*/ 5000 w 10000"/>
              <a:gd name="connsiteY7" fmla="*/ 9278 h 10278"/>
              <a:gd name="connsiteX8" fmla="*/ 2500 w 10000"/>
              <a:gd name="connsiteY8" fmla="*/ 10278 h 10278"/>
              <a:gd name="connsiteX9" fmla="*/ 0 w 10000"/>
              <a:gd name="connsiteY9" fmla="*/ 9278 h 10278"/>
              <a:gd name="connsiteX10" fmla="*/ 284 w 10000"/>
              <a:gd name="connsiteY10" fmla="*/ 510 h 10278"/>
              <a:gd name="connsiteX0" fmla="*/ 284 w 10000"/>
              <a:gd name="connsiteY0" fmla="*/ 483 h 10251"/>
              <a:gd name="connsiteX1" fmla="*/ 1944 w 10000"/>
              <a:gd name="connsiteY1" fmla="*/ 3 h 10251"/>
              <a:gd name="connsiteX2" fmla="*/ 3638 w 10000"/>
              <a:gd name="connsiteY2" fmla="*/ 1129 h 10251"/>
              <a:gd name="connsiteX3" fmla="*/ 7500 w 10000"/>
              <a:gd name="connsiteY3" fmla="*/ 251 h 10251"/>
              <a:gd name="connsiteX4" fmla="*/ 10000 w 10000"/>
              <a:gd name="connsiteY4" fmla="*/ 1251 h 10251"/>
              <a:gd name="connsiteX5" fmla="*/ 10000 w 10000"/>
              <a:gd name="connsiteY5" fmla="*/ 9251 h 10251"/>
              <a:gd name="connsiteX6" fmla="*/ 7500 w 10000"/>
              <a:gd name="connsiteY6" fmla="*/ 8251 h 10251"/>
              <a:gd name="connsiteX7" fmla="*/ 5000 w 10000"/>
              <a:gd name="connsiteY7" fmla="*/ 9251 h 10251"/>
              <a:gd name="connsiteX8" fmla="*/ 2500 w 10000"/>
              <a:gd name="connsiteY8" fmla="*/ 10251 h 10251"/>
              <a:gd name="connsiteX9" fmla="*/ 0 w 10000"/>
              <a:gd name="connsiteY9" fmla="*/ 9251 h 10251"/>
              <a:gd name="connsiteX10" fmla="*/ 284 w 10000"/>
              <a:gd name="connsiteY10" fmla="*/ 483 h 10251"/>
              <a:gd name="connsiteX0" fmla="*/ 284 w 10000"/>
              <a:gd name="connsiteY0" fmla="*/ 501 h 10269"/>
              <a:gd name="connsiteX1" fmla="*/ 1944 w 10000"/>
              <a:gd name="connsiteY1" fmla="*/ 21 h 10269"/>
              <a:gd name="connsiteX2" fmla="*/ 4100 w 10000"/>
              <a:gd name="connsiteY2" fmla="*/ 101 h 10269"/>
              <a:gd name="connsiteX3" fmla="*/ 7500 w 10000"/>
              <a:gd name="connsiteY3" fmla="*/ 269 h 10269"/>
              <a:gd name="connsiteX4" fmla="*/ 10000 w 10000"/>
              <a:gd name="connsiteY4" fmla="*/ 1269 h 10269"/>
              <a:gd name="connsiteX5" fmla="*/ 10000 w 10000"/>
              <a:gd name="connsiteY5" fmla="*/ 9269 h 10269"/>
              <a:gd name="connsiteX6" fmla="*/ 7500 w 10000"/>
              <a:gd name="connsiteY6" fmla="*/ 8269 h 10269"/>
              <a:gd name="connsiteX7" fmla="*/ 5000 w 10000"/>
              <a:gd name="connsiteY7" fmla="*/ 9269 h 10269"/>
              <a:gd name="connsiteX8" fmla="*/ 2500 w 10000"/>
              <a:gd name="connsiteY8" fmla="*/ 10269 h 10269"/>
              <a:gd name="connsiteX9" fmla="*/ 0 w 10000"/>
              <a:gd name="connsiteY9" fmla="*/ 9269 h 10269"/>
              <a:gd name="connsiteX10" fmla="*/ 284 w 10000"/>
              <a:gd name="connsiteY10" fmla="*/ 501 h 10269"/>
              <a:gd name="connsiteX0" fmla="*/ 284 w 10000"/>
              <a:gd name="connsiteY0" fmla="*/ 496 h 10264"/>
              <a:gd name="connsiteX1" fmla="*/ 1944 w 10000"/>
              <a:gd name="connsiteY1" fmla="*/ 16 h 10264"/>
              <a:gd name="connsiteX2" fmla="*/ 4100 w 10000"/>
              <a:gd name="connsiteY2" fmla="*/ 96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20 h 10288"/>
              <a:gd name="connsiteX1" fmla="*/ 1443 w 10000"/>
              <a:gd name="connsiteY1" fmla="*/ 40 h 10288"/>
              <a:gd name="connsiteX2" fmla="*/ 4349 w 10000"/>
              <a:gd name="connsiteY2" fmla="*/ 53 h 10288"/>
              <a:gd name="connsiteX3" fmla="*/ 7500 w 10000"/>
              <a:gd name="connsiteY3" fmla="*/ 288 h 10288"/>
              <a:gd name="connsiteX4" fmla="*/ 10000 w 10000"/>
              <a:gd name="connsiteY4" fmla="*/ 1288 h 10288"/>
              <a:gd name="connsiteX5" fmla="*/ 10000 w 10000"/>
              <a:gd name="connsiteY5" fmla="*/ 9288 h 10288"/>
              <a:gd name="connsiteX6" fmla="*/ 7500 w 10000"/>
              <a:gd name="connsiteY6" fmla="*/ 8288 h 10288"/>
              <a:gd name="connsiteX7" fmla="*/ 5000 w 10000"/>
              <a:gd name="connsiteY7" fmla="*/ 9288 h 10288"/>
              <a:gd name="connsiteX8" fmla="*/ 2500 w 10000"/>
              <a:gd name="connsiteY8" fmla="*/ 10288 h 10288"/>
              <a:gd name="connsiteX9" fmla="*/ 0 w 10000"/>
              <a:gd name="connsiteY9" fmla="*/ 9288 h 10288"/>
              <a:gd name="connsiteX10" fmla="*/ 284 w 10000"/>
              <a:gd name="connsiteY10" fmla="*/ 520 h 10288"/>
              <a:gd name="connsiteX0" fmla="*/ 284 w 10000"/>
              <a:gd name="connsiteY0" fmla="*/ 496 h 10264"/>
              <a:gd name="connsiteX1" fmla="*/ 1443 w 10000"/>
              <a:gd name="connsiteY1" fmla="*/ 16 h 10264"/>
              <a:gd name="connsiteX2" fmla="*/ 4349 w 10000"/>
              <a:gd name="connsiteY2" fmla="*/ 29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491 h 10259"/>
              <a:gd name="connsiteX1" fmla="*/ 1733 w 10000"/>
              <a:gd name="connsiteY1" fmla="*/ 18 h 10259"/>
              <a:gd name="connsiteX2" fmla="*/ 4349 w 10000"/>
              <a:gd name="connsiteY2" fmla="*/ 24 h 10259"/>
              <a:gd name="connsiteX3" fmla="*/ 7500 w 10000"/>
              <a:gd name="connsiteY3" fmla="*/ 259 h 10259"/>
              <a:gd name="connsiteX4" fmla="*/ 10000 w 10000"/>
              <a:gd name="connsiteY4" fmla="*/ 1259 h 10259"/>
              <a:gd name="connsiteX5" fmla="*/ 10000 w 10000"/>
              <a:gd name="connsiteY5" fmla="*/ 9259 h 10259"/>
              <a:gd name="connsiteX6" fmla="*/ 7500 w 10000"/>
              <a:gd name="connsiteY6" fmla="*/ 8259 h 10259"/>
              <a:gd name="connsiteX7" fmla="*/ 5000 w 10000"/>
              <a:gd name="connsiteY7" fmla="*/ 9259 h 10259"/>
              <a:gd name="connsiteX8" fmla="*/ 2500 w 10000"/>
              <a:gd name="connsiteY8" fmla="*/ 10259 h 10259"/>
              <a:gd name="connsiteX9" fmla="*/ 0 w 10000"/>
              <a:gd name="connsiteY9" fmla="*/ 9259 h 10259"/>
              <a:gd name="connsiteX10" fmla="*/ 284 w 10000"/>
              <a:gd name="connsiteY10" fmla="*/ 491 h 10259"/>
              <a:gd name="connsiteX0" fmla="*/ 284 w 10000"/>
              <a:gd name="connsiteY0" fmla="*/ 488 h 10256"/>
              <a:gd name="connsiteX1" fmla="*/ 1733 w 10000"/>
              <a:gd name="connsiteY1" fmla="*/ 15 h 10256"/>
              <a:gd name="connsiteX2" fmla="*/ 4349 w 10000"/>
              <a:gd name="connsiteY2" fmla="*/ 21 h 10256"/>
              <a:gd name="connsiteX3" fmla="*/ 7500 w 10000"/>
              <a:gd name="connsiteY3" fmla="*/ 256 h 10256"/>
              <a:gd name="connsiteX4" fmla="*/ 10000 w 10000"/>
              <a:gd name="connsiteY4" fmla="*/ 1256 h 10256"/>
              <a:gd name="connsiteX5" fmla="*/ 10000 w 10000"/>
              <a:gd name="connsiteY5" fmla="*/ 9256 h 10256"/>
              <a:gd name="connsiteX6" fmla="*/ 7500 w 10000"/>
              <a:gd name="connsiteY6" fmla="*/ 8256 h 10256"/>
              <a:gd name="connsiteX7" fmla="*/ 5000 w 10000"/>
              <a:gd name="connsiteY7" fmla="*/ 9256 h 10256"/>
              <a:gd name="connsiteX8" fmla="*/ 2500 w 10000"/>
              <a:gd name="connsiteY8" fmla="*/ 10256 h 10256"/>
              <a:gd name="connsiteX9" fmla="*/ 0 w 10000"/>
              <a:gd name="connsiteY9" fmla="*/ 9256 h 10256"/>
              <a:gd name="connsiteX10" fmla="*/ 284 w 10000"/>
              <a:gd name="connsiteY10" fmla="*/ 488 h 10256"/>
              <a:gd name="connsiteX0" fmla="*/ 284 w 10000"/>
              <a:gd name="connsiteY0" fmla="*/ 593 h 10361"/>
              <a:gd name="connsiteX1" fmla="*/ 1733 w 10000"/>
              <a:gd name="connsiteY1" fmla="*/ 120 h 10361"/>
              <a:gd name="connsiteX2" fmla="*/ 4349 w 10000"/>
              <a:gd name="connsiteY2" fmla="*/ 126 h 10361"/>
              <a:gd name="connsiteX3" fmla="*/ 7493 w 10000"/>
              <a:gd name="connsiteY3" fmla="*/ 82 h 10361"/>
              <a:gd name="connsiteX4" fmla="*/ 10000 w 10000"/>
              <a:gd name="connsiteY4" fmla="*/ 1361 h 10361"/>
              <a:gd name="connsiteX5" fmla="*/ 10000 w 10000"/>
              <a:gd name="connsiteY5" fmla="*/ 9361 h 10361"/>
              <a:gd name="connsiteX6" fmla="*/ 7500 w 10000"/>
              <a:gd name="connsiteY6" fmla="*/ 8361 h 10361"/>
              <a:gd name="connsiteX7" fmla="*/ 5000 w 10000"/>
              <a:gd name="connsiteY7" fmla="*/ 9361 h 10361"/>
              <a:gd name="connsiteX8" fmla="*/ 2500 w 10000"/>
              <a:gd name="connsiteY8" fmla="*/ 10361 h 10361"/>
              <a:gd name="connsiteX9" fmla="*/ 0 w 10000"/>
              <a:gd name="connsiteY9" fmla="*/ 9361 h 10361"/>
              <a:gd name="connsiteX10" fmla="*/ 284 w 10000"/>
              <a:gd name="connsiteY10" fmla="*/ 593 h 10361"/>
              <a:gd name="connsiteX0" fmla="*/ 284 w 10000"/>
              <a:gd name="connsiteY0" fmla="*/ 511 h 10279"/>
              <a:gd name="connsiteX1" fmla="*/ 1733 w 10000"/>
              <a:gd name="connsiteY1" fmla="*/ 38 h 10279"/>
              <a:gd name="connsiteX2" fmla="*/ 4349 w 10000"/>
              <a:gd name="connsiteY2" fmla="*/ 44 h 10279"/>
              <a:gd name="connsiteX3" fmla="*/ 7493 w 10000"/>
              <a:gd name="connsiteY3" fmla="*/ 0 h 10279"/>
              <a:gd name="connsiteX4" fmla="*/ 10000 w 10000"/>
              <a:gd name="connsiteY4" fmla="*/ 1279 h 10279"/>
              <a:gd name="connsiteX5" fmla="*/ 10000 w 10000"/>
              <a:gd name="connsiteY5" fmla="*/ 9279 h 10279"/>
              <a:gd name="connsiteX6" fmla="*/ 7500 w 10000"/>
              <a:gd name="connsiteY6" fmla="*/ 8279 h 10279"/>
              <a:gd name="connsiteX7" fmla="*/ 5000 w 10000"/>
              <a:gd name="connsiteY7" fmla="*/ 9279 h 10279"/>
              <a:gd name="connsiteX8" fmla="*/ 2500 w 10000"/>
              <a:gd name="connsiteY8" fmla="*/ 10279 h 10279"/>
              <a:gd name="connsiteX9" fmla="*/ 0 w 10000"/>
              <a:gd name="connsiteY9" fmla="*/ 9279 h 10279"/>
              <a:gd name="connsiteX10" fmla="*/ 284 w 10000"/>
              <a:gd name="connsiteY10" fmla="*/ 511 h 10279"/>
              <a:gd name="connsiteX0" fmla="*/ 284 w 10092"/>
              <a:gd name="connsiteY0" fmla="*/ 535 h 10303"/>
              <a:gd name="connsiteX1" fmla="*/ 1733 w 10092"/>
              <a:gd name="connsiteY1" fmla="*/ 62 h 10303"/>
              <a:gd name="connsiteX2" fmla="*/ 4349 w 10092"/>
              <a:gd name="connsiteY2" fmla="*/ 68 h 10303"/>
              <a:gd name="connsiteX3" fmla="*/ 7493 w 10092"/>
              <a:gd name="connsiteY3" fmla="*/ 24 h 10303"/>
              <a:gd name="connsiteX4" fmla="*/ 10092 w 10092"/>
              <a:gd name="connsiteY4" fmla="*/ 354 h 10303"/>
              <a:gd name="connsiteX5" fmla="*/ 10000 w 10092"/>
              <a:gd name="connsiteY5" fmla="*/ 9303 h 10303"/>
              <a:gd name="connsiteX6" fmla="*/ 7500 w 10092"/>
              <a:gd name="connsiteY6" fmla="*/ 8303 h 10303"/>
              <a:gd name="connsiteX7" fmla="*/ 5000 w 10092"/>
              <a:gd name="connsiteY7" fmla="*/ 9303 h 10303"/>
              <a:gd name="connsiteX8" fmla="*/ 2500 w 10092"/>
              <a:gd name="connsiteY8" fmla="*/ 10303 h 10303"/>
              <a:gd name="connsiteX9" fmla="*/ 0 w 10092"/>
              <a:gd name="connsiteY9" fmla="*/ 9303 h 10303"/>
              <a:gd name="connsiteX10" fmla="*/ 284 w 10092"/>
              <a:gd name="connsiteY10" fmla="*/ 535 h 10303"/>
              <a:gd name="connsiteX0" fmla="*/ 284 w 10092"/>
              <a:gd name="connsiteY0" fmla="*/ 557 h 10325"/>
              <a:gd name="connsiteX1" fmla="*/ 1733 w 10092"/>
              <a:gd name="connsiteY1" fmla="*/ 84 h 10325"/>
              <a:gd name="connsiteX2" fmla="*/ 4349 w 10092"/>
              <a:gd name="connsiteY2" fmla="*/ 90 h 10325"/>
              <a:gd name="connsiteX3" fmla="*/ 7493 w 10092"/>
              <a:gd name="connsiteY3" fmla="*/ 46 h 10325"/>
              <a:gd name="connsiteX4" fmla="*/ 10092 w 10092"/>
              <a:gd name="connsiteY4" fmla="*/ 376 h 10325"/>
              <a:gd name="connsiteX5" fmla="*/ 10000 w 10092"/>
              <a:gd name="connsiteY5" fmla="*/ 9325 h 10325"/>
              <a:gd name="connsiteX6" fmla="*/ 7500 w 10092"/>
              <a:gd name="connsiteY6" fmla="*/ 8325 h 10325"/>
              <a:gd name="connsiteX7" fmla="*/ 5000 w 10092"/>
              <a:gd name="connsiteY7" fmla="*/ 9325 h 10325"/>
              <a:gd name="connsiteX8" fmla="*/ 2500 w 10092"/>
              <a:gd name="connsiteY8" fmla="*/ 10325 h 10325"/>
              <a:gd name="connsiteX9" fmla="*/ 0 w 10092"/>
              <a:gd name="connsiteY9" fmla="*/ 9325 h 10325"/>
              <a:gd name="connsiteX10" fmla="*/ 284 w 10092"/>
              <a:gd name="connsiteY10" fmla="*/ 557 h 10325"/>
              <a:gd name="connsiteX0" fmla="*/ 284 w 10134"/>
              <a:gd name="connsiteY0" fmla="*/ 561 h 10329"/>
              <a:gd name="connsiteX1" fmla="*/ 1733 w 10134"/>
              <a:gd name="connsiteY1" fmla="*/ 88 h 10329"/>
              <a:gd name="connsiteX2" fmla="*/ 4349 w 10134"/>
              <a:gd name="connsiteY2" fmla="*/ 94 h 10329"/>
              <a:gd name="connsiteX3" fmla="*/ 7493 w 10134"/>
              <a:gd name="connsiteY3" fmla="*/ 50 h 10329"/>
              <a:gd name="connsiteX4" fmla="*/ 10134 w 10134"/>
              <a:gd name="connsiteY4" fmla="*/ 373 h 10329"/>
              <a:gd name="connsiteX5" fmla="*/ 10000 w 10134"/>
              <a:gd name="connsiteY5" fmla="*/ 9329 h 10329"/>
              <a:gd name="connsiteX6" fmla="*/ 7500 w 10134"/>
              <a:gd name="connsiteY6" fmla="*/ 8329 h 10329"/>
              <a:gd name="connsiteX7" fmla="*/ 5000 w 10134"/>
              <a:gd name="connsiteY7" fmla="*/ 9329 h 10329"/>
              <a:gd name="connsiteX8" fmla="*/ 2500 w 10134"/>
              <a:gd name="connsiteY8" fmla="*/ 10329 h 10329"/>
              <a:gd name="connsiteX9" fmla="*/ 0 w 10134"/>
              <a:gd name="connsiteY9" fmla="*/ 9329 h 10329"/>
              <a:gd name="connsiteX10" fmla="*/ 284 w 10134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402"/>
              <a:gd name="connsiteX1" fmla="*/ 1733 w 10136"/>
              <a:gd name="connsiteY1" fmla="*/ 88 h 10402"/>
              <a:gd name="connsiteX2" fmla="*/ 4349 w 10136"/>
              <a:gd name="connsiteY2" fmla="*/ 94 h 10402"/>
              <a:gd name="connsiteX3" fmla="*/ 7493 w 10136"/>
              <a:gd name="connsiteY3" fmla="*/ 50 h 10402"/>
              <a:gd name="connsiteX4" fmla="*/ 10134 w 10136"/>
              <a:gd name="connsiteY4" fmla="*/ 373 h 10402"/>
              <a:gd name="connsiteX5" fmla="*/ 10127 w 10136"/>
              <a:gd name="connsiteY5" fmla="*/ 9555 h 10402"/>
              <a:gd name="connsiteX6" fmla="*/ 9082 w 10136"/>
              <a:gd name="connsiteY6" fmla="*/ 10399 h 10402"/>
              <a:gd name="connsiteX7" fmla="*/ 5000 w 10136"/>
              <a:gd name="connsiteY7" fmla="*/ 9329 h 10402"/>
              <a:gd name="connsiteX8" fmla="*/ 2500 w 10136"/>
              <a:gd name="connsiteY8" fmla="*/ 10329 h 10402"/>
              <a:gd name="connsiteX9" fmla="*/ 0 w 10136"/>
              <a:gd name="connsiteY9" fmla="*/ 9329 h 10402"/>
              <a:gd name="connsiteX10" fmla="*/ 284 w 10136"/>
              <a:gd name="connsiteY10" fmla="*/ 561 h 10402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461"/>
              <a:gd name="connsiteX1" fmla="*/ 1733 w 10136"/>
              <a:gd name="connsiteY1" fmla="*/ 88 h 10461"/>
              <a:gd name="connsiteX2" fmla="*/ 4349 w 10136"/>
              <a:gd name="connsiteY2" fmla="*/ 94 h 10461"/>
              <a:gd name="connsiteX3" fmla="*/ 7493 w 10136"/>
              <a:gd name="connsiteY3" fmla="*/ 50 h 10461"/>
              <a:gd name="connsiteX4" fmla="*/ 10134 w 10136"/>
              <a:gd name="connsiteY4" fmla="*/ 373 h 10461"/>
              <a:gd name="connsiteX5" fmla="*/ 10127 w 10136"/>
              <a:gd name="connsiteY5" fmla="*/ 9555 h 10461"/>
              <a:gd name="connsiteX6" fmla="*/ 9082 w 10136"/>
              <a:gd name="connsiteY6" fmla="*/ 10399 h 10461"/>
              <a:gd name="connsiteX7" fmla="*/ 5219 w 10136"/>
              <a:gd name="connsiteY7" fmla="*/ 10391 h 10461"/>
              <a:gd name="connsiteX8" fmla="*/ 2500 w 10136"/>
              <a:gd name="connsiteY8" fmla="*/ 10329 h 10461"/>
              <a:gd name="connsiteX9" fmla="*/ 0 w 10136"/>
              <a:gd name="connsiteY9" fmla="*/ 9329 h 10461"/>
              <a:gd name="connsiteX10" fmla="*/ 284 w 10136"/>
              <a:gd name="connsiteY10" fmla="*/ 561 h 10461"/>
              <a:gd name="connsiteX0" fmla="*/ 284 w 10136"/>
              <a:gd name="connsiteY0" fmla="*/ 561 h 10401"/>
              <a:gd name="connsiteX1" fmla="*/ 1733 w 10136"/>
              <a:gd name="connsiteY1" fmla="*/ 88 h 10401"/>
              <a:gd name="connsiteX2" fmla="*/ 4349 w 10136"/>
              <a:gd name="connsiteY2" fmla="*/ 94 h 10401"/>
              <a:gd name="connsiteX3" fmla="*/ 7493 w 10136"/>
              <a:gd name="connsiteY3" fmla="*/ 50 h 10401"/>
              <a:gd name="connsiteX4" fmla="*/ 10134 w 10136"/>
              <a:gd name="connsiteY4" fmla="*/ 373 h 10401"/>
              <a:gd name="connsiteX5" fmla="*/ 10127 w 10136"/>
              <a:gd name="connsiteY5" fmla="*/ 9555 h 10401"/>
              <a:gd name="connsiteX6" fmla="*/ 9082 w 10136"/>
              <a:gd name="connsiteY6" fmla="*/ 10399 h 10401"/>
              <a:gd name="connsiteX7" fmla="*/ 5219 w 10136"/>
              <a:gd name="connsiteY7" fmla="*/ 10391 h 10401"/>
              <a:gd name="connsiteX8" fmla="*/ 2500 w 10136"/>
              <a:gd name="connsiteY8" fmla="*/ 10329 h 10401"/>
              <a:gd name="connsiteX9" fmla="*/ 0 w 10136"/>
              <a:gd name="connsiteY9" fmla="*/ 9329 h 10401"/>
              <a:gd name="connsiteX10" fmla="*/ 284 w 10136"/>
              <a:gd name="connsiteY10" fmla="*/ 561 h 10401"/>
              <a:gd name="connsiteX0" fmla="*/ 284 w 10136"/>
              <a:gd name="connsiteY0" fmla="*/ 561 h 10455"/>
              <a:gd name="connsiteX1" fmla="*/ 1733 w 10136"/>
              <a:gd name="connsiteY1" fmla="*/ 88 h 10455"/>
              <a:gd name="connsiteX2" fmla="*/ 4349 w 10136"/>
              <a:gd name="connsiteY2" fmla="*/ 94 h 10455"/>
              <a:gd name="connsiteX3" fmla="*/ 7493 w 10136"/>
              <a:gd name="connsiteY3" fmla="*/ 50 h 10455"/>
              <a:gd name="connsiteX4" fmla="*/ 10134 w 10136"/>
              <a:gd name="connsiteY4" fmla="*/ 373 h 10455"/>
              <a:gd name="connsiteX5" fmla="*/ 10127 w 10136"/>
              <a:gd name="connsiteY5" fmla="*/ 9555 h 10455"/>
              <a:gd name="connsiteX6" fmla="*/ 9082 w 10136"/>
              <a:gd name="connsiteY6" fmla="*/ 10399 h 10455"/>
              <a:gd name="connsiteX7" fmla="*/ 5219 w 10136"/>
              <a:gd name="connsiteY7" fmla="*/ 10391 h 10455"/>
              <a:gd name="connsiteX8" fmla="*/ 2465 w 10136"/>
              <a:gd name="connsiteY8" fmla="*/ 10455 h 10455"/>
              <a:gd name="connsiteX9" fmla="*/ 0 w 10136"/>
              <a:gd name="connsiteY9" fmla="*/ 9329 h 10455"/>
              <a:gd name="connsiteX10" fmla="*/ 284 w 10136"/>
              <a:gd name="connsiteY10" fmla="*/ 561 h 10455"/>
              <a:gd name="connsiteX0" fmla="*/ 242 w 10094"/>
              <a:gd name="connsiteY0" fmla="*/ 561 h 10483"/>
              <a:gd name="connsiteX1" fmla="*/ 1691 w 10094"/>
              <a:gd name="connsiteY1" fmla="*/ 88 h 10483"/>
              <a:gd name="connsiteX2" fmla="*/ 4307 w 10094"/>
              <a:gd name="connsiteY2" fmla="*/ 94 h 10483"/>
              <a:gd name="connsiteX3" fmla="*/ 7451 w 10094"/>
              <a:gd name="connsiteY3" fmla="*/ 50 h 10483"/>
              <a:gd name="connsiteX4" fmla="*/ 10092 w 10094"/>
              <a:gd name="connsiteY4" fmla="*/ 373 h 10483"/>
              <a:gd name="connsiteX5" fmla="*/ 10085 w 10094"/>
              <a:gd name="connsiteY5" fmla="*/ 9555 h 10483"/>
              <a:gd name="connsiteX6" fmla="*/ 9040 w 10094"/>
              <a:gd name="connsiteY6" fmla="*/ 10399 h 10483"/>
              <a:gd name="connsiteX7" fmla="*/ 5177 w 10094"/>
              <a:gd name="connsiteY7" fmla="*/ 10391 h 10483"/>
              <a:gd name="connsiteX8" fmla="*/ 2423 w 10094"/>
              <a:gd name="connsiteY8" fmla="*/ 10455 h 10483"/>
              <a:gd name="connsiteX9" fmla="*/ 0 w 10094"/>
              <a:gd name="connsiteY9" fmla="*/ 10085 h 10483"/>
              <a:gd name="connsiteX10" fmla="*/ 242 w 10094"/>
              <a:gd name="connsiteY10" fmla="*/ 561 h 10483"/>
              <a:gd name="connsiteX0" fmla="*/ 242 w 10094"/>
              <a:gd name="connsiteY0" fmla="*/ 561 h 10455"/>
              <a:gd name="connsiteX1" fmla="*/ 1691 w 10094"/>
              <a:gd name="connsiteY1" fmla="*/ 88 h 10455"/>
              <a:gd name="connsiteX2" fmla="*/ 4307 w 10094"/>
              <a:gd name="connsiteY2" fmla="*/ 94 h 10455"/>
              <a:gd name="connsiteX3" fmla="*/ 7451 w 10094"/>
              <a:gd name="connsiteY3" fmla="*/ 50 h 10455"/>
              <a:gd name="connsiteX4" fmla="*/ 10092 w 10094"/>
              <a:gd name="connsiteY4" fmla="*/ 373 h 10455"/>
              <a:gd name="connsiteX5" fmla="*/ 10085 w 10094"/>
              <a:gd name="connsiteY5" fmla="*/ 9555 h 10455"/>
              <a:gd name="connsiteX6" fmla="*/ 9040 w 10094"/>
              <a:gd name="connsiteY6" fmla="*/ 10399 h 10455"/>
              <a:gd name="connsiteX7" fmla="*/ 5177 w 10094"/>
              <a:gd name="connsiteY7" fmla="*/ 10391 h 10455"/>
              <a:gd name="connsiteX8" fmla="*/ 2423 w 10094"/>
              <a:gd name="connsiteY8" fmla="*/ 10455 h 10455"/>
              <a:gd name="connsiteX9" fmla="*/ 0 w 10094"/>
              <a:gd name="connsiteY9" fmla="*/ 10085 h 10455"/>
              <a:gd name="connsiteX10" fmla="*/ 242 w 10094"/>
              <a:gd name="connsiteY10" fmla="*/ 561 h 10455"/>
              <a:gd name="connsiteX0" fmla="*/ 15 w 9867"/>
              <a:gd name="connsiteY0" fmla="*/ 561 h 10550"/>
              <a:gd name="connsiteX1" fmla="*/ 1464 w 9867"/>
              <a:gd name="connsiteY1" fmla="*/ 88 h 10550"/>
              <a:gd name="connsiteX2" fmla="*/ 4080 w 9867"/>
              <a:gd name="connsiteY2" fmla="*/ 94 h 10550"/>
              <a:gd name="connsiteX3" fmla="*/ 7224 w 9867"/>
              <a:gd name="connsiteY3" fmla="*/ 50 h 10550"/>
              <a:gd name="connsiteX4" fmla="*/ 9865 w 9867"/>
              <a:gd name="connsiteY4" fmla="*/ 373 h 10550"/>
              <a:gd name="connsiteX5" fmla="*/ 9858 w 9867"/>
              <a:gd name="connsiteY5" fmla="*/ 9555 h 10550"/>
              <a:gd name="connsiteX6" fmla="*/ 8813 w 9867"/>
              <a:gd name="connsiteY6" fmla="*/ 10399 h 10550"/>
              <a:gd name="connsiteX7" fmla="*/ 4950 w 9867"/>
              <a:gd name="connsiteY7" fmla="*/ 10391 h 10550"/>
              <a:gd name="connsiteX8" fmla="*/ 2196 w 9867"/>
              <a:gd name="connsiteY8" fmla="*/ 10455 h 10550"/>
              <a:gd name="connsiteX9" fmla="*/ 225 w 9867"/>
              <a:gd name="connsiteY9" fmla="*/ 10423 h 10550"/>
              <a:gd name="connsiteX10" fmla="*/ 15 w 9867"/>
              <a:gd name="connsiteY10" fmla="*/ 561 h 10550"/>
              <a:gd name="connsiteX0" fmla="*/ 15 w 10000"/>
              <a:gd name="connsiteY0" fmla="*/ 532 h 10000"/>
              <a:gd name="connsiteX1" fmla="*/ 1484 w 10000"/>
              <a:gd name="connsiteY1" fmla="*/ 83 h 10000"/>
              <a:gd name="connsiteX2" fmla="*/ 4135 w 10000"/>
              <a:gd name="connsiteY2" fmla="*/ 89 h 10000"/>
              <a:gd name="connsiteX3" fmla="*/ 7321 w 10000"/>
              <a:gd name="connsiteY3" fmla="*/ 47 h 10000"/>
              <a:gd name="connsiteX4" fmla="*/ 9998 w 10000"/>
              <a:gd name="connsiteY4" fmla="*/ 354 h 10000"/>
              <a:gd name="connsiteX5" fmla="*/ 9991 w 10000"/>
              <a:gd name="connsiteY5" fmla="*/ 9057 h 10000"/>
              <a:gd name="connsiteX6" fmla="*/ 8932 w 10000"/>
              <a:gd name="connsiteY6" fmla="*/ 9857 h 10000"/>
              <a:gd name="connsiteX7" fmla="*/ 5017 w 10000"/>
              <a:gd name="connsiteY7" fmla="*/ 9849 h 10000"/>
              <a:gd name="connsiteX8" fmla="*/ 2226 w 10000"/>
              <a:gd name="connsiteY8" fmla="*/ 9910 h 10000"/>
              <a:gd name="connsiteX9" fmla="*/ 228 w 10000"/>
              <a:gd name="connsiteY9" fmla="*/ 9880 h 10000"/>
              <a:gd name="connsiteX10" fmla="*/ 15 w 10000"/>
              <a:gd name="connsiteY10" fmla="*/ 532 h 10000"/>
              <a:gd name="connsiteX0" fmla="*/ 19 w 10004"/>
              <a:gd name="connsiteY0" fmla="*/ 532 h 10005"/>
              <a:gd name="connsiteX1" fmla="*/ 1488 w 10004"/>
              <a:gd name="connsiteY1" fmla="*/ 83 h 10005"/>
              <a:gd name="connsiteX2" fmla="*/ 4139 w 10004"/>
              <a:gd name="connsiteY2" fmla="*/ 89 h 10005"/>
              <a:gd name="connsiteX3" fmla="*/ 7325 w 10004"/>
              <a:gd name="connsiteY3" fmla="*/ 47 h 10005"/>
              <a:gd name="connsiteX4" fmla="*/ 10002 w 10004"/>
              <a:gd name="connsiteY4" fmla="*/ 354 h 10005"/>
              <a:gd name="connsiteX5" fmla="*/ 9995 w 10004"/>
              <a:gd name="connsiteY5" fmla="*/ 9057 h 10005"/>
              <a:gd name="connsiteX6" fmla="*/ 8936 w 10004"/>
              <a:gd name="connsiteY6" fmla="*/ 9857 h 10005"/>
              <a:gd name="connsiteX7" fmla="*/ 5021 w 10004"/>
              <a:gd name="connsiteY7" fmla="*/ 9849 h 10005"/>
              <a:gd name="connsiteX8" fmla="*/ 2230 w 10004"/>
              <a:gd name="connsiteY8" fmla="*/ 9910 h 10005"/>
              <a:gd name="connsiteX9" fmla="*/ 125 w 10004"/>
              <a:gd name="connsiteY9" fmla="*/ 9886 h 10005"/>
              <a:gd name="connsiteX10" fmla="*/ 19 w 10004"/>
              <a:gd name="connsiteY10" fmla="*/ 532 h 10005"/>
              <a:gd name="connsiteX0" fmla="*/ 53 w 10038"/>
              <a:gd name="connsiteY0" fmla="*/ 532 h 10005"/>
              <a:gd name="connsiteX1" fmla="*/ 1522 w 10038"/>
              <a:gd name="connsiteY1" fmla="*/ 83 h 10005"/>
              <a:gd name="connsiteX2" fmla="*/ 4173 w 10038"/>
              <a:gd name="connsiteY2" fmla="*/ 89 h 10005"/>
              <a:gd name="connsiteX3" fmla="*/ 7359 w 10038"/>
              <a:gd name="connsiteY3" fmla="*/ 47 h 10005"/>
              <a:gd name="connsiteX4" fmla="*/ 10036 w 10038"/>
              <a:gd name="connsiteY4" fmla="*/ 354 h 10005"/>
              <a:gd name="connsiteX5" fmla="*/ 10029 w 10038"/>
              <a:gd name="connsiteY5" fmla="*/ 9057 h 10005"/>
              <a:gd name="connsiteX6" fmla="*/ 8970 w 10038"/>
              <a:gd name="connsiteY6" fmla="*/ 9857 h 10005"/>
              <a:gd name="connsiteX7" fmla="*/ 5055 w 10038"/>
              <a:gd name="connsiteY7" fmla="*/ 9849 h 10005"/>
              <a:gd name="connsiteX8" fmla="*/ 2264 w 10038"/>
              <a:gd name="connsiteY8" fmla="*/ 9910 h 10005"/>
              <a:gd name="connsiteX9" fmla="*/ 159 w 10038"/>
              <a:gd name="connsiteY9" fmla="*/ 9886 h 10005"/>
              <a:gd name="connsiteX10" fmla="*/ 53 w 10038"/>
              <a:gd name="connsiteY10" fmla="*/ 532 h 10005"/>
              <a:gd name="connsiteX0" fmla="*/ 294 w 10279"/>
              <a:gd name="connsiteY0" fmla="*/ 532 h 10023"/>
              <a:gd name="connsiteX1" fmla="*/ 1763 w 10279"/>
              <a:gd name="connsiteY1" fmla="*/ 83 h 10023"/>
              <a:gd name="connsiteX2" fmla="*/ 4414 w 10279"/>
              <a:gd name="connsiteY2" fmla="*/ 89 h 10023"/>
              <a:gd name="connsiteX3" fmla="*/ 7600 w 10279"/>
              <a:gd name="connsiteY3" fmla="*/ 47 h 10023"/>
              <a:gd name="connsiteX4" fmla="*/ 10277 w 10279"/>
              <a:gd name="connsiteY4" fmla="*/ 354 h 10023"/>
              <a:gd name="connsiteX5" fmla="*/ 10270 w 10279"/>
              <a:gd name="connsiteY5" fmla="*/ 9057 h 10023"/>
              <a:gd name="connsiteX6" fmla="*/ 9211 w 10279"/>
              <a:gd name="connsiteY6" fmla="*/ 9857 h 10023"/>
              <a:gd name="connsiteX7" fmla="*/ 5296 w 10279"/>
              <a:gd name="connsiteY7" fmla="*/ 9849 h 10023"/>
              <a:gd name="connsiteX8" fmla="*/ 2505 w 10279"/>
              <a:gd name="connsiteY8" fmla="*/ 9910 h 10023"/>
              <a:gd name="connsiteX9" fmla="*/ 400 w 10279"/>
              <a:gd name="connsiteY9" fmla="*/ 9886 h 10023"/>
              <a:gd name="connsiteX10" fmla="*/ 2 w 10279"/>
              <a:gd name="connsiteY10" fmla="*/ 9047 h 10023"/>
              <a:gd name="connsiteX11" fmla="*/ 294 w 10279"/>
              <a:gd name="connsiteY11" fmla="*/ 532 h 10023"/>
              <a:gd name="connsiteX0" fmla="*/ 294 w 10279"/>
              <a:gd name="connsiteY0" fmla="*/ 532 h 9926"/>
              <a:gd name="connsiteX1" fmla="*/ 1763 w 10279"/>
              <a:gd name="connsiteY1" fmla="*/ 83 h 9926"/>
              <a:gd name="connsiteX2" fmla="*/ 4414 w 10279"/>
              <a:gd name="connsiteY2" fmla="*/ 89 h 9926"/>
              <a:gd name="connsiteX3" fmla="*/ 7600 w 10279"/>
              <a:gd name="connsiteY3" fmla="*/ 47 h 9926"/>
              <a:gd name="connsiteX4" fmla="*/ 10277 w 10279"/>
              <a:gd name="connsiteY4" fmla="*/ 354 h 9926"/>
              <a:gd name="connsiteX5" fmla="*/ 10270 w 10279"/>
              <a:gd name="connsiteY5" fmla="*/ 9057 h 9926"/>
              <a:gd name="connsiteX6" fmla="*/ 9211 w 10279"/>
              <a:gd name="connsiteY6" fmla="*/ 9857 h 9926"/>
              <a:gd name="connsiteX7" fmla="*/ 5296 w 10279"/>
              <a:gd name="connsiteY7" fmla="*/ 9849 h 9926"/>
              <a:gd name="connsiteX8" fmla="*/ 2505 w 10279"/>
              <a:gd name="connsiteY8" fmla="*/ 9910 h 9926"/>
              <a:gd name="connsiteX9" fmla="*/ 400 w 10279"/>
              <a:gd name="connsiteY9" fmla="*/ 9886 h 9926"/>
              <a:gd name="connsiteX10" fmla="*/ 2 w 10279"/>
              <a:gd name="connsiteY10" fmla="*/ 9047 h 9926"/>
              <a:gd name="connsiteX11" fmla="*/ 294 w 10279"/>
              <a:gd name="connsiteY11" fmla="*/ 532 h 9926"/>
              <a:gd name="connsiteX0" fmla="*/ 439 w 10153"/>
              <a:gd name="connsiteY0" fmla="*/ 536 h 10005"/>
              <a:gd name="connsiteX1" fmla="*/ 1868 w 10153"/>
              <a:gd name="connsiteY1" fmla="*/ 84 h 10005"/>
              <a:gd name="connsiteX2" fmla="*/ 4447 w 10153"/>
              <a:gd name="connsiteY2" fmla="*/ 90 h 10005"/>
              <a:gd name="connsiteX3" fmla="*/ 7547 w 10153"/>
              <a:gd name="connsiteY3" fmla="*/ 47 h 10005"/>
              <a:gd name="connsiteX4" fmla="*/ 10151 w 10153"/>
              <a:gd name="connsiteY4" fmla="*/ 357 h 10005"/>
              <a:gd name="connsiteX5" fmla="*/ 10144 w 10153"/>
              <a:gd name="connsiteY5" fmla="*/ 9125 h 10005"/>
              <a:gd name="connsiteX6" fmla="*/ 9114 w 10153"/>
              <a:gd name="connsiteY6" fmla="*/ 9930 h 10005"/>
              <a:gd name="connsiteX7" fmla="*/ 5305 w 10153"/>
              <a:gd name="connsiteY7" fmla="*/ 9922 h 10005"/>
              <a:gd name="connsiteX8" fmla="*/ 2590 w 10153"/>
              <a:gd name="connsiteY8" fmla="*/ 9984 h 10005"/>
              <a:gd name="connsiteX9" fmla="*/ 542 w 10153"/>
              <a:gd name="connsiteY9" fmla="*/ 9960 h 10005"/>
              <a:gd name="connsiteX10" fmla="*/ 15 w 10153"/>
              <a:gd name="connsiteY10" fmla="*/ 9602 h 10005"/>
              <a:gd name="connsiteX11" fmla="*/ 155 w 10153"/>
              <a:gd name="connsiteY11" fmla="*/ 9114 h 10005"/>
              <a:gd name="connsiteX12" fmla="*/ 439 w 10153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80"/>
              <a:gd name="connsiteX1" fmla="*/ 1853 w 10138"/>
              <a:gd name="connsiteY1" fmla="*/ 84 h 10080"/>
              <a:gd name="connsiteX2" fmla="*/ 4432 w 10138"/>
              <a:gd name="connsiteY2" fmla="*/ 90 h 10080"/>
              <a:gd name="connsiteX3" fmla="*/ 7532 w 10138"/>
              <a:gd name="connsiteY3" fmla="*/ 47 h 10080"/>
              <a:gd name="connsiteX4" fmla="*/ 10136 w 10138"/>
              <a:gd name="connsiteY4" fmla="*/ 357 h 10080"/>
              <a:gd name="connsiteX5" fmla="*/ 10129 w 10138"/>
              <a:gd name="connsiteY5" fmla="*/ 9125 h 10080"/>
              <a:gd name="connsiteX6" fmla="*/ 9099 w 10138"/>
              <a:gd name="connsiteY6" fmla="*/ 9930 h 10080"/>
              <a:gd name="connsiteX7" fmla="*/ 5290 w 10138"/>
              <a:gd name="connsiteY7" fmla="*/ 9922 h 10080"/>
              <a:gd name="connsiteX8" fmla="*/ 2575 w 10138"/>
              <a:gd name="connsiteY8" fmla="*/ 9984 h 10080"/>
              <a:gd name="connsiteX9" fmla="*/ 771 w 10138"/>
              <a:gd name="connsiteY9" fmla="*/ 10055 h 10080"/>
              <a:gd name="connsiteX10" fmla="*/ 0 w 10138"/>
              <a:gd name="connsiteY10" fmla="*/ 9602 h 10080"/>
              <a:gd name="connsiteX11" fmla="*/ 140 w 10138"/>
              <a:gd name="connsiteY11" fmla="*/ 9114 h 10080"/>
              <a:gd name="connsiteX12" fmla="*/ 424 w 1013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1 w 10097"/>
              <a:gd name="connsiteY10" fmla="*/ 96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34 w 10048"/>
              <a:gd name="connsiteY0" fmla="*/ 536 h 10080"/>
              <a:gd name="connsiteX1" fmla="*/ 1763 w 10048"/>
              <a:gd name="connsiteY1" fmla="*/ 84 h 10080"/>
              <a:gd name="connsiteX2" fmla="*/ 4342 w 10048"/>
              <a:gd name="connsiteY2" fmla="*/ 90 h 10080"/>
              <a:gd name="connsiteX3" fmla="*/ 7442 w 10048"/>
              <a:gd name="connsiteY3" fmla="*/ 47 h 10080"/>
              <a:gd name="connsiteX4" fmla="*/ 10046 w 10048"/>
              <a:gd name="connsiteY4" fmla="*/ 357 h 10080"/>
              <a:gd name="connsiteX5" fmla="*/ 10039 w 10048"/>
              <a:gd name="connsiteY5" fmla="*/ 9125 h 10080"/>
              <a:gd name="connsiteX6" fmla="*/ 9009 w 10048"/>
              <a:gd name="connsiteY6" fmla="*/ 9930 h 10080"/>
              <a:gd name="connsiteX7" fmla="*/ 5200 w 10048"/>
              <a:gd name="connsiteY7" fmla="*/ 9922 h 10080"/>
              <a:gd name="connsiteX8" fmla="*/ 2485 w 10048"/>
              <a:gd name="connsiteY8" fmla="*/ 9984 h 10080"/>
              <a:gd name="connsiteX9" fmla="*/ 681 w 10048"/>
              <a:gd name="connsiteY9" fmla="*/ 10055 h 10080"/>
              <a:gd name="connsiteX10" fmla="*/ 29 w 10048"/>
              <a:gd name="connsiteY10" fmla="*/ 9741 h 10080"/>
              <a:gd name="connsiteX11" fmla="*/ 50 w 10048"/>
              <a:gd name="connsiteY11" fmla="*/ 9114 h 10080"/>
              <a:gd name="connsiteX12" fmla="*/ 334 w 10048"/>
              <a:gd name="connsiteY12" fmla="*/ 536 h 10080"/>
              <a:gd name="connsiteX0" fmla="*/ 317 w 10031"/>
              <a:gd name="connsiteY0" fmla="*/ 536 h 10080"/>
              <a:gd name="connsiteX1" fmla="*/ 1746 w 10031"/>
              <a:gd name="connsiteY1" fmla="*/ 84 h 10080"/>
              <a:gd name="connsiteX2" fmla="*/ 4325 w 10031"/>
              <a:gd name="connsiteY2" fmla="*/ 90 h 10080"/>
              <a:gd name="connsiteX3" fmla="*/ 7425 w 10031"/>
              <a:gd name="connsiteY3" fmla="*/ 47 h 10080"/>
              <a:gd name="connsiteX4" fmla="*/ 10029 w 10031"/>
              <a:gd name="connsiteY4" fmla="*/ 357 h 10080"/>
              <a:gd name="connsiteX5" fmla="*/ 10022 w 10031"/>
              <a:gd name="connsiteY5" fmla="*/ 9125 h 10080"/>
              <a:gd name="connsiteX6" fmla="*/ 8992 w 10031"/>
              <a:gd name="connsiteY6" fmla="*/ 9930 h 10080"/>
              <a:gd name="connsiteX7" fmla="*/ 5183 w 10031"/>
              <a:gd name="connsiteY7" fmla="*/ 9922 h 10080"/>
              <a:gd name="connsiteX8" fmla="*/ 2468 w 10031"/>
              <a:gd name="connsiteY8" fmla="*/ 9984 h 10080"/>
              <a:gd name="connsiteX9" fmla="*/ 664 w 10031"/>
              <a:gd name="connsiteY9" fmla="*/ 10055 h 10080"/>
              <a:gd name="connsiteX10" fmla="*/ 82 w 10031"/>
              <a:gd name="connsiteY10" fmla="*/ 9652 h 10080"/>
              <a:gd name="connsiteX11" fmla="*/ 33 w 10031"/>
              <a:gd name="connsiteY11" fmla="*/ 9114 h 10080"/>
              <a:gd name="connsiteX12" fmla="*/ 317 w 10031"/>
              <a:gd name="connsiteY12" fmla="*/ 536 h 10080"/>
              <a:gd name="connsiteX0" fmla="*/ 329 w 10043"/>
              <a:gd name="connsiteY0" fmla="*/ 536 h 10080"/>
              <a:gd name="connsiteX1" fmla="*/ 1758 w 10043"/>
              <a:gd name="connsiteY1" fmla="*/ 84 h 10080"/>
              <a:gd name="connsiteX2" fmla="*/ 4337 w 10043"/>
              <a:gd name="connsiteY2" fmla="*/ 90 h 10080"/>
              <a:gd name="connsiteX3" fmla="*/ 7437 w 10043"/>
              <a:gd name="connsiteY3" fmla="*/ 47 h 10080"/>
              <a:gd name="connsiteX4" fmla="*/ 10041 w 10043"/>
              <a:gd name="connsiteY4" fmla="*/ 357 h 10080"/>
              <a:gd name="connsiteX5" fmla="*/ 10034 w 10043"/>
              <a:gd name="connsiteY5" fmla="*/ 9125 h 10080"/>
              <a:gd name="connsiteX6" fmla="*/ 9004 w 10043"/>
              <a:gd name="connsiteY6" fmla="*/ 9930 h 10080"/>
              <a:gd name="connsiteX7" fmla="*/ 5195 w 10043"/>
              <a:gd name="connsiteY7" fmla="*/ 9922 h 10080"/>
              <a:gd name="connsiteX8" fmla="*/ 2480 w 10043"/>
              <a:gd name="connsiteY8" fmla="*/ 9984 h 10080"/>
              <a:gd name="connsiteX9" fmla="*/ 676 w 10043"/>
              <a:gd name="connsiteY9" fmla="*/ 10055 h 10080"/>
              <a:gd name="connsiteX10" fmla="*/ 94 w 10043"/>
              <a:gd name="connsiteY10" fmla="*/ 9652 h 10080"/>
              <a:gd name="connsiteX11" fmla="*/ 45 w 10043"/>
              <a:gd name="connsiteY11" fmla="*/ 9114 h 10080"/>
              <a:gd name="connsiteX12" fmla="*/ 329 w 10043"/>
              <a:gd name="connsiteY12" fmla="*/ 536 h 10080"/>
              <a:gd name="connsiteX0" fmla="*/ 354 w 10068"/>
              <a:gd name="connsiteY0" fmla="*/ 536 h 10080"/>
              <a:gd name="connsiteX1" fmla="*/ 1783 w 10068"/>
              <a:gd name="connsiteY1" fmla="*/ 84 h 10080"/>
              <a:gd name="connsiteX2" fmla="*/ 4362 w 10068"/>
              <a:gd name="connsiteY2" fmla="*/ 90 h 10080"/>
              <a:gd name="connsiteX3" fmla="*/ 7462 w 10068"/>
              <a:gd name="connsiteY3" fmla="*/ 47 h 10080"/>
              <a:gd name="connsiteX4" fmla="*/ 10066 w 10068"/>
              <a:gd name="connsiteY4" fmla="*/ 357 h 10080"/>
              <a:gd name="connsiteX5" fmla="*/ 10059 w 10068"/>
              <a:gd name="connsiteY5" fmla="*/ 9125 h 10080"/>
              <a:gd name="connsiteX6" fmla="*/ 9029 w 10068"/>
              <a:gd name="connsiteY6" fmla="*/ 9930 h 10080"/>
              <a:gd name="connsiteX7" fmla="*/ 5220 w 10068"/>
              <a:gd name="connsiteY7" fmla="*/ 9922 h 10080"/>
              <a:gd name="connsiteX8" fmla="*/ 2505 w 10068"/>
              <a:gd name="connsiteY8" fmla="*/ 9984 h 10080"/>
              <a:gd name="connsiteX9" fmla="*/ 701 w 10068"/>
              <a:gd name="connsiteY9" fmla="*/ 10055 h 10080"/>
              <a:gd name="connsiteX10" fmla="*/ 54 w 10068"/>
              <a:gd name="connsiteY10" fmla="*/ 9740 h 10080"/>
              <a:gd name="connsiteX11" fmla="*/ 70 w 10068"/>
              <a:gd name="connsiteY11" fmla="*/ 9114 h 10080"/>
              <a:gd name="connsiteX12" fmla="*/ 354 w 1006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04 w 10095"/>
              <a:gd name="connsiteY6" fmla="*/ 9802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264"/>
              <a:gd name="connsiteY0" fmla="*/ 505 h 10057"/>
              <a:gd name="connsiteX1" fmla="*/ 1812 w 10264"/>
              <a:gd name="connsiteY1" fmla="*/ 53 h 10057"/>
              <a:gd name="connsiteX2" fmla="*/ 4391 w 10264"/>
              <a:gd name="connsiteY2" fmla="*/ 59 h 10057"/>
              <a:gd name="connsiteX3" fmla="*/ 7491 w 10264"/>
              <a:gd name="connsiteY3" fmla="*/ 16 h 10057"/>
              <a:gd name="connsiteX4" fmla="*/ 10095 w 10264"/>
              <a:gd name="connsiteY4" fmla="*/ 326 h 10057"/>
              <a:gd name="connsiteX5" fmla="*/ 9987 w 10264"/>
              <a:gd name="connsiteY5" fmla="*/ 3016 h 10057"/>
              <a:gd name="connsiteX6" fmla="*/ 9942 w 10264"/>
              <a:gd name="connsiteY6" fmla="*/ 9094 h 10057"/>
              <a:gd name="connsiteX7" fmla="*/ 9831 w 10264"/>
              <a:gd name="connsiteY7" fmla="*/ 9683 h 10057"/>
              <a:gd name="connsiteX8" fmla="*/ 9058 w 10264"/>
              <a:gd name="connsiteY8" fmla="*/ 9899 h 10057"/>
              <a:gd name="connsiteX9" fmla="*/ 5249 w 10264"/>
              <a:gd name="connsiteY9" fmla="*/ 9891 h 10057"/>
              <a:gd name="connsiteX10" fmla="*/ 2534 w 10264"/>
              <a:gd name="connsiteY10" fmla="*/ 9953 h 10057"/>
              <a:gd name="connsiteX11" fmla="*/ 730 w 10264"/>
              <a:gd name="connsiteY11" fmla="*/ 10024 h 10057"/>
              <a:gd name="connsiteX12" fmla="*/ 83 w 10264"/>
              <a:gd name="connsiteY12" fmla="*/ 9709 h 10057"/>
              <a:gd name="connsiteX13" fmla="*/ 99 w 10264"/>
              <a:gd name="connsiteY13" fmla="*/ 9083 h 10057"/>
              <a:gd name="connsiteX14" fmla="*/ 383 w 10264"/>
              <a:gd name="connsiteY14" fmla="*/ 505 h 10057"/>
              <a:gd name="connsiteX0" fmla="*/ 383 w 10148"/>
              <a:gd name="connsiteY0" fmla="*/ 557 h 10109"/>
              <a:gd name="connsiteX1" fmla="*/ 1812 w 10148"/>
              <a:gd name="connsiteY1" fmla="*/ 105 h 10109"/>
              <a:gd name="connsiteX2" fmla="*/ 4391 w 10148"/>
              <a:gd name="connsiteY2" fmla="*/ 111 h 10109"/>
              <a:gd name="connsiteX3" fmla="*/ 7491 w 10148"/>
              <a:gd name="connsiteY3" fmla="*/ 68 h 10109"/>
              <a:gd name="connsiteX4" fmla="*/ 9939 w 10148"/>
              <a:gd name="connsiteY4" fmla="*/ 285 h 10109"/>
              <a:gd name="connsiteX5" fmla="*/ 9987 w 10148"/>
              <a:gd name="connsiteY5" fmla="*/ 3068 h 10109"/>
              <a:gd name="connsiteX6" fmla="*/ 9942 w 10148"/>
              <a:gd name="connsiteY6" fmla="*/ 9146 h 10109"/>
              <a:gd name="connsiteX7" fmla="*/ 9831 w 10148"/>
              <a:gd name="connsiteY7" fmla="*/ 9735 h 10109"/>
              <a:gd name="connsiteX8" fmla="*/ 9058 w 10148"/>
              <a:gd name="connsiteY8" fmla="*/ 9951 h 10109"/>
              <a:gd name="connsiteX9" fmla="*/ 5249 w 10148"/>
              <a:gd name="connsiteY9" fmla="*/ 9943 h 10109"/>
              <a:gd name="connsiteX10" fmla="*/ 2534 w 10148"/>
              <a:gd name="connsiteY10" fmla="*/ 10005 h 10109"/>
              <a:gd name="connsiteX11" fmla="*/ 730 w 10148"/>
              <a:gd name="connsiteY11" fmla="*/ 10076 h 10109"/>
              <a:gd name="connsiteX12" fmla="*/ 83 w 10148"/>
              <a:gd name="connsiteY12" fmla="*/ 9761 h 10109"/>
              <a:gd name="connsiteX13" fmla="*/ 99 w 10148"/>
              <a:gd name="connsiteY13" fmla="*/ 9135 h 10109"/>
              <a:gd name="connsiteX14" fmla="*/ 383 w 10148"/>
              <a:gd name="connsiteY14" fmla="*/ 557 h 10109"/>
              <a:gd name="connsiteX0" fmla="*/ 383 w 10023"/>
              <a:gd name="connsiteY0" fmla="*/ 557 h 10109"/>
              <a:gd name="connsiteX1" fmla="*/ 1812 w 10023"/>
              <a:gd name="connsiteY1" fmla="*/ 105 h 10109"/>
              <a:gd name="connsiteX2" fmla="*/ 4391 w 10023"/>
              <a:gd name="connsiteY2" fmla="*/ 111 h 10109"/>
              <a:gd name="connsiteX3" fmla="*/ 7491 w 10023"/>
              <a:gd name="connsiteY3" fmla="*/ 68 h 10109"/>
              <a:gd name="connsiteX4" fmla="*/ 9939 w 10023"/>
              <a:gd name="connsiteY4" fmla="*/ 285 h 10109"/>
              <a:gd name="connsiteX5" fmla="*/ 9987 w 10023"/>
              <a:gd name="connsiteY5" fmla="*/ 3068 h 10109"/>
              <a:gd name="connsiteX6" fmla="*/ 9942 w 10023"/>
              <a:gd name="connsiteY6" fmla="*/ 9146 h 10109"/>
              <a:gd name="connsiteX7" fmla="*/ 9831 w 10023"/>
              <a:gd name="connsiteY7" fmla="*/ 9735 h 10109"/>
              <a:gd name="connsiteX8" fmla="*/ 9058 w 10023"/>
              <a:gd name="connsiteY8" fmla="*/ 9951 h 10109"/>
              <a:gd name="connsiteX9" fmla="*/ 5249 w 10023"/>
              <a:gd name="connsiteY9" fmla="*/ 9943 h 10109"/>
              <a:gd name="connsiteX10" fmla="*/ 2534 w 10023"/>
              <a:gd name="connsiteY10" fmla="*/ 10005 h 10109"/>
              <a:gd name="connsiteX11" fmla="*/ 730 w 10023"/>
              <a:gd name="connsiteY11" fmla="*/ 10076 h 10109"/>
              <a:gd name="connsiteX12" fmla="*/ 83 w 10023"/>
              <a:gd name="connsiteY12" fmla="*/ 9761 h 10109"/>
              <a:gd name="connsiteX13" fmla="*/ 99 w 10023"/>
              <a:gd name="connsiteY13" fmla="*/ 9135 h 10109"/>
              <a:gd name="connsiteX14" fmla="*/ 383 w 10023"/>
              <a:gd name="connsiteY14" fmla="*/ 557 h 10109"/>
              <a:gd name="connsiteX0" fmla="*/ 383 w 10006"/>
              <a:gd name="connsiteY0" fmla="*/ 557 h 10109"/>
              <a:gd name="connsiteX1" fmla="*/ 1812 w 10006"/>
              <a:gd name="connsiteY1" fmla="*/ 105 h 10109"/>
              <a:gd name="connsiteX2" fmla="*/ 4391 w 10006"/>
              <a:gd name="connsiteY2" fmla="*/ 111 h 10109"/>
              <a:gd name="connsiteX3" fmla="*/ 7491 w 10006"/>
              <a:gd name="connsiteY3" fmla="*/ 68 h 10109"/>
              <a:gd name="connsiteX4" fmla="*/ 9939 w 10006"/>
              <a:gd name="connsiteY4" fmla="*/ 285 h 10109"/>
              <a:gd name="connsiteX5" fmla="*/ 9987 w 10006"/>
              <a:gd name="connsiteY5" fmla="*/ 3068 h 10109"/>
              <a:gd name="connsiteX6" fmla="*/ 9942 w 10006"/>
              <a:gd name="connsiteY6" fmla="*/ 9146 h 10109"/>
              <a:gd name="connsiteX7" fmla="*/ 9831 w 10006"/>
              <a:gd name="connsiteY7" fmla="*/ 9735 h 10109"/>
              <a:gd name="connsiteX8" fmla="*/ 9058 w 10006"/>
              <a:gd name="connsiteY8" fmla="*/ 9951 h 10109"/>
              <a:gd name="connsiteX9" fmla="*/ 5249 w 10006"/>
              <a:gd name="connsiteY9" fmla="*/ 9943 h 10109"/>
              <a:gd name="connsiteX10" fmla="*/ 2534 w 10006"/>
              <a:gd name="connsiteY10" fmla="*/ 10005 h 10109"/>
              <a:gd name="connsiteX11" fmla="*/ 730 w 10006"/>
              <a:gd name="connsiteY11" fmla="*/ 10076 h 10109"/>
              <a:gd name="connsiteX12" fmla="*/ 83 w 10006"/>
              <a:gd name="connsiteY12" fmla="*/ 9761 h 10109"/>
              <a:gd name="connsiteX13" fmla="*/ 99 w 10006"/>
              <a:gd name="connsiteY13" fmla="*/ 9135 h 10109"/>
              <a:gd name="connsiteX14" fmla="*/ 383 w 10006"/>
              <a:gd name="connsiteY14" fmla="*/ 557 h 10109"/>
              <a:gd name="connsiteX0" fmla="*/ 383 w 10019"/>
              <a:gd name="connsiteY0" fmla="*/ 557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383 w 10019"/>
              <a:gd name="connsiteY14" fmla="*/ 557 h 10109"/>
              <a:gd name="connsiteX0" fmla="*/ 270 w 10019"/>
              <a:gd name="connsiteY0" fmla="*/ 562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562 h 10109"/>
              <a:gd name="connsiteX1" fmla="*/ 1774 w 10019"/>
              <a:gd name="connsiteY1" fmla="*/ 9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789 h 10336"/>
              <a:gd name="connsiteX1" fmla="*/ 1009 w 10019"/>
              <a:gd name="connsiteY1" fmla="*/ 327 h 10336"/>
              <a:gd name="connsiteX2" fmla="*/ 1774 w 10019"/>
              <a:gd name="connsiteY2" fmla="*/ 322 h 10336"/>
              <a:gd name="connsiteX3" fmla="*/ 4391 w 10019"/>
              <a:gd name="connsiteY3" fmla="*/ 338 h 10336"/>
              <a:gd name="connsiteX4" fmla="*/ 7491 w 10019"/>
              <a:gd name="connsiteY4" fmla="*/ 295 h 10336"/>
              <a:gd name="connsiteX5" fmla="*/ 9939 w 10019"/>
              <a:gd name="connsiteY5" fmla="*/ 512 h 10336"/>
              <a:gd name="connsiteX6" fmla="*/ 9987 w 10019"/>
              <a:gd name="connsiteY6" fmla="*/ 3295 h 10336"/>
              <a:gd name="connsiteX7" fmla="*/ 9942 w 10019"/>
              <a:gd name="connsiteY7" fmla="*/ 9373 h 10336"/>
              <a:gd name="connsiteX8" fmla="*/ 9831 w 10019"/>
              <a:gd name="connsiteY8" fmla="*/ 9962 h 10336"/>
              <a:gd name="connsiteX9" fmla="*/ 9058 w 10019"/>
              <a:gd name="connsiteY9" fmla="*/ 10178 h 10336"/>
              <a:gd name="connsiteX10" fmla="*/ 5249 w 10019"/>
              <a:gd name="connsiteY10" fmla="*/ 10170 h 10336"/>
              <a:gd name="connsiteX11" fmla="*/ 2534 w 10019"/>
              <a:gd name="connsiteY11" fmla="*/ 10232 h 10336"/>
              <a:gd name="connsiteX12" fmla="*/ 730 w 10019"/>
              <a:gd name="connsiteY12" fmla="*/ 10303 h 10336"/>
              <a:gd name="connsiteX13" fmla="*/ 83 w 10019"/>
              <a:gd name="connsiteY13" fmla="*/ 9988 h 10336"/>
              <a:gd name="connsiteX14" fmla="*/ 99 w 10019"/>
              <a:gd name="connsiteY14" fmla="*/ 9362 h 10336"/>
              <a:gd name="connsiteX15" fmla="*/ 270 w 10019"/>
              <a:gd name="connsiteY15" fmla="*/ 789 h 10336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9620"/>
              <a:gd name="connsiteY0" fmla="*/ 517 h 10064"/>
              <a:gd name="connsiteX1" fmla="*/ 1009 w 19620"/>
              <a:gd name="connsiteY1" fmla="*/ 55 h 10064"/>
              <a:gd name="connsiteX2" fmla="*/ 1774 w 19620"/>
              <a:gd name="connsiteY2" fmla="*/ 50 h 10064"/>
              <a:gd name="connsiteX3" fmla="*/ 4391 w 19620"/>
              <a:gd name="connsiteY3" fmla="*/ 66 h 10064"/>
              <a:gd name="connsiteX4" fmla="*/ 7491 w 19620"/>
              <a:gd name="connsiteY4" fmla="*/ 23 h 10064"/>
              <a:gd name="connsiteX5" fmla="*/ 19619 w 19620"/>
              <a:gd name="connsiteY5" fmla="*/ 475 h 10064"/>
              <a:gd name="connsiteX6" fmla="*/ 9987 w 19620"/>
              <a:gd name="connsiteY6" fmla="*/ 3023 h 10064"/>
              <a:gd name="connsiteX7" fmla="*/ 9942 w 19620"/>
              <a:gd name="connsiteY7" fmla="*/ 9101 h 10064"/>
              <a:gd name="connsiteX8" fmla="*/ 9831 w 19620"/>
              <a:gd name="connsiteY8" fmla="*/ 9690 h 10064"/>
              <a:gd name="connsiteX9" fmla="*/ 9058 w 19620"/>
              <a:gd name="connsiteY9" fmla="*/ 9906 h 10064"/>
              <a:gd name="connsiteX10" fmla="*/ 5249 w 19620"/>
              <a:gd name="connsiteY10" fmla="*/ 9898 h 10064"/>
              <a:gd name="connsiteX11" fmla="*/ 2534 w 19620"/>
              <a:gd name="connsiteY11" fmla="*/ 9960 h 10064"/>
              <a:gd name="connsiteX12" fmla="*/ 730 w 19620"/>
              <a:gd name="connsiteY12" fmla="*/ 10031 h 10064"/>
              <a:gd name="connsiteX13" fmla="*/ 83 w 19620"/>
              <a:gd name="connsiteY13" fmla="*/ 9716 h 10064"/>
              <a:gd name="connsiteX14" fmla="*/ 99 w 19620"/>
              <a:gd name="connsiteY14" fmla="*/ 9090 h 10064"/>
              <a:gd name="connsiteX15" fmla="*/ 270 w 19620"/>
              <a:gd name="connsiteY15" fmla="*/ 517 h 10064"/>
              <a:gd name="connsiteX0" fmla="*/ 270 w 19793"/>
              <a:gd name="connsiteY0" fmla="*/ 517 h 10064"/>
              <a:gd name="connsiteX1" fmla="*/ 1009 w 19793"/>
              <a:gd name="connsiteY1" fmla="*/ 55 h 10064"/>
              <a:gd name="connsiteX2" fmla="*/ 1774 w 19793"/>
              <a:gd name="connsiteY2" fmla="*/ 50 h 10064"/>
              <a:gd name="connsiteX3" fmla="*/ 4391 w 19793"/>
              <a:gd name="connsiteY3" fmla="*/ 66 h 10064"/>
              <a:gd name="connsiteX4" fmla="*/ 7491 w 19793"/>
              <a:gd name="connsiteY4" fmla="*/ 23 h 10064"/>
              <a:gd name="connsiteX5" fmla="*/ 19619 w 19793"/>
              <a:gd name="connsiteY5" fmla="*/ 475 h 10064"/>
              <a:gd name="connsiteX6" fmla="*/ 19788 w 19793"/>
              <a:gd name="connsiteY6" fmla="*/ 4153 h 10064"/>
              <a:gd name="connsiteX7" fmla="*/ 9942 w 19793"/>
              <a:gd name="connsiteY7" fmla="*/ 9101 h 10064"/>
              <a:gd name="connsiteX8" fmla="*/ 9831 w 19793"/>
              <a:gd name="connsiteY8" fmla="*/ 9690 h 10064"/>
              <a:gd name="connsiteX9" fmla="*/ 9058 w 19793"/>
              <a:gd name="connsiteY9" fmla="*/ 9906 h 10064"/>
              <a:gd name="connsiteX10" fmla="*/ 5249 w 19793"/>
              <a:gd name="connsiteY10" fmla="*/ 9898 h 10064"/>
              <a:gd name="connsiteX11" fmla="*/ 2534 w 19793"/>
              <a:gd name="connsiteY11" fmla="*/ 9960 h 10064"/>
              <a:gd name="connsiteX12" fmla="*/ 730 w 19793"/>
              <a:gd name="connsiteY12" fmla="*/ 10031 h 10064"/>
              <a:gd name="connsiteX13" fmla="*/ 83 w 19793"/>
              <a:gd name="connsiteY13" fmla="*/ 9716 h 10064"/>
              <a:gd name="connsiteX14" fmla="*/ 99 w 19793"/>
              <a:gd name="connsiteY14" fmla="*/ 9090 h 10064"/>
              <a:gd name="connsiteX15" fmla="*/ 270 w 19793"/>
              <a:gd name="connsiteY15" fmla="*/ 517 h 10064"/>
              <a:gd name="connsiteX0" fmla="*/ 270 w 19903"/>
              <a:gd name="connsiteY0" fmla="*/ 517 h 10064"/>
              <a:gd name="connsiteX1" fmla="*/ 1009 w 19903"/>
              <a:gd name="connsiteY1" fmla="*/ 55 h 10064"/>
              <a:gd name="connsiteX2" fmla="*/ 1774 w 19903"/>
              <a:gd name="connsiteY2" fmla="*/ 50 h 10064"/>
              <a:gd name="connsiteX3" fmla="*/ 4391 w 19903"/>
              <a:gd name="connsiteY3" fmla="*/ 66 h 10064"/>
              <a:gd name="connsiteX4" fmla="*/ 7491 w 19903"/>
              <a:gd name="connsiteY4" fmla="*/ 23 h 10064"/>
              <a:gd name="connsiteX5" fmla="*/ 19619 w 19903"/>
              <a:gd name="connsiteY5" fmla="*/ 475 h 10064"/>
              <a:gd name="connsiteX6" fmla="*/ 19788 w 19903"/>
              <a:gd name="connsiteY6" fmla="*/ 4153 h 10064"/>
              <a:gd name="connsiteX7" fmla="*/ 19898 w 19903"/>
              <a:gd name="connsiteY7" fmla="*/ 9588 h 10064"/>
              <a:gd name="connsiteX8" fmla="*/ 9831 w 19903"/>
              <a:gd name="connsiteY8" fmla="*/ 9690 h 10064"/>
              <a:gd name="connsiteX9" fmla="*/ 9058 w 19903"/>
              <a:gd name="connsiteY9" fmla="*/ 9906 h 10064"/>
              <a:gd name="connsiteX10" fmla="*/ 5249 w 19903"/>
              <a:gd name="connsiteY10" fmla="*/ 9898 h 10064"/>
              <a:gd name="connsiteX11" fmla="*/ 2534 w 19903"/>
              <a:gd name="connsiteY11" fmla="*/ 9960 h 10064"/>
              <a:gd name="connsiteX12" fmla="*/ 730 w 19903"/>
              <a:gd name="connsiteY12" fmla="*/ 10031 h 10064"/>
              <a:gd name="connsiteX13" fmla="*/ 83 w 19903"/>
              <a:gd name="connsiteY13" fmla="*/ 9716 h 10064"/>
              <a:gd name="connsiteX14" fmla="*/ 99 w 19903"/>
              <a:gd name="connsiteY14" fmla="*/ 9090 h 10064"/>
              <a:gd name="connsiteX15" fmla="*/ 270 w 19903"/>
              <a:gd name="connsiteY15" fmla="*/ 517 h 10064"/>
              <a:gd name="connsiteX0" fmla="*/ 270 w 19903"/>
              <a:gd name="connsiteY0" fmla="*/ 517 h 10064"/>
              <a:gd name="connsiteX1" fmla="*/ 1009 w 19903"/>
              <a:gd name="connsiteY1" fmla="*/ 55 h 10064"/>
              <a:gd name="connsiteX2" fmla="*/ 1774 w 19903"/>
              <a:gd name="connsiteY2" fmla="*/ 50 h 10064"/>
              <a:gd name="connsiteX3" fmla="*/ 4391 w 19903"/>
              <a:gd name="connsiteY3" fmla="*/ 66 h 10064"/>
              <a:gd name="connsiteX4" fmla="*/ 7491 w 19903"/>
              <a:gd name="connsiteY4" fmla="*/ 23 h 10064"/>
              <a:gd name="connsiteX5" fmla="*/ 19619 w 19903"/>
              <a:gd name="connsiteY5" fmla="*/ 475 h 10064"/>
              <a:gd name="connsiteX6" fmla="*/ 19788 w 19903"/>
              <a:gd name="connsiteY6" fmla="*/ 4153 h 10064"/>
              <a:gd name="connsiteX7" fmla="*/ 19898 w 19903"/>
              <a:gd name="connsiteY7" fmla="*/ 9588 h 10064"/>
              <a:gd name="connsiteX8" fmla="*/ 12937 w 19903"/>
              <a:gd name="connsiteY8" fmla="*/ 9878 h 10064"/>
              <a:gd name="connsiteX9" fmla="*/ 9058 w 19903"/>
              <a:gd name="connsiteY9" fmla="*/ 9906 h 10064"/>
              <a:gd name="connsiteX10" fmla="*/ 5249 w 19903"/>
              <a:gd name="connsiteY10" fmla="*/ 9898 h 10064"/>
              <a:gd name="connsiteX11" fmla="*/ 2534 w 19903"/>
              <a:gd name="connsiteY11" fmla="*/ 9960 h 10064"/>
              <a:gd name="connsiteX12" fmla="*/ 730 w 19903"/>
              <a:gd name="connsiteY12" fmla="*/ 10031 h 10064"/>
              <a:gd name="connsiteX13" fmla="*/ 83 w 19903"/>
              <a:gd name="connsiteY13" fmla="*/ 9716 h 10064"/>
              <a:gd name="connsiteX14" fmla="*/ 99 w 19903"/>
              <a:gd name="connsiteY14" fmla="*/ 9090 h 10064"/>
              <a:gd name="connsiteX15" fmla="*/ 270 w 19903"/>
              <a:gd name="connsiteY15" fmla="*/ 517 h 10064"/>
              <a:gd name="connsiteX0" fmla="*/ 270 w 19903"/>
              <a:gd name="connsiteY0" fmla="*/ 517 h 10064"/>
              <a:gd name="connsiteX1" fmla="*/ 1009 w 19903"/>
              <a:gd name="connsiteY1" fmla="*/ 55 h 10064"/>
              <a:gd name="connsiteX2" fmla="*/ 1774 w 19903"/>
              <a:gd name="connsiteY2" fmla="*/ 50 h 10064"/>
              <a:gd name="connsiteX3" fmla="*/ 4391 w 19903"/>
              <a:gd name="connsiteY3" fmla="*/ 66 h 10064"/>
              <a:gd name="connsiteX4" fmla="*/ 7491 w 19903"/>
              <a:gd name="connsiteY4" fmla="*/ 23 h 10064"/>
              <a:gd name="connsiteX5" fmla="*/ 19619 w 19903"/>
              <a:gd name="connsiteY5" fmla="*/ 475 h 10064"/>
              <a:gd name="connsiteX6" fmla="*/ 19788 w 19903"/>
              <a:gd name="connsiteY6" fmla="*/ 4153 h 10064"/>
              <a:gd name="connsiteX7" fmla="*/ 19898 w 19903"/>
              <a:gd name="connsiteY7" fmla="*/ 9588 h 10064"/>
              <a:gd name="connsiteX8" fmla="*/ 13179 w 19903"/>
              <a:gd name="connsiteY8" fmla="*/ 9909 h 10064"/>
              <a:gd name="connsiteX9" fmla="*/ 9058 w 19903"/>
              <a:gd name="connsiteY9" fmla="*/ 9906 h 10064"/>
              <a:gd name="connsiteX10" fmla="*/ 5249 w 19903"/>
              <a:gd name="connsiteY10" fmla="*/ 9898 h 10064"/>
              <a:gd name="connsiteX11" fmla="*/ 2534 w 19903"/>
              <a:gd name="connsiteY11" fmla="*/ 9960 h 10064"/>
              <a:gd name="connsiteX12" fmla="*/ 730 w 19903"/>
              <a:gd name="connsiteY12" fmla="*/ 10031 h 10064"/>
              <a:gd name="connsiteX13" fmla="*/ 83 w 19903"/>
              <a:gd name="connsiteY13" fmla="*/ 9716 h 10064"/>
              <a:gd name="connsiteX14" fmla="*/ 99 w 19903"/>
              <a:gd name="connsiteY14" fmla="*/ 9090 h 10064"/>
              <a:gd name="connsiteX15" fmla="*/ 270 w 19903"/>
              <a:gd name="connsiteY15" fmla="*/ 517 h 10064"/>
              <a:gd name="connsiteX0" fmla="*/ 270 w 19903"/>
              <a:gd name="connsiteY0" fmla="*/ 517 h 10064"/>
              <a:gd name="connsiteX1" fmla="*/ 1009 w 19903"/>
              <a:gd name="connsiteY1" fmla="*/ 55 h 10064"/>
              <a:gd name="connsiteX2" fmla="*/ 1774 w 19903"/>
              <a:gd name="connsiteY2" fmla="*/ 50 h 10064"/>
              <a:gd name="connsiteX3" fmla="*/ 4391 w 19903"/>
              <a:gd name="connsiteY3" fmla="*/ 66 h 10064"/>
              <a:gd name="connsiteX4" fmla="*/ 7491 w 19903"/>
              <a:gd name="connsiteY4" fmla="*/ 23 h 10064"/>
              <a:gd name="connsiteX5" fmla="*/ 19619 w 19903"/>
              <a:gd name="connsiteY5" fmla="*/ 475 h 10064"/>
              <a:gd name="connsiteX6" fmla="*/ 19788 w 19903"/>
              <a:gd name="connsiteY6" fmla="*/ 4153 h 10064"/>
              <a:gd name="connsiteX7" fmla="*/ 19898 w 19903"/>
              <a:gd name="connsiteY7" fmla="*/ 9588 h 10064"/>
              <a:gd name="connsiteX8" fmla="*/ 13179 w 19903"/>
              <a:gd name="connsiteY8" fmla="*/ 9909 h 10064"/>
              <a:gd name="connsiteX9" fmla="*/ 9058 w 19903"/>
              <a:gd name="connsiteY9" fmla="*/ 9906 h 10064"/>
              <a:gd name="connsiteX10" fmla="*/ 5249 w 19903"/>
              <a:gd name="connsiteY10" fmla="*/ 9898 h 10064"/>
              <a:gd name="connsiteX11" fmla="*/ 2534 w 19903"/>
              <a:gd name="connsiteY11" fmla="*/ 9960 h 10064"/>
              <a:gd name="connsiteX12" fmla="*/ 730 w 19903"/>
              <a:gd name="connsiteY12" fmla="*/ 10031 h 10064"/>
              <a:gd name="connsiteX13" fmla="*/ 83 w 19903"/>
              <a:gd name="connsiteY13" fmla="*/ 9716 h 10064"/>
              <a:gd name="connsiteX14" fmla="*/ 99 w 19903"/>
              <a:gd name="connsiteY14" fmla="*/ 9090 h 10064"/>
              <a:gd name="connsiteX15" fmla="*/ 270 w 19903"/>
              <a:gd name="connsiteY15" fmla="*/ 517 h 10064"/>
              <a:gd name="connsiteX0" fmla="*/ 270 w 19903"/>
              <a:gd name="connsiteY0" fmla="*/ 517 h 10064"/>
              <a:gd name="connsiteX1" fmla="*/ 1009 w 19903"/>
              <a:gd name="connsiteY1" fmla="*/ 55 h 10064"/>
              <a:gd name="connsiteX2" fmla="*/ 1774 w 19903"/>
              <a:gd name="connsiteY2" fmla="*/ 50 h 10064"/>
              <a:gd name="connsiteX3" fmla="*/ 4391 w 19903"/>
              <a:gd name="connsiteY3" fmla="*/ 66 h 10064"/>
              <a:gd name="connsiteX4" fmla="*/ 7491 w 19903"/>
              <a:gd name="connsiteY4" fmla="*/ 23 h 10064"/>
              <a:gd name="connsiteX5" fmla="*/ 19619 w 19903"/>
              <a:gd name="connsiteY5" fmla="*/ 475 h 10064"/>
              <a:gd name="connsiteX6" fmla="*/ 19788 w 19903"/>
              <a:gd name="connsiteY6" fmla="*/ 4153 h 10064"/>
              <a:gd name="connsiteX7" fmla="*/ 19898 w 19903"/>
              <a:gd name="connsiteY7" fmla="*/ 9588 h 10064"/>
              <a:gd name="connsiteX8" fmla="*/ 13179 w 19903"/>
              <a:gd name="connsiteY8" fmla="*/ 9909 h 10064"/>
              <a:gd name="connsiteX9" fmla="*/ 9058 w 19903"/>
              <a:gd name="connsiteY9" fmla="*/ 9906 h 10064"/>
              <a:gd name="connsiteX10" fmla="*/ 5249 w 19903"/>
              <a:gd name="connsiteY10" fmla="*/ 9898 h 10064"/>
              <a:gd name="connsiteX11" fmla="*/ 2534 w 19903"/>
              <a:gd name="connsiteY11" fmla="*/ 9960 h 10064"/>
              <a:gd name="connsiteX12" fmla="*/ 730 w 19903"/>
              <a:gd name="connsiteY12" fmla="*/ 10031 h 10064"/>
              <a:gd name="connsiteX13" fmla="*/ 83 w 19903"/>
              <a:gd name="connsiteY13" fmla="*/ 9716 h 10064"/>
              <a:gd name="connsiteX14" fmla="*/ 99 w 19903"/>
              <a:gd name="connsiteY14" fmla="*/ 9090 h 10064"/>
              <a:gd name="connsiteX15" fmla="*/ 270 w 19903"/>
              <a:gd name="connsiteY15" fmla="*/ 517 h 10064"/>
              <a:gd name="connsiteX0" fmla="*/ 192 w 19825"/>
              <a:gd name="connsiteY0" fmla="*/ 517 h 10064"/>
              <a:gd name="connsiteX1" fmla="*/ 931 w 19825"/>
              <a:gd name="connsiteY1" fmla="*/ 55 h 10064"/>
              <a:gd name="connsiteX2" fmla="*/ 1696 w 19825"/>
              <a:gd name="connsiteY2" fmla="*/ 50 h 10064"/>
              <a:gd name="connsiteX3" fmla="*/ 4313 w 19825"/>
              <a:gd name="connsiteY3" fmla="*/ 66 h 10064"/>
              <a:gd name="connsiteX4" fmla="*/ 7413 w 19825"/>
              <a:gd name="connsiteY4" fmla="*/ 23 h 10064"/>
              <a:gd name="connsiteX5" fmla="*/ 19541 w 19825"/>
              <a:gd name="connsiteY5" fmla="*/ 475 h 10064"/>
              <a:gd name="connsiteX6" fmla="*/ 19710 w 19825"/>
              <a:gd name="connsiteY6" fmla="*/ 4153 h 10064"/>
              <a:gd name="connsiteX7" fmla="*/ 19820 w 19825"/>
              <a:gd name="connsiteY7" fmla="*/ 9588 h 10064"/>
              <a:gd name="connsiteX8" fmla="*/ 13101 w 19825"/>
              <a:gd name="connsiteY8" fmla="*/ 9909 h 10064"/>
              <a:gd name="connsiteX9" fmla="*/ 8980 w 19825"/>
              <a:gd name="connsiteY9" fmla="*/ 9906 h 10064"/>
              <a:gd name="connsiteX10" fmla="*/ 5171 w 19825"/>
              <a:gd name="connsiteY10" fmla="*/ 9898 h 10064"/>
              <a:gd name="connsiteX11" fmla="*/ 2456 w 19825"/>
              <a:gd name="connsiteY11" fmla="*/ 9960 h 10064"/>
              <a:gd name="connsiteX12" fmla="*/ 652 w 19825"/>
              <a:gd name="connsiteY12" fmla="*/ 10031 h 10064"/>
              <a:gd name="connsiteX13" fmla="*/ 333 w 19825"/>
              <a:gd name="connsiteY13" fmla="*/ 9653 h 10064"/>
              <a:gd name="connsiteX14" fmla="*/ 21 w 19825"/>
              <a:gd name="connsiteY14" fmla="*/ 9090 h 10064"/>
              <a:gd name="connsiteX15" fmla="*/ 192 w 19825"/>
              <a:gd name="connsiteY15" fmla="*/ 517 h 10064"/>
              <a:gd name="connsiteX0" fmla="*/ 192 w 19825"/>
              <a:gd name="connsiteY0" fmla="*/ 517 h 9998"/>
              <a:gd name="connsiteX1" fmla="*/ 931 w 19825"/>
              <a:gd name="connsiteY1" fmla="*/ 55 h 9998"/>
              <a:gd name="connsiteX2" fmla="*/ 1696 w 19825"/>
              <a:gd name="connsiteY2" fmla="*/ 50 h 9998"/>
              <a:gd name="connsiteX3" fmla="*/ 4313 w 19825"/>
              <a:gd name="connsiteY3" fmla="*/ 66 h 9998"/>
              <a:gd name="connsiteX4" fmla="*/ 7413 w 19825"/>
              <a:gd name="connsiteY4" fmla="*/ 23 h 9998"/>
              <a:gd name="connsiteX5" fmla="*/ 19541 w 19825"/>
              <a:gd name="connsiteY5" fmla="*/ 475 h 9998"/>
              <a:gd name="connsiteX6" fmla="*/ 19710 w 19825"/>
              <a:gd name="connsiteY6" fmla="*/ 4153 h 9998"/>
              <a:gd name="connsiteX7" fmla="*/ 19820 w 19825"/>
              <a:gd name="connsiteY7" fmla="*/ 9588 h 9998"/>
              <a:gd name="connsiteX8" fmla="*/ 13101 w 19825"/>
              <a:gd name="connsiteY8" fmla="*/ 9909 h 9998"/>
              <a:gd name="connsiteX9" fmla="*/ 8980 w 19825"/>
              <a:gd name="connsiteY9" fmla="*/ 9906 h 9998"/>
              <a:gd name="connsiteX10" fmla="*/ 5171 w 19825"/>
              <a:gd name="connsiteY10" fmla="*/ 9898 h 9998"/>
              <a:gd name="connsiteX11" fmla="*/ 2456 w 19825"/>
              <a:gd name="connsiteY11" fmla="*/ 9960 h 9998"/>
              <a:gd name="connsiteX12" fmla="*/ 980 w 19825"/>
              <a:gd name="connsiteY12" fmla="*/ 9874 h 9998"/>
              <a:gd name="connsiteX13" fmla="*/ 333 w 19825"/>
              <a:gd name="connsiteY13" fmla="*/ 9653 h 9998"/>
              <a:gd name="connsiteX14" fmla="*/ 21 w 19825"/>
              <a:gd name="connsiteY14" fmla="*/ 9090 h 9998"/>
              <a:gd name="connsiteX15" fmla="*/ 192 w 19825"/>
              <a:gd name="connsiteY15" fmla="*/ 517 h 9998"/>
              <a:gd name="connsiteX0" fmla="*/ 97 w 9999"/>
              <a:gd name="connsiteY0" fmla="*/ 517 h 10000"/>
              <a:gd name="connsiteX1" fmla="*/ 470 w 9999"/>
              <a:gd name="connsiteY1" fmla="*/ 55 h 10000"/>
              <a:gd name="connsiteX2" fmla="*/ 855 w 9999"/>
              <a:gd name="connsiteY2" fmla="*/ 50 h 10000"/>
              <a:gd name="connsiteX3" fmla="*/ 2176 w 9999"/>
              <a:gd name="connsiteY3" fmla="*/ 66 h 10000"/>
              <a:gd name="connsiteX4" fmla="*/ 3739 w 9999"/>
              <a:gd name="connsiteY4" fmla="*/ 23 h 10000"/>
              <a:gd name="connsiteX5" fmla="*/ 9857 w 9999"/>
              <a:gd name="connsiteY5" fmla="*/ 475 h 10000"/>
              <a:gd name="connsiteX6" fmla="*/ 9942 w 9999"/>
              <a:gd name="connsiteY6" fmla="*/ 4154 h 10000"/>
              <a:gd name="connsiteX7" fmla="*/ 9997 w 9999"/>
              <a:gd name="connsiteY7" fmla="*/ 9590 h 10000"/>
              <a:gd name="connsiteX8" fmla="*/ 6608 w 9999"/>
              <a:gd name="connsiteY8" fmla="*/ 9911 h 10000"/>
              <a:gd name="connsiteX9" fmla="*/ 4530 w 9999"/>
              <a:gd name="connsiteY9" fmla="*/ 9908 h 10000"/>
              <a:gd name="connsiteX10" fmla="*/ 2608 w 9999"/>
              <a:gd name="connsiteY10" fmla="*/ 9900 h 10000"/>
              <a:gd name="connsiteX11" fmla="*/ 1239 w 9999"/>
              <a:gd name="connsiteY11" fmla="*/ 9962 h 10000"/>
              <a:gd name="connsiteX12" fmla="*/ 494 w 9999"/>
              <a:gd name="connsiteY12" fmla="*/ 9876 h 10000"/>
              <a:gd name="connsiteX13" fmla="*/ 168 w 9999"/>
              <a:gd name="connsiteY13" fmla="*/ 9655 h 10000"/>
              <a:gd name="connsiteX14" fmla="*/ 11 w 9999"/>
              <a:gd name="connsiteY14" fmla="*/ 9092 h 10000"/>
              <a:gd name="connsiteX15" fmla="*/ 97 w 9999"/>
              <a:gd name="connsiteY15" fmla="*/ 517 h 10000"/>
              <a:gd name="connsiteX0" fmla="*/ 97 w 10000"/>
              <a:gd name="connsiteY0" fmla="*/ 517 h 10000"/>
              <a:gd name="connsiteX1" fmla="*/ 470 w 10000"/>
              <a:gd name="connsiteY1" fmla="*/ 55 h 10000"/>
              <a:gd name="connsiteX2" fmla="*/ 855 w 10000"/>
              <a:gd name="connsiteY2" fmla="*/ 50 h 10000"/>
              <a:gd name="connsiteX3" fmla="*/ 2176 w 10000"/>
              <a:gd name="connsiteY3" fmla="*/ 66 h 10000"/>
              <a:gd name="connsiteX4" fmla="*/ 3739 w 10000"/>
              <a:gd name="connsiteY4" fmla="*/ 23 h 10000"/>
              <a:gd name="connsiteX5" fmla="*/ 9858 w 10000"/>
              <a:gd name="connsiteY5" fmla="*/ 475 h 10000"/>
              <a:gd name="connsiteX6" fmla="*/ 9943 w 10000"/>
              <a:gd name="connsiteY6" fmla="*/ 4154 h 10000"/>
              <a:gd name="connsiteX7" fmla="*/ 9998 w 10000"/>
              <a:gd name="connsiteY7" fmla="*/ 9590 h 10000"/>
              <a:gd name="connsiteX8" fmla="*/ 6609 w 10000"/>
              <a:gd name="connsiteY8" fmla="*/ 9911 h 10000"/>
              <a:gd name="connsiteX9" fmla="*/ 4530 w 10000"/>
              <a:gd name="connsiteY9" fmla="*/ 9908 h 10000"/>
              <a:gd name="connsiteX10" fmla="*/ 2608 w 10000"/>
              <a:gd name="connsiteY10" fmla="*/ 9900 h 10000"/>
              <a:gd name="connsiteX11" fmla="*/ 1378 w 10000"/>
              <a:gd name="connsiteY11" fmla="*/ 9946 h 10000"/>
              <a:gd name="connsiteX12" fmla="*/ 494 w 10000"/>
              <a:gd name="connsiteY12" fmla="*/ 9876 h 10000"/>
              <a:gd name="connsiteX13" fmla="*/ 168 w 10000"/>
              <a:gd name="connsiteY13" fmla="*/ 9655 h 10000"/>
              <a:gd name="connsiteX14" fmla="*/ 11 w 10000"/>
              <a:gd name="connsiteY14" fmla="*/ 9092 h 10000"/>
              <a:gd name="connsiteX15" fmla="*/ 97 w 10000"/>
              <a:gd name="connsiteY15" fmla="*/ 517 h 10000"/>
              <a:gd name="connsiteX0" fmla="*/ 97 w 10000"/>
              <a:gd name="connsiteY0" fmla="*/ 517 h 10000"/>
              <a:gd name="connsiteX1" fmla="*/ 470 w 10000"/>
              <a:gd name="connsiteY1" fmla="*/ 55 h 10000"/>
              <a:gd name="connsiteX2" fmla="*/ 855 w 10000"/>
              <a:gd name="connsiteY2" fmla="*/ 50 h 10000"/>
              <a:gd name="connsiteX3" fmla="*/ 2176 w 10000"/>
              <a:gd name="connsiteY3" fmla="*/ 66 h 10000"/>
              <a:gd name="connsiteX4" fmla="*/ 3739 w 10000"/>
              <a:gd name="connsiteY4" fmla="*/ 23 h 10000"/>
              <a:gd name="connsiteX5" fmla="*/ 9858 w 10000"/>
              <a:gd name="connsiteY5" fmla="*/ 475 h 10000"/>
              <a:gd name="connsiteX6" fmla="*/ 9943 w 10000"/>
              <a:gd name="connsiteY6" fmla="*/ 4154 h 10000"/>
              <a:gd name="connsiteX7" fmla="*/ 9998 w 10000"/>
              <a:gd name="connsiteY7" fmla="*/ 9590 h 10000"/>
              <a:gd name="connsiteX8" fmla="*/ 6609 w 10000"/>
              <a:gd name="connsiteY8" fmla="*/ 9911 h 10000"/>
              <a:gd name="connsiteX9" fmla="*/ 4530 w 10000"/>
              <a:gd name="connsiteY9" fmla="*/ 9908 h 10000"/>
              <a:gd name="connsiteX10" fmla="*/ 2608 w 10000"/>
              <a:gd name="connsiteY10" fmla="*/ 9900 h 10000"/>
              <a:gd name="connsiteX11" fmla="*/ 1378 w 10000"/>
              <a:gd name="connsiteY11" fmla="*/ 9946 h 10000"/>
              <a:gd name="connsiteX12" fmla="*/ 494 w 10000"/>
              <a:gd name="connsiteY12" fmla="*/ 9876 h 10000"/>
              <a:gd name="connsiteX13" fmla="*/ 168 w 10000"/>
              <a:gd name="connsiteY13" fmla="*/ 9655 h 10000"/>
              <a:gd name="connsiteX14" fmla="*/ 11 w 10000"/>
              <a:gd name="connsiteY14" fmla="*/ 9092 h 10000"/>
              <a:gd name="connsiteX15" fmla="*/ 97 w 10000"/>
              <a:gd name="connsiteY15" fmla="*/ 517 h 10000"/>
              <a:gd name="connsiteX0" fmla="*/ 65 w 9968"/>
              <a:gd name="connsiteY0" fmla="*/ 517 h 10000"/>
              <a:gd name="connsiteX1" fmla="*/ 438 w 9968"/>
              <a:gd name="connsiteY1" fmla="*/ 55 h 10000"/>
              <a:gd name="connsiteX2" fmla="*/ 823 w 9968"/>
              <a:gd name="connsiteY2" fmla="*/ 50 h 10000"/>
              <a:gd name="connsiteX3" fmla="*/ 2144 w 9968"/>
              <a:gd name="connsiteY3" fmla="*/ 66 h 10000"/>
              <a:gd name="connsiteX4" fmla="*/ 3707 w 9968"/>
              <a:gd name="connsiteY4" fmla="*/ 23 h 10000"/>
              <a:gd name="connsiteX5" fmla="*/ 9826 w 9968"/>
              <a:gd name="connsiteY5" fmla="*/ 475 h 10000"/>
              <a:gd name="connsiteX6" fmla="*/ 9911 w 9968"/>
              <a:gd name="connsiteY6" fmla="*/ 4154 h 10000"/>
              <a:gd name="connsiteX7" fmla="*/ 9966 w 9968"/>
              <a:gd name="connsiteY7" fmla="*/ 9590 h 10000"/>
              <a:gd name="connsiteX8" fmla="*/ 6577 w 9968"/>
              <a:gd name="connsiteY8" fmla="*/ 9911 h 10000"/>
              <a:gd name="connsiteX9" fmla="*/ 4498 w 9968"/>
              <a:gd name="connsiteY9" fmla="*/ 9908 h 10000"/>
              <a:gd name="connsiteX10" fmla="*/ 2576 w 9968"/>
              <a:gd name="connsiteY10" fmla="*/ 9900 h 10000"/>
              <a:gd name="connsiteX11" fmla="*/ 1346 w 9968"/>
              <a:gd name="connsiteY11" fmla="*/ 9946 h 10000"/>
              <a:gd name="connsiteX12" fmla="*/ 462 w 9968"/>
              <a:gd name="connsiteY12" fmla="*/ 9876 h 10000"/>
              <a:gd name="connsiteX13" fmla="*/ 136 w 9968"/>
              <a:gd name="connsiteY13" fmla="*/ 9655 h 10000"/>
              <a:gd name="connsiteX14" fmla="*/ 31 w 9968"/>
              <a:gd name="connsiteY14" fmla="*/ 9108 h 10000"/>
              <a:gd name="connsiteX15" fmla="*/ 65 w 9968"/>
              <a:gd name="connsiteY15" fmla="*/ 517 h 10000"/>
              <a:gd name="connsiteX0" fmla="*/ 65 w 10000"/>
              <a:gd name="connsiteY0" fmla="*/ 517 h 10000"/>
              <a:gd name="connsiteX1" fmla="*/ 439 w 10000"/>
              <a:gd name="connsiteY1" fmla="*/ 55 h 10000"/>
              <a:gd name="connsiteX2" fmla="*/ 826 w 10000"/>
              <a:gd name="connsiteY2" fmla="*/ 50 h 10000"/>
              <a:gd name="connsiteX3" fmla="*/ 2151 w 10000"/>
              <a:gd name="connsiteY3" fmla="*/ 66 h 10000"/>
              <a:gd name="connsiteX4" fmla="*/ 3719 w 10000"/>
              <a:gd name="connsiteY4" fmla="*/ 23 h 10000"/>
              <a:gd name="connsiteX5" fmla="*/ 9858 w 10000"/>
              <a:gd name="connsiteY5" fmla="*/ 475 h 10000"/>
              <a:gd name="connsiteX6" fmla="*/ 9943 w 10000"/>
              <a:gd name="connsiteY6" fmla="*/ 4154 h 10000"/>
              <a:gd name="connsiteX7" fmla="*/ 9998 w 10000"/>
              <a:gd name="connsiteY7" fmla="*/ 9590 h 10000"/>
              <a:gd name="connsiteX8" fmla="*/ 6598 w 10000"/>
              <a:gd name="connsiteY8" fmla="*/ 9911 h 10000"/>
              <a:gd name="connsiteX9" fmla="*/ 4512 w 10000"/>
              <a:gd name="connsiteY9" fmla="*/ 9908 h 10000"/>
              <a:gd name="connsiteX10" fmla="*/ 2584 w 10000"/>
              <a:gd name="connsiteY10" fmla="*/ 9900 h 10000"/>
              <a:gd name="connsiteX11" fmla="*/ 1350 w 10000"/>
              <a:gd name="connsiteY11" fmla="*/ 9946 h 10000"/>
              <a:gd name="connsiteX12" fmla="*/ 463 w 10000"/>
              <a:gd name="connsiteY12" fmla="*/ 9876 h 10000"/>
              <a:gd name="connsiteX13" fmla="*/ 136 w 10000"/>
              <a:gd name="connsiteY13" fmla="*/ 9655 h 10000"/>
              <a:gd name="connsiteX14" fmla="*/ 31 w 10000"/>
              <a:gd name="connsiteY14" fmla="*/ 9108 h 10000"/>
              <a:gd name="connsiteX15" fmla="*/ 65 w 10000"/>
              <a:gd name="connsiteY15" fmla="*/ 517 h 10000"/>
              <a:gd name="connsiteX0" fmla="*/ 65 w 10000"/>
              <a:gd name="connsiteY0" fmla="*/ 517 h 10000"/>
              <a:gd name="connsiteX1" fmla="*/ 439 w 10000"/>
              <a:gd name="connsiteY1" fmla="*/ 55 h 10000"/>
              <a:gd name="connsiteX2" fmla="*/ 826 w 10000"/>
              <a:gd name="connsiteY2" fmla="*/ 50 h 10000"/>
              <a:gd name="connsiteX3" fmla="*/ 2151 w 10000"/>
              <a:gd name="connsiteY3" fmla="*/ 66 h 10000"/>
              <a:gd name="connsiteX4" fmla="*/ 3719 w 10000"/>
              <a:gd name="connsiteY4" fmla="*/ 23 h 10000"/>
              <a:gd name="connsiteX5" fmla="*/ 9858 w 10000"/>
              <a:gd name="connsiteY5" fmla="*/ 475 h 10000"/>
              <a:gd name="connsiteX6" fmla="*/ 9943 w 10000"/>
              <a:gd name="connsiteY6" fmla="*/ 4154 h 10000"/>
              <a:gd name="connsiteX7" fmla="*/ 9998 w 10000"/>
              <a:gd name="connsiteY7" fmla="*/ 9590 h 10000"/>
              <a:gd name="connsiteX8" fmla="*/ 6598 w 10000"/>
              <a:gd name="connsiteY8" fmla="*/ 9911 h 10000"/>
              <a:gd name="connsiteX9" fmla="*/ 4512 w 10000"/>
              <a:gd name="connsiteY9" fmla="*/ 9908 h 10000"/>
              <a:gd name="connsiteX10" fmla="*/ 2584 w 10000"/>
              <a:gd name="connsiteY10" fmla="*/ 9900 h 10000"/>
              <a:gd name="connsiteX11" fmla="*/ 1350 w 10000"/>
              <a:gd name="connsiteY11" fmla="*/ 9946 h 10000"/>
              <a:gd name="connsiteX12" fmla="*/ 463 w 10000"/>
              <a:gd name="connsiteY12" fmla="*/ 9876 h 10000"/>
              <a:gd name="connsiteX13" fmla="*/ 136 w 10000"/>
              <a:gd name="connsiteY13" fmla="*/ 9655 h 10000"/>
              <a:gd name="connsiteX14" fmla="*/ 31 w 10000"/>
              <a:gd name="connsiteY14" fmla="*/ 9108 h 10000"/>
              <a:gd name="connsiteX15" fmla="*/ 65 w 10000"/>
              <a:gd name="connsiteY15" fmla="*/ 517 h 10000"/>
              <a:gd name="connsiteX0" fmla="*/ 37 w 10086"/>
              <a:gd name="connsiteY0" fmla="*/ 658 h 10000"/>
              <a:gd name="connsiteX1" fmla="*/ 525 w 10086"/>
              <a:gd name="connsiteY1" fmla="*/ 55 h 10000"/>
              <a:gd name="connsiteX2" fmla="*/ 912 w 10086"/>
              <a:gd name="connsiteY2" fmla="*/ 50 h 10000"/>
              <a:gd name="connsiteX3" fmla="*/ 2237 w 10086"/>
              <a:gd name="connsiteY3" fmla="*/ 66 h 10000"/>
              <a:gd name="connsiteX4" fmla="*/ 3805 w 10086"/>
              <a:gd name="connsiteY4" fmla="*/ 23 h 10000"/>
              <a:gd name="connsiteX5" fmla="*/ 9944 w 10086"/>
              <a:gd name="connsiteY5" fmla="*/ 475 h 10000"/>
              <a:gd name="connsiteX6" fmla="*/ 10029 w 10086"/>
              <a:gd name="connsiteY6" fmla="*/ 4154 h 10000"/>
              <a:gd name="connsiteX7" fmla="*/ 10084 w 10086"/>
              <a:gd name="connsiteY7" fmla="*/ 9590 h 10000"/>
              <a:gd name="connsiteX8" fmla="*/ 6684 w 10086"/>
              <a:gd name="connsiteY8" fmla="*/ 9911 h 10000"/>
              <a:gd name="connsiteX9" fmla="*/ 4598 w 10086"/>
              <a:gd name="connsiteY9" fmla="*/ 9908 h 10000"/>
              <a:gd name="connsiteX10" fmla="*/ 2670 w 10086"/>
              <a:gd name="connsiteY10" fmla="*/ 9900 h 10000"/>
              <a:gd name="connsiteX11" fmla="*/ 1436 w 10086"/>
              <a:gd name="connsiteY11" fmla="*/ 9946 h 10000"/>
              <a:gd name="connsiteX12" fmla="*/ 549 w 10086"/>
              <a:gd name="connsiteY12" fmla="*/ 9876 h 10000"/>
              <a:gd name="connsiteX13" fmla="*/ 222 w 10086"/>
              <a:gd name="connsiteY13" fmla="*/ 9655 h 10000"/>
              <a:gd name="connsiteX14" fmla="*/ 117 w 10086"/>
              <a:gd name="connsiteY14" fmla="*/ 9108 h 10000"/>
              <a:gd name="connsiteX15" fmla="*/ 37 w 10086"/>
              <a:gd name="connsiteY15" fmla="*/ 658 h 10000"/>
              <a:gd name="connsiteX0" fmla="*/ 31 w 10080"/>
              <a:gd name="connsiteY0" fmla="*/ 658 h 10000"/>
              <a:gd name="connsiteX1" fmla="*/ 519 w 10080"/>
              <a:gd name="connsiteY1" fmla="*/ 55 h 10000"/>
              <a:gd name="connsiteX2" fmla="*/ 906 w 10080"/>
              <a:gd name="connsiteY2" fmla="*/ 50 h 10000"/>
              <a:gd name="connsiteX3" fmla="*/ 2231 w 10080"/>
              <a:gd name="connsiteY3" fmla="*/ 66 h 10000"/>
              <a:gd name="connsiteX4" fmla="*/ 3799 w 10080"/>
              <a:gd name="connsiteY4" fmla="*/ 23 h 10000"/>
              <a:gd name="connsiteX5" fmla="*/ 9938 w 10080"/>
              <a:gd name="connsiteY5" fmla="*/ 475 h 10000"/>
              <a:gd name="connsiteX6" fmla="*/ 10023 w 10080"/>
              <a:gd name="connsiteY6" fmla="*/ 4154 h 10000"/>
              <a:gd name="connsiteX7" fmla="*/ 10078 w 10080"/>
              <a:gd name="connsiteY7" fmla="*/ 9590 h 10000"/>
              <a:gd name="connsiteX8" fmla="*/ 6678 w 10080"/>
              <a:gd name="connsiteY8" fmla="*/ 9911 h 10000"/>
              <a:gd name="connsiteX9" fmla="*/ 4592 w 10080"/>
              <a:gd name="connsiteY9" fmla="*/ 9908 h 10000"/>
              <a:gd name="connsiteX10" fmla="*/ 2664 w 10080"/>
              <a:gd name="connsiteY10" fmla="*/ 9900 h 10000"/>
              <a:gd name="connsiteX11" fmla="*/ 1430 w 10080"/>
              <a:gd name="connsiteY11" fmla="*/ 9946 h 10000"/>
              <a:gd name="connsiteX12" fmla="*/ 543 w 10080"/>
              <a:gd name="connsiteY12" fmla="*/ 9876 h 10000"/>
              <a:gd name="connsiteX13" fmla="*/ 216 w 10080"/>
              <a:gd name="connsiteY13" fmla="*/ 9655 h 10000"/>
              <a:gd name="connsiteX14" fmla="*/ 111 w 10080"/>
              <a:gd name="connsiteY14" fmla="*/ 9108 h 10000"/>
              <a:gd name="connsiteX15" fmla="*/ 84 w 10080"/>
              <a:gd name="connsiteY15" fmla="*/ 4091 h 10000"/>
              <a:gd name="connsiteX16" fmla="*/ 31 w 10080"/>
              <a:gd name="connsiteY16" fmla="*/ 658 h 10000"/>
              <a:gd name="connsiteX0" fmla="*/ 24 w 10117"/>
              <a:gd name="connsiteY0" fmla="*/ 752 h 10000"/>
              <a:gd name="connsiteX1" fmla="*/ 556 w 10117"/>
              <a:gd name="connsiteY1" fmla="*/ 55 h 10000"/>
              <a:gd name="connsiteX2" fmla="*/ 943 w 10117"/>
              <a:gd name="connsiteY2" fmla="*/ 50 h 10000"/>
              <a:gd name="connsiteX3" fmla="*/ 2268 w 10117"/>
              <a:gd name="connsiteY3" fmla="*/ 66 h 10000"/>
              <a:gd name="connsiteX4" fmla="*/ 3836 w 10117"/>
              <a:gd name="connsiteY4" fmla="*/ 23 h 10000"/>
              <a:gd name="connsiteX5" fmla="*/ 9975 w 10117"/>
              <a:gd name="connsiteY5" fmla="*/ 475 h 10000"/>
              <a:gd name="connsiteX6" fmla="*/ 10060 w 10117"/>
              <a:gd name="connsiteY6" fmla="*/ 4154 h 10000"/>
              <a:gd name="connsiteX7" fmla="*/ 10115 w 10117"/>
              <a:gd name="connsiteY7" fmla="*/ 9590 h 10000"/>
              <a:gd name="connsiteX8" fmla="*/ 6715 w 10117"/>
              <a:gd name="connsiteY8" fmla="*/ 9911 h 10000"/>
              <a:gd name="connsiteX9" fmla="*/ 4629 w 10117"/>
              <a:gd name="connsiteY9" fmla="*/ 9908 h 10000"/>
              <a:gd name="connsiteX10" fmla="*/ 2701 w 10117"/>
              <a:gd name="connsiteY10" fmla="*/ 9900 h 10000"/>
              <a:gd name="connsiteX11" fmla="*/ 1467 w 10117"/>
              <a:gd name="connsiteY11" fmla="*/ 9946 h 10000"/>
              <a:gd name="connsiteX12" fmla="*/ 580 w 10117"/>
              <a:gd name="connsiteY12" fmla="*/ 9876 h 10000"/>
              <a:gd name="connsiteX13" fmla="*/ 253 w 10117"/>
              <a:gd name="connsiteY13" fmla="*/ 9655 h 10000"/>
              <a:gd name="connsiteX14" fmla="*/ 148 w 10117"/>
              <a:gd name="connsiteY14" fmla="*/ 9108 h 10000"/>
              <a:gd name="connsiteX15" fmla="*/ 121 w 10117"/>
              <a:gd name="connsiteY15" fmla="*/ 4091 h 10000"/>
              <a:gd name="connsiteX16" fmla="*/ 24 w 10117"/>
              <a:gd name="connsiteY16" fmla="*/ 752 h 10000"/>
              <a:gd name="connsiteX0" fmla="*/ 24 w 10452"/>
              <a:gd name="connsiteY0" fmla="*/ 752 h 10000"/>
              <a:gd name="connsiteX1" fmla="*/ 556 w 10452"/>
              <a:gd name="connsiteY1" fmla="*/ 55 h 10000"/>
              <a:gd name="connsiteX2" fmla="*/ 943 w 10452"/>
              <a:gd name="connsiteY2" fmla="*/ 50 h 10000"/>
              <a:gd name="connsiteX3" fmla="*/ 2268 w 10452"/>
              <a:gd name="connsiteY3" fmla="*/ 66 h 10000"/>
              <a:gd name="connsiteX4" fmla="*/ 3836 w 10452"/>
              <a:gd name="connsiteY4" fmla="*/ 23 h 10000"/>
              <a:gd name="connsiteX5" fmla="*/ 9975 w 10452"/>
              <a:gd name="connsiteY5" fmla="*/ 475 h 10000"/>
              <a:gd name="connsiteX6" fmla="*/ 10068 w 10452"/>
              <a:gd name="connsiteY6" fmla="*/ 919 h 10000"/>
              <a:gd name="connsiteX7" fmla="*/ 10060 w 10452"/>
              <a:gd name="connsiteY7" fmla="*/ 4154 h 10000"/>
              <a:gd name="connsiteX8" fmla="*/ 10115 w 10452"/>
              <a:gd name="connsiteY8" fmla="*/ 9590 h 10000"/>
              <a:gd name="connsiteX9" fmla="*/ 6715 w 10452"/>
              <a:gd name="connsiteY9" fmla="*/ 9911 h 10000"/>
              <a:gd name="connsiteX10" fmla="*/ 4629 w 10452"/>
              <a:gd name="connsiteY10" fmla="*/ 9908 h 10000"/>
              <a:gd name="connsiteX11" fmla="*/ 2701 w 10452"/>
              <a:gd name="connsiteY11" fmla="*/ 9900 h 10000"/>
              <a:gd name="connsiteX12" fmla="*/ 1467 w 10452"/>
              <a:gd name="connsiteY12" fmla="*/ 9946 h 10000"/>
              <a:gd name="connsiteX13" fmla="*/ 580 w 10452"/>
              <a:gd name="connsiteY13" fmla="*/ 9876 h 10000"/>
              <a:gd name="connsiteX14" fmla="*/ 253 w 10452"/>
              <a:gd name="connsiteY14" fmla="*/ 9655 h 10000"/>
              <a:gd name="connsiteX15" fmla="*/ 148 w 10452"/>
              <a:gd name="connsiteY15" fmla="*/ 9108 h 10000"/>
              <a:gd name="connsiteX16" fmla="*/ 121 w 10452"/>
              <a:gd name="connsiteY16" fmla="*/ 4091 h 10000"/>
              <a:gd name="connsiteX17" fmla="*/ 24 w 10452"/>
              <a:gd name="connsiteY17" fmla="*/ 752 h 10000"/>
              <a:gd name="connsiteX0" fmla="*/ 24 w 10446"/>
              <a:gd name="connsiteY0" fmla="*/ 752 h 10000"/>
              <a:gd name="connsiteX1" fmla="*/ 556 w 10446"/>
              <a:gd name="connsiteY1" fmla="*/ 55 h 10000"/>
              <a:gd name="connsiteX2" fmla="*/ 943 w 10446"/>
              <a:gd name="connsiteY2" fmla="*/ 50 h 10000"/>
              <a:gd name="connsiteX3" fmla="*/ 2268 w 10446"/>
              <a:gd name="connsiteY3" fmla="*/ 66 h 10000"/>
              <a:gd name="connsiteX4" fmla="*/ 3836 w 10446"/>
              <a:gd name="connsiteY4" fmla="*/ 23 h 10000"/>
              <a:gd name="connsiteX5" fmla="*/ 9975 w 10446"/>
              <a:gd name="connsiteY5" fmla="*/ 475 h 10000"/>
              <a:gd name="connsiteX6" fmla="*/ 10068 w 10446"/>
              <a:gd name="connsiteY6" fmla="*/ 919 h 10000"/>
              <a:gd name="connsiteX7" fmla="*/ 10060 w 10446"/>
              <a:gd name="connsiteY7" fmla="*/ 4154 h 10000"/>
              <a:gd name="connsiteX8" fmla="*/ 10115 w 10446"/>
              <a:gd name="connsiteY8" fmla="*/ 9590 h 10000"/>
              <a:gd name="connsiteX9" fmla="*/ 6715 w 10446"/>
              <a:gd name="connsiteY9" fmla="*/ 9911 h 10000"/>
              <a:gd name="connsiteX10" fmla="*/ 4629 w 10446"/>
              <a:gd name="connsiteY10" fmla="*/ 9908 h 10000"/>
              <a:gd name="connsiteX11" fmla="*/ 2701 w 10446"/>
              <a:gd name="connsiteY11" fmla="*/ 9900 h 10000"/>
              <a:gd name="connsiteX12" fmla="*/ 1467 w 10446"/>
              <a:gd name="connsiteY12" fmla="*/ 9946 h 10000"/>
              <a:gd name="connsiteX13" fmla="*/ 580 w 10446"/>
              <a:gd name="connsiteY13" fmla="*/ 9876 h 10000"/>
              <a:gd name="connsiteX14" fmla="*/ 253 w 10446"/>
              <a:gd name="connsiteY14" fmla="*/ 9655 h 10000"/>
              <a:gd name="connsiteX15" fmla="*/ 148 w 10446"/>
              <a:gd name="connsiteY15" fmla="*/ 9108 h 10000"/>
              <a:gd name="connsiteX16" fmla="*/ 121 w 10446"/>
              <a:gd name="connsiteY16" fmla="*/ 4091 h 10000"/>
              <a:gd name="connsiteX17" fmla="*/ 24 w 10446"/>
              <a:gd name="connsiteY17" fmla="*/ 752 h 10000"/>
              <a:gd name="connsiteX0" fmla="*/ 24 w 10303"/>
              <a:gd name="connsiteY0" fmla="*/ 742 h 9990"/>
              <a:gd name="connsiteX1" fmla="*/ 556 w 10303"/>
              <a:gd name="connsiteY1" fmla="*/ 45 h 9990"/>
              <a:gd name="connsiteX2" fmla="*/ 943 w 10303"/>
              <a:gd name="connsiteY2" fmla="*/ 40 h 9990"/>
              <a:gd name="connsiteX3" fmla="*/ 2268 w 10303"/>
              <a:gd name="connsiteY3" fmla="*/ 56 h 9990"/>
              <a:gd name="connsiteX4" fmla="*/ 3836 w 10303"/>
              <a:gd name="connsiteY4" fmla="*/ 13 h 9990"/>
              <a:gd name="connsiteX5" fmla="*/ 9765 w 10303"/>
              <a:gd name="connsiteY5" fmla="*/ 308 h 9990"/>
              <a:gd name="connsiteX6" fmla="*/ 10068 w 10303"/>
              <a:gd name="connsiteY6" fmla="*/ 909 h 9990"/>
              <a:gd name="connsiteX7" fmla="*/ 10060 w 10303"/>
              <a:gd name="connsiteY7" fmla="*/ 4144 h 9990"/>
              <a:gd name="connsiteX8" fmla="*/ 10115 w 10303"/>
              <a:gd name="connsiteY8" fmla="*/ 9580 h 9990"/>
              <a:gd name="connsiteX9" fmla="*/ 6715 w 10303"/>
              <a:gd name="connsiteY9" fmla="*/ 9901 h 9990"/>
              <a:gd name="connsiteX10" fmla="*/ 4629 w 10303"/>
              <a:gd name="connsiteY10" fmla="*/ 9898 h 9990"/>
              <a:gd name="connsiteX11" fmla="*/ 2701 w 10303"/>
              <a:gd name="connsiteY11" fmla="*/ 9890 h 9990"/>
              <a:gd name="connsiteX12" fmla="*/ 1467 w 10303"/>
              <a:gd name="connsiteY12" fmla="*/ 9936 h 9990"/>
              <a:gd name="connsiteX13" fmla="*/ 580 w 10303"/>
              <a:gd name="connsiteY13" fmla="*/ 9866 h 9990"/>
              <a:gd name="connsiteX14" fmla="*/ 253 w 10303"/>
              <a:gd name="connsiteY14" fmla="*/ 9645 h 9990"/>
              <a:gd name="connsiteX15" fmla="*/ 148 w 10303"/>
              <a:gd name="connsiteY15" fmla="*/ 9098 h 9990"/>
              <a:gd name="connsiteX16" fmla="*/ 121 w 10303"/>
              <a:gd name="connsiteY16" fmla="*/ 4081 h 9990"/>
              <a:gd name="connsiteX17" fmla="*/ 24 w 10303"/>
              <a:gd name="connsiteY17" fmla="*/ 742 h 9990"/>
              <a:gd name="connsiteX0" fmla="*/ 23 w 9821"/>
              <a:gd name="connsiteY0" fmla="*/ 743 h 10000"/>
              <a:gd name="connsiteX1" fmla="*/ 540 w 9821"/>
              <a:gd name="connsiteY1" fmla="*/ 45 h 10000"/>
              <a:gd name="connsiteX2" fmla="*/ 915 w 9821"/>
              <a:gd name="connsiteY2" fmla="*/ 40 h 10000"/>
              <a:gd name="connsiteX3" fmla="*/ 2201 w 9821"/>
              <a:gd name="connsiteY3" fmla="*/ 56 h 10000"/>
              <a:gd name="connsiteX4" fmla="*/ 3723 w 9821"/>
              <a:gd name="connsiteY4" fmla="*/ 13 h 10000"/>
              <a:gd name="connsiteX5" fmla="*/ 9478 w 9821"/>
              <a:gd name="connsiteY5" fmla="*/ 308 h 10000"/>
              <a:gd name="connsiteX6" fmla="*/ 9772 w 9821"/>
              <a:gd name="connsiteY6" fmla="*/ 910 h 10000"/>
              <a:gd name="connsiteX7" fmla="*/ 9764 w 9821"/>
              <a:gd name="connsiteY7" fmla="*/ 4148 h 10000"/>
              <a:gd name="connsiteX8" fmla="*/ 9818 w 9821"/>
              <a:gd name="connsiteY8" fmla="*/ 9590 h 10000"/>
              <a:gd name="connsiteX9" fmla="*/ 6518 w 9821"/>
              <a:gd name="connsiteY9" fmla="*/ 9911 h 10000"/>
              <a:gd name="connsiteX10" fmla="*/ 4493 w 9821"/>
              <a:gd name="connsiteY10" fmla="*/ 9908 h 10000"/>
              <a:gd name="connsiteX11" fmla="*/ 2622 w 9821"/>
              <a:gd name="connsiteY11" fmla="*/ 9900 h 10000"/>
              <a:gd name="connsiteX12" fmla="*/ 1424 w 9821"/>
              <a:gd name="connsiteY12" fmla="*/ 9946 h 10000"/>
              <a:gd name="connsiteX13" fmla="*/ 563 w 9821"/>
              <a:gd name="connsiteY13" fmla="*/ 9876 h 10000"/>
              <a:gd name="connsiteX14" fmla="*/ 246 w 9821"/>
              <a:gd name="connsiteY14" fmla="*/ 9655 h 10000"/>
              <a:gd name="connsiteX15" fmla="*/ 144 w 9821"/>
              <a:gd name="connsiteY15" fmla="*/ 9107 h 10000"/>
              <a:gd name="connsiteX16" fmla="*/ 117 w 9821"/>
              <a:gd name="connsiteY16" fmla="*/ 4085 h 10000"/>
              <a:gd name="connsiteX17" fmla="*/ 23 w 9821"/>
              <a:gd name="connsiteY17" fmla="*/ 743 h 10000"/>
              <a:gd name="connsiteX0" fmla="*/ 23 w 10000"/>
              <a:gd name="connsiteY0" fmla="*/ 720 h 9977"/>
              <a:gd name="connsiteX1" fmla="*/ 550 w 10000"/>
              <a:gd name="connsiteY1" fmla="*/ 22 h 9977"/>
              <a:gd name="connsiteX2" fmla="*/ 932 w 10000"/>
              <a:gd name="connsiteY2" fmla="*/ 17 h 9977"/>
              <a:gd name="connsiteX3" fmla="*/ 2241 w 10000"/>
              <a:gd name="connsiteY3" fmla="*/ 33 h 9977"/>
              <a:gd name="connsiteX4" fmla="*/ 3808 w 10000"/>
              <a:gd name="connsiteY4" fmla="*/ 147 h 9977"/>
              <a:gd name="connsiteX5" fmla="*/ 9651 w 10000"/>
              <a:gd name="connsiteY5" fmla="*/ 285 h 9977"/>
              <a:gd name="connsiteX6" fmla="*/ 9950 w 10000"/>
              <a:gd name="connsiteY6" fmla="*/ 887 h 9977"/>
              <a:gd name="connsiteX7" fmla="*/ 9942 w 10000"/>
              <a:gd name="connsiteY7" fmla="*/ 4125 h 9977"/>
              <a:gd name="connsiteX8" fmla="*/ 9997 w 10000"/>
              <a:gd name="connsiteY8" fmla="*/ 9567 h 9977"/>
              <a:gd name="connsiteX9" fmla="*/ 6637 w 10000"/>
              <a:gd name="connsiteY9" fmla="*/ 9888 h 9977"/>
              <a:gd name="connsiteX10" fmla="*/ 4575 w 10000"/>
              <a:gd name="connsiteY10" fmla="*/ 9885 h 9977"/>
              <a:gd name="connsiteX11" fmla="*/ 2670 w 10000"/>
              <a:gd name="connsiteY11" fmla="*/ 9877 h 9977"/>
              <a:gd name="connsiteX12" fmla="*/ 1450 w 10000"/>
              <a:gd name="connsiteY12" fmla="*/ 9923 h 9977"/>
              <a:gd name="connsiteX13" fmla="*/ 573 w 10000"/>
              <a:gd name="connsiteY13" fmla="*/ 9853 h 9977"/>
              <a:gd name="connsiteX14" fmla="*/ 250 w 10000"/>
              <a:gd name="connsiteY14" fmla="*/ 9632 h 9977"/>
              <a:gd name="connsiteX15" fmla="*/ 147 w 10000"/>
              <a:gd name="connsiteY15" fmla="*/ 9084 h 9977"/>
              <a:gd name="connsiteX16" fmla="*/ 119 w 10000"/>
              <a:gd name="connsiteY16" fmla="*/ 4062 h 9977"/>
              <a:gd name="connsiteX17" fmla="*/ 23 w 10000"/>
              <a:gd name="connsiteY17" fmla="*/ 720 h 9977"/>
              <a:gd name="connsiteX0" fmla="*/ 23 w 10000"/>
              <a:gd name="connsiteY0" fmla="*/ 726 h 10004"/>
              <a:gd name="connsiteX1" fmla="*/ 550 w 10000"/>
              <a:gd name="connsiteY1" fmla="*/ 26 h 10004"/>
              <a:gd name="connsiteX2" fmla="*/ 932 w 10000"/>
              <a:gd name="connsiteY2" fmla="*/ 21 h 10004"/>
              <a:gd name="connsiteX3" fmla="*/ 2163 w 10000"/>
              <a:gd name="connsiteY3" fmla="*/ 132 h 10004"/>
              <a:gd name="connsiteX4" fmla="*/ 3808 w 10000"/>
              <a:gd name="connsiteY4" fmla="*/ 151 h 10004"/>
              <a:gd name="connsiteX5" fmla="*/ 9651 w 10000"/>
              <a:gd name="connsiteY5" fmla="*/ 290 h 10004"/>
              <a:gd name="connsiteX6" fmla="*/ 9950 w 10000"/>
              <a:gd name="connsiteY6" fmla="*/ 893 h 10004"/>
              <a:gd name="connsiteX7" fmla="*/ 9942 w 10000"/>
              <a:gd name="connsiteY7" fmla="*/ 4139 h 10004"/>
              <a:gd name="connsiteX8" fmla="*/ 9997 w 10000"/>
              <a:gd name="connsiteY8" fmla="*/ 9593 h 10004"/>
              <a:gd name="connsiteX9" fmla="*/ 6637 w 10000"/>
              <a:gd name="connsiteY9" fmla="*/ 9915 h 10004"/>
              <a:gd name="connsiteX10" fmla="*/ 4575 w 10000"/>
              <a:gd name="connsiteY10" fmla="*/ 9912 h 10004"/>
              <a:gd name="connsiteX11" fmla="*/ 2670 w 10000"/>
              <a:gd name="connsiteY11" fmla="*/ 9904 h 10004"/>
              <a:gd name="connsiteX12" fmla="*/ 1450 w 10000"/>
              <a:gd name="connsiteY12" fmla="*/ 9950 h 10004"/>
              <a:gd name="connsiteX13" fmla="*/ 573 w 10000"/>
              <a:gd name="connsiteY13" fmla="*/ 9880 h 10004"/>
              <a:gd name="connsiteX14" fmla="*/ 250 w 10000"/>
              <a:gd name="connsiteY14" fmla="*/ 9658 h 10004"/>
              <a:gd name="connsiteX15" fmla="*/ 147 w 10000"/>
              <a:gd name="connsiteY15" fmla="*/ 9109 h 10004"/>
              <a:gd name="connsiteX16" fmla="*/ 119 w 10000"/>
              <a:gd name="connsiteY16" fmla="*/ 4075 h 10004"/>
              <a:gd name="connsiteX17" fmla="*/ 23 w 10000"/>
              <a:gd name="connsiteY17" fmla="*/ 726 h 10004"/>
              <a:gd name="connsiteX0" fmla="*/ 23 w 10000"/>
              <a:gd name="connsiteY0" fmla="*/ 726 h 10004"/>
              <a:gd name="connsiteX1" fmla="*/ 550 w 10000"/>
              <a:gd name="connsiteY1" fmla="*/ 26 h 10004"/>
              <a:gd name="connsiteX2" fmla="*/ 932 w 10000"/>
              <a:gd name="connsiteY2" fmla="*/ 21 h 10004"/>
              <a:gd name="connsiteX3" fmla="*/ 2163 w 10000"/>
              <a:gd name="connsiteY3" fmla="*/ 132 h 10004"/>
              <a:gd name="connsiteX4" fmla="*/ 3808 w 10000"/>
              <a:gd name="connsiteY4" fmla="*/ 151 h 10004"/>
              <a:gd name="connsiteX5" fmla="*/ 9651 w 10000"/>
              <a:gd name="connsiteY5" fmla="*/ 290 h 10004"/>
              <a:gd name="connsiteX6" fmla="*/ 9950 w 10000"/>
              <a:gd name="connsiteY6" fmla="*/ 893 h 10004"/>
              <a:gd name="connsiteX7" fmla="*/ 9942 w 10000"/>
              <a:gd name="connsiteY7" fmla="*/ 4139 h 10004"/>
              <a:gd name="connsiteX8" fmla="*/ 9997 w 10000"/>
              <a:gd name="connsiteY8" fmla="*/ 9593 h 10004"/>
              <a:gd name="connsiteX9" fmla="*/ 6637 w 10000"/>
              <a:gd name="connsiteY9" fmla="*/ 9915 h 10004"/>
              <a:gd name="connsiteX10" fmla="*/ 4575 w 10000"/>
              <a:gd name="connsiteY10" fmla="*/ 9912 h 10004"/>
              <a:gd name="connsiteX11" fmla="*/ 2670 w 10000"/>
              <a:gd name="connsiteY11" fmla="*/ 9904 h 10004"/>
              <a:gd name="connsiteX12" fmla="*/ 1450 w 10000"/>
              <a:gd name="connsiteY12" fmla="*/ 9950 h 10004"/>
              <a:gd name="connsiteX13" fmla="*/ 573 w 10000"/>
              <a:gd name="connsiteY13" fmla="*/ 9880 h 10004"/>
              <a:gd name="connsiteX14" fmla="*/ 250 w 10000"/>
              <a:gd name="connsiteY14" fmla="*/ 9658 h 10004"/>
              <a:gd name="connsiteX15" fmla="*/ 147 w 10000"/>
              <a:gd name="connsiteY15" fmla="*/ 9109 h 10004"/>
              <a:gd name="connsiteX16" fmla="*/ 119 w 10000"/>
              <a:gd name="connsiteY16" fmla="*/ 4075 h 10004"/>
              <a:gd name="connsiteX17" fmla="*/ 23 w 10000"/>
              <a:gd name="connsiteY17" fmla="*/ 726 h 10004"/>
              <a:gd name="connsiteX0" fmla="*/ 23 w 10000"/>
              <a:gd name="connsiteY0" fmla="*/ 710 h 9988"/>
              <a:gd name="connsiteX1" fmla="*/ 550 w 10000"/>
              <a:gd name="connsiteY1" fmla="*/ 10 h 9988"/>
              <a:gd name="connsiteX2" fmla="*/ 984 w 10000"/>
              <a:gd name="connsiteY2" fmla="*/ 100 h 9988"/>
              <a:gd name="connsiteX3" fmla="*/ 2163 w 10000"/>
              <a:gd name="connsiteY3" fmla="*/ 116 h 9988"/>
              <a:gd name="connsiteX4" fmla="*/ 3808 w 10000"/>
              <a:gd name="connsiteY4" fmla="*/ 135 h 9988"/>
              <a:gd name="connsiteX5" fmla="*/ 9651 w 10000"/>
              <a:gd name="connsiteY5" fmla="*/ 274 h 9988"/>
              <a:gd name="connsiteX6" fmla="*/ 9950 w 10000"/>
              <a:gd name="connsiteY6" fmla="*/ 877 h 9988"/>
              <a:gd name="connsiteX7" fmla="*/ 9942 w 10000"/>
              <a:gd name="connsiteY7" fmla="*/ 4123 h 9988"/>
              <a:gd name="connsiteX8" fmla="*/ 9997 w 10000"/>
              <a:gd name="connsiteY8" fmla="*/ 9577 h 9988"/>
              <a:gd name="connsiteX9" fmla="*/ 6637 w 10000"/>
              <a:gd name="connsiteY9" fmla="*/ 9899 h 9988"/>
              <a:gd name="connsiteX10" fmla="*/ 4575 w 10000"/>
              <a:gd name="connsiteY10" fmla="*/ 9896 h 9988"/>
              <a:gd name="connsiteX11" fmla="*/ 2670 w 10000"/>
              <a:gd name="connsiteY11" fmla="*/ 9888 h 9988"/>
              <a:gd name="connsiteX12" fmla="*/ 1450 w 10000"/>
              <a:gd name="connsiteY12" fmla="*/ 9934 h 9988"/>
              <a:gd name="connsiteX13" fmla="*/ 573 w 10000"/>
              <a:gd name="connsiteY13" fmla="*/ 9864 h 9988"/>
              <a:gd name="connsiteX14" fmla="*/ 250 w 10000"/>
              <a:gd name="connsiteY14" fmla="*/ 9642 h 9988"/>
              <a:gd name="connsiteX15" fmla="*/ 147 w 10000"/>
              <a:gd name="connsiteY15" fmla="*/ 9093 h 9988"/>
              <a:gd name="connsiteX16" fmla="*/ 119 w 10000"/>
              <a:gd name="connsiteY16" fmla="*/ 4059 h 9988"/>
              <a:gd name="connsiteX17" fmla="*/ 23 w 10000"/>
              <a:gd name="connsiteY17" fmla="*/ 710 h 9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000" h="9988">
                <a:moveTo>
                  <a:pt x="23" y="710"/>
                </a:moveTo>
                <a:cubicBezTo>
                  <a:pt x="13" y="290"/>
                  <a:pt x="451" y="-40"/>
                  <a:pt x="550" y="10"/>
                </a:cubicBezTo>
                <a:cubicBezTo>
                  <a:pt x="675" y="-34"/>
                  <a:pt x="715" y="82"/>
                  <a:pt x="984" y="100"/>
                </a:cubicBezTo>
                <a:cubicBezTo>
                  <a:pt x="1253" y="118"/>
                  <a:pt x="1692" y="110"/>
                  <a:pt x="2163" y="116"/>
                </a:cubicBezTo>
                <a:lnTo>
                  <a:pt x="3808" y="135"/>
                </a:lnTo>
                <a:cubicBezTo>
                  <a:pt x="5056" y="161"/>
                  <a:pt x="8638" y="171"/>
                  <a:pt x="9651" y="274"/>
                </a:cubicBezTo>
                <a:cubicBezTo>
                  <a:pt x="9974" y="329"/>
                  <a:pt x="9910" y="262"/>
                  <a:pt x="9950" y="877"/>
                </a:cubicBezTo>
                <a:cubicBezTo>
                  <a:pt x="9963" y="1492"/>
                  <a:pt x="9922" y="2626"/>
                  <a:pt x="9942" y="4123"/>
                </a:cubicBezTo>
                <a:cubicBezTo>
                  <a:pt x="9963" y="5620"/>
                  <a:pt x="10015" y="8458"/>
                  <a:pt x="9997" y="9577"/>
                </a:cubicBezTo>
                <a:cubicBezTo>
                  <a:pt x="9910" y="10243"/>
                  <a:pt x="6641" y="9902"/>
                  <a:pt x="6637" y="9899"/>
                </a:cubicBezTo>
                <a:cubicBezTo>
                  <a:pt x="6435" y="9970"/>
                  <a:pt x="5237" y="9898"/>
                  <a:pt x="4575" y="9896"/>
                </a:cubicBezTo>
                <a:lnTo>
                  <a:pt x="2670" y="9888"/>
                </a:lnTo>
                <a:cubicBezTo>
                  <a:pt x="2149" y="9894"/>
                  <a:pt x="2131" y="9934"/>
                  <a:pt x="1450" y="9934"/>
                </a:cubicBezTo>
                <a:cubicBezTo>
                  <a:pt x="971" y="9946"/>
                  <a:pt x="846" y="9887"/>
                  <a:pt x="573" y="9864"/>
                </a:cubicBezTo>
                <a:cubicBezTo>
                  <a:pt x="372" y="9778"/>
                  <a:pt x="378" y="9854"/>
                  <a:pt x="250" y="9642"/>
                </a:cubicBezTo>
                <a:cubicBezTo>
                  <a:pt x="179" y="9525"/>
                  <a:pt x="177" y="9398"/>
                  <a:pt x="147" y="9093"/>
                </a:cubicBezTo>
                <a:cubicBezTo>
                  <a:pt x="111" y="8126"/>
                  <a:pt x="132" y="5472"/>
                  <a:pt x="119" y="4059"/>
                </a:cubicBezTo>
                <a:cubicBezTo>
                  <a:pt x="107" y="2647"/>
                  <a:pt x="-62" y="1347"/>
                  <a:pt x="23" y="710"/>
                </a:cubicBezTo>
                <a:close/>
              </a:path>
            </a:pathLst>
          </a:cu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Afbeelding invoegen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pic>
        <p:nvPicPr>
          <p:cNvPr id="5" name="kringeltje">
            <a:extLst>
              <a:ext uri="{FF2B5EF4-FFF2-40B4-BE49-F238E27FC236}">
                <a16:creationId xmlns:a16="http://schemas.microsoft.com/office/drawing/2014/main" id="{38EB7E27-E4F7-75C3-ADCA-AED0F7C3D7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668027">
            <a:off x="69262" y="6100777"/>
            <a:ext cx="644625" cy="66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8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en dia Plezi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058ACBC-2573-08C8-828B-BE278FF486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jdelijke aanduiding voor afbeelding 4">
            <a:extLst>
              <a:ext uri="{FF2B5EF4-FFF2-40B4-BE49-F238E27FC236}">
                <a16:creationId xmlns:a16="http://schemas.microsoft.com/office/drawing/2014/main" id="{B97879C4-9A9D-202B-30E7-C1BEAD6F40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04533" y="157507"/>
            <a:ext cx="5899279" cy="6542985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284 w 10000"/>
              <a:gd name="connsiteY0" fmla="*/ 232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284 w 10000"/>
              <a:gd name="connsiteY10" fmla="*/ 232 h 10000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29 h 10297"/>
              <a:gd name="connsiteX1" fmla="*/ 2311 w 10000"/>
              <a:gd name="connsiteY1" fmla="*/ 27 h 10297"/>
              <a:gd name="connsiteX2" fmla="*/ 3638 w 10000"/>
              <a:gd name="connsiteY2" fmla="*/ 1175 h 10297"/>
              <a:gd name="connsiteX3" fmla="*/ 7500 w 10000"/>
              <a:gd name="connsiteY3" fmla="*/ 297 h 10297"/>
              <a:gd name="connsiteX4" fmla="*/ 10000 w 10000"/>
              <a:gd name="connsiteY4" fmla="*/ 1297 h 10297"/>
              <a:gd name="connsiteX5" fmla="*/ 10000 w 10000"/>
              <a:gd name="connsiteY5" fmla="*/ 9297 h 10297"/>
              <a:gd name="connsiteX6" fmla="*/ 7500 w 10000"/>
              <a:gd name="connsiteY6" fmla="*/ 8297 h 10297"/>
              <a:gd name="connsiteX7" fmla="*/ 5000 w 10000"/>
              <a:gd name="connsiteY7" fmla="*/ 9297 h 10297"/>
              <a:gd name="connsiteX8" fmla="*/ 2500 w 10000"/>
              <a:gd name="connsiteY8" fmla="*/ 10297 h 10297"/>
              <a:gd name="connsiteX9" fmla="*/ 0 w 10000"/>
              <a:gd name="connsiteY9" fmla="*/ 9297 h 10297"/>
              <a:gd name="connsiteX10" fmla="*/ 284 w 10000"/>
              <a:gd name="connsiteY10" fmla="*/ 529 h 10297"/>
              <a:gd name="connsiteX0" fmla="*/ 284 w 10000"/>
              <a:gd name="connsiteY0" fmla="*/ 510 h 10278"/>
              <a:gd name="connsiteX1" fmla="*/ 1944 w 10000"/>
              <a:gd name="connsiteY1" fmla="*/ 30 h 10278"/>
              <a:gd name="connsiteX2" fmla="*/ 3638 w 10000"/>
              <a:gd name="connsiteY2" fmla="*/ 1156 h 10278"/>
              <a:gd name="connsiteX3" fmla="*/ 7500 w 10000"/>
              <a:gd name="connsiteY3" fmla="*/ 278 h 10278"/>
              <a:gd name="connsiteX4" fmla="*/ 10000 w 10000"/>
              <a:gd name="connsiteY4" fmla="*/ 1278 h 10278"/>
              <a:gd name="connsiteX5" fmla="*/ 10000 w 10000"/>
              <a:gd name="connsiteY5" fmla="*/ 9278 h 10278"/>
              <a:gd name="connsiteX6" fmla="*/ 7500 w 10000"/>
              <a:gd name="connsiteY6" fmla="*/ 8278 h 10278"/>
              <a:gd name="connsiteX7" fmla="*/ 5000 w 10000"/>
              <a:gd name="connsiteY7" fmla="*/ 9278 h 10278"/>
              <a:gd name="connsiteX8" fmla="*/ 2500 w 10000"/>
              <a:gd name="connsiteY8" fmla="*/ 10278 h 10278"/>
              <a:gd name="connsiteX9" fmla="*/ 0 w 10000"/>
              <a:gd name="connsiteY9" fmla="*/ 9278 h 10278"/>
              <a:gd name="connsiteX10" fmla="*/ 284 w 10000"/>
              <a:gd name="connsiteY10" fmla="*/ 510 h 10278"/>
              <a:gd name="connsiteX0" fmla="*/ 284 w 10000"/>
              <a:gd name="connsiteY0" fmla="*/ 483 h 10251"/>
              <a:gd name="connsiteX1" fmla="*/ 1944 w 10000"/>
              <a:gd name="connsiteY1" fmla="*/ 3 h 10251"/>
              <a:gd name="connsiteX2" fmla="*/ 3638 w 10000"/>
              <a:gd name="connsiteY2" fmla="*/ 1129 h 10251"/>
              <a:gd name="connsiteX3" fmla="*/ 7500 w 10000"/>
              <a:gd name="connsiteY3" fmla="*/ 251 h 10251"/>
              <a:gd name="connsiteX4" fmla="*/ 10000 w 10000"/>
              <a:gd name="connsiteY4" fmla="*/ 1251 h 10251"/>
              <a:gd name="connsiteX5" fmla="*/ 10000 w 10000"/>
              <a:gd name="connsiteY5" fmla="*/ 9251 h 10251"/>
              <a:gd name="connsiteX6" fmla="*/ 7500 w 10000"/>
              <a:gd name="connsiteY6" fmla="*/ 8251 h 10251"/>
              <a:gd name="connsiteX7" fmla="*/ 5000 w 10000"/>
              <a:gd name="connsiteY7" fmla="*/ 9251 h 10251"/>
              <a:gd name="connsiteX8" fmla="*/ 2500 w 10000"/>
              <a:gd name="connsiteY8" fmla="*/ 10251 h 10251"/>
              <a:gd name="connsiteX9" fmla="*/ 0 w 10000"/>
              <a:gd name="connsiteY9" fmla="*/ 9251 h 10251"/>
              <a:gd name="connsiteX10" fmla="*/ 284 w 10000"/>
              <a:gd name="connsiteY10" fmla="*/ 483 h 10251"/>
              <a:gd name="connsiteX0" fmla="*/ 284 w 10000"/>
              <a:gd name="connsiteY0" fmla="*/ 501 h 10269"/>
              <a:gd name="connsiteX1" fmla="*/ 1944 w 10000"/>
              <a:gd name="connsiteY1" fmla="*/ 21 h 10269"/>
              <a:gd name="connsiteX2" fmla="*/ 4100 w 10000"/>
              <a:gd name="connsiteY2" fmla="*/ 101 h 10269"/>
              <a:gd name="connsiteX3" fmla="*/ 7500 w 10000"/>
              <a:gd name="connsiteY3" fmla="*/ 269 h 10269"/>
              <a:gd name="connsiteX4" fmla="*/ 10000 w 10000"/>
              <a:gd name="connsiteY4" fmla="*/ 1269 h 10269"/>
              <a:gd name="connsiteX5" fmla="*/ 10000 w 10000"/>
              <a:gd name="connsiteY5" fmla="*/ 9269 h 10269"/>
              <a:gd name="connsiteX6" fmla="*/ 7500 w 10000"/>
              <a:gd name="connsiteY6" fmla="*/ 8269 h 10269"/>
              <a:gd name="connsiteX7" fmla="*/ 5000 w 10000"/>
              <a:gd name="connsiteY7" fmla="*/ 9269 h 10269"/>
              <a:gd name="connsiteX8" fmla="*/ 2500 w 10000"/>
              <a:gd name="connsiteY8" fmla="*/ 10269 h 10269"/>
              <a:gd name="connsiteX9" fmla="*/ 0 w 10000"/>
              <a:gd name="connsiteY9" fmla="*/ 9269 h 10269"/>
              <a:gd name="connsiteX10" fmla="*/ 284 w 10000"/>
              <a:gd name="connsiteY10" fmla="*/ 501 h 10269"/>
              <a:gd name="connsiteX0" fmla="*/ 284 w 10000"/>
              <a:gd name="connsiteY0" fmla="*/ 496 h 10264"/>
              <a:gd name="connsiteX1" fmla="*/ 1944 w 10000"/>
              <a:gd name="connsiteY1" fmla="*/ 16 h 10264"/>
              <a:gd name="connsiteX2" fmla="*/ 4100 w 10000"/>
              <a:gd name="connsiteY2" fmla="*/ 96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20 h 10288"/>
              <a:gd name="connsiteX1" fmla="*/ 1443 w 10000"/>
              <a:gd name="connsiteY1" fmla="*/ 40 h 10288"/>
              <a:gd name="connsiteX2" fmla="*/ 4349 w 10000"/>
              <a:gd name="connsiteY2" fmla="*/ 53 h 10288"/>
              <a:gd name="connsiteX3" fmla="*/ 7500 w 10000"/>
              <a:gd name="connsiteY3" fmla="*/ 288 h 10288"/>
              <a:gd name="connsiteX4" fmla="*/ 10000 w 10000"/>
              <a:gd name="connsiteY4" fmla="*/ 1288 h 10288"/>
              <a:gd name="connsiteX5" fmla="*/ 10000 w 10000"/>
              <a:gd name="connsiteY5" fmla="*/ 9288 h 10288"/>
              <a:gd name="connsiteX6" fmla="*/ 7500 w 10000"/>
              <a:gd name="connsiteY6" fmla="*/ 8288 h 10288"/>
              <a:gd name="connsiteX7" fmla="*/ 5000 w 10000"/>
              <a:gd name="connsiteY7" fmla="*/ 9288 h 10288"/>
              <a:gd name="connsiteX8" fmla="*/ 2500 w 10000"/>
              <a:gd name="connsiteY8" fmla="*/ 10288 h 10288"/>
              <a:gd name="connsiteX9" fmla="*/ 0 w 10000"/>
              <a:gd name="connsiteY9" fmla="*/ 9288 h 10288"/>
              <a:gd name="connsiteX10" fmla="*/ 284 w 10000"/>
              <a:gd name="connsiteY10" fmla="*/ 520 h 10288"/>
              <a:gd name="connsiteX0" fmla="*/ 284 w 10000"/>
              <a:gd name="connsiteY0" fmla="*/ 496 h 10264"/>
              <a:gd name="connsiteX1" fmla="*/ 1443 w 10000"/>
              <a:gd name="connsiteY1" fmla="*/ 16 h 10264"/>
              <a:gd name="connsiteX2" fmla="*/ 4349 w 10000"/>
              <a:gd name="connsiteY2" fmla="*/ 29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491 h 10259"/>
              <a:gd name="connsiteX1" fmla="*/ 1733 w 10000"/>
              <a:gd name="connsiteY1" fmla="*/ 18 h 10259"/>
              <a:gd name="connsiteX2" fmla="*/ 4349 w 10000"/>
              <a:gd name="connsiteY2" fmla="*/ 24 h 10259"/>
              <a:gd name="connsiteX3" fmla="*/ 7500 w 10000"/>
              <a:gd name="connsiteY3" fmla="*/ 259 h 10259"/>
              <a:gd name="connsiteX4" fmla="*/ 10000 w 10000"/>
              <a:gd name="connsiteY4" fmla="*/ 1259 h 10259"/>
              <a:gd name="connsiteX5" fmla="*/ 10000 w 10000"/>
              <a:gd name="connsiteY5" fmla="*/ 9259 h 10259"/>
              <a:gd name="connsiteX6" fmla="*/ 7500 w 10000"/>
              <a:gd name="connsiteY6" fmla="*/ 8259 h 10259"/>
              <a:gd name="connsiteX7" fmla="*/ 5000 w 10000"/>
              <a:gd name="connsiteY7" fmla="*/ 9259 h 10259"/>
              <a:gd name="connsiteX8" fmla="*/ 2500 w 10000"/>
              <a:gd name="connsiteY8" fmla="*/ 10259 h 10259"/>
              <a:gd name="connsiteX9" fmla="*/ 0 w 10000"/>
              <a:gd name="connsiteY9" fmla="*/ 9259 h 10259"/>
              <a:gd name="connsiteX10" fmla="*/ 284 w 10000"/>
              <a:gd name="connsiteY10" fmla="*/ 491 h 10259"/>
              <a:gd name="connsiteX0" fmla="*/ 284 w 10000"/>
              <a:gd name="connsiteY0" fmla="*/ 488 h 10256"/>
              <a:gd name="connsiteX1" fmla="*/ 1733 w 10000"/>
              <a:gd name="connsiteY1" fmla="*/ 15 h 10256"/>
              <a:gd name="connsiteX2" fmla="*/ 4349 w 10000"/>
              <a:gd name="connsiteY2" fmla="*/ 21 h 10256"/>
              <a:gd name="connsiteX3" fmla="*/ 7500 w 10000"/>
              <a:gd name="connsiteY3" fmla="*/ 256 h 10256"/>
              <a:gd name="connsiteX4" fmla="*/ 10000 w 10000"/>
              <a:gd name="connsiteY4" fmla="*/ 1256 h 10256"/>
              <a:gd name="connsiteX5" fmla="*/ 10000 w 10000"/>
              <a:gd name="connsiteY5" fmla="*/ 9256 h 10256"/>
              <a:gd name="connsiteX6" fmla="*/ 7500 w 10000"/>
              <a:gd name="connsiteY6" fmla="*/ 8256 h 10256"/>
              <a:gd name="connsiteX7" fmla="*/ 5000 w 10000"/>
              <a:gd name="connsiteY7" fmla="*/ 9256 h 10256"/>
              <a:gd name="connsiteX8" fmla="*/ 2500 w 10000"/>
              <a:gd name="connsiteY8" fmla="*/ 10256 h 10256"/>
              <a:gd name="connsiteX9" fmla="*/ 0 w 10000"/>
              <a:gd name="connsiteY9" fmla="*/ 9256 h 10256"/>
              <a:gd name="connsiteX10" fmla="*/ 284 w 10000"/>
              <a:gd name="connsiteY10" fmla="*/ 488 h 10256"/>
              <a:gd name="connsiteX0" fmla="*/ 284 w 10000"/>
              <a:gd name="connsiteY0" fmla="*/ 593 h 10361"/>
              <a:gd name="connsiteX1" fmla="*/ 1733 w 10000"/>
              <a:gd name="connsiteY1" fmla="*/ 120 h 10361"/>
              <a:gd name="connsiteX2" fmla="*/ 4349 w 10000"/>
              <a:gd name="connsiteY2" fmla="*/ 126 h 10361"/>
              <a:gd name="connsiteX3" fmla="*/ 7493 w 10000"/>
              <a:gd name="connsiteY3" fmla="*/ 82 h 10361"/>
              <a:gd name="connsiteX4" fmla="*/ 10000 w 10000"/>
              <a:gd name="connsiteY4" fmla="*/ 1361 h 10361"/>
              <a:gd name="connsiteX5" fmla="*/ 10000 w 10000"/>
              <a:gd name="connsiteY5" fmla="*/ 9361 h 10361"/>
              <a:gd name="connsiteX6" fmla="*/ 7500 w 10000"/>
              <a:gd name="connsiteY6" fmla="*/ 8361 h 10361"/>
              <a:gd name="connsiteX7" fmla="*/ 5000 w 10000"/>
              <a:gd name="connsiteY7" fmla="*/ 9361 h 10361"/>
              <a:gd name="connsiteX8" fmla="*/ 2500 w 10000"/>
              <a:gd name="connsiteY8" fmla="*/ 10361 h 10361"/>
              <a:gd name="connsiteX9" fmla="*/ 0 w 10000"/>
              <a:gd name="connsiteY9" fmla="*/ 9361 h 10361"/>
              <a:gd name="connsiteX10" fmla="*/ 284 w 10000"/>
              <a:gd name="connsiteY10" fmla="*/ 593 h 10361"/>
              <a:gd name="connsiteX0" fmla="*/ 284 w 10000"/>
              <a:gd name="connsiteY0" fmla="*/ 511 h 10279"/>
              <a:gd name="connsiteX1" fmla="*/ 1733 w 10000"/>
              <a:gd name="connsiteY1" fmla="*/ 38 h 10279"/>
              <a:gd name="connsiteX2" fmla="*/ 4349 w 10000"/>
              <a:gd name="connsiteY2" fmla="*/ 44 h 10279"/>
              <a:gd name="connsiteX3" fmla="*/ 7493 w 10000"/>
              <a:gd name="connsiteY3" fmla="*/ 0 h 10279"/>
              <a:gd name="connsiteX4" fmla="*/ 10000 w 10000"/>
              <a:gd name="connsiteY4" fmla="*/ 1279 h 10279"/>
              <a:gd name="connsiteX5" fmla="*/ 10000 w 10000"/>
              <a:gd name="connsiteY5" fmla="*/ 9279 h 10279"/>
              <a:gd name="connsiteX6" fmla="*/ 7500 w 10000"/>
              <a:gd name="connsiteY6" fmla="*/ 8279 h 10279"/>
              <a:gd name="connsiteX7" fmla="*/ 5000 w 10000"/>
              <a:gd name="connsiteY7" fmla="*/ 9279 h 10279"/>
              <a:gd name="connsiteX8" fmla="*/ 2500 w 10000"/>
              <a:gd name="connsiteY8" fmla="*/ 10279 h 10279"/>
              <a:gd name="connsiteX9" fmla="*/ 0 w 10000"/>
              <a:gd name="connsiteY9" fmla="*/ 9279 h 10279"/>
              <a:gd name="connsiteX10" fmla="*/ 284 w 10000"/>
              <a:gd name="connsiteY10" fmla="*/ 511 h 10279"/>
              <a:gd name="connsiteX0" fmla="*/ 284 w 10092"/>
              <a:gd name="connsiteY0" fmla="*/ 535 h 10303"/>
              <a:gd name="connsiteX1" fmla="*/ 1733 w 10092"/>
              <a:gd name="connsiteY1" fmla="*/ 62 h 10303"/>
              <a:gd name="connsiteX2" fmla="*/ 4349 w 10092"/>
              <a:gd name="connsiteY2" fmla="*/ 68 h 10303"/>
              <a:gd name="connsiteX3" fmla="*/ 7493 w 10092"/>
              <a:gd name="connsiteY3" fmla="*/ 24 h 10303"/>
              <a:gd name="connsiteX4" fmla="*/ 10092 w 10092"/>
              <a:gd name="connsiteY4" fmla="*/ 354 h 10303"/>
              <a:gd name="connsiteX5" fmla="*/ 10000 w 10092"/>
              <a:gd name="connsiteY5" fmla="*/ 9303 h 10303"/>
              <a:gd name="connsiteX6" fmla="*/ 7500 w 10092"/>
              <a:gd name="connsiteY6" fmla="*/ 8303 h 10303"/>
              <a:gd name="connsiteX7" fmla="*/ 5000 w 10092"/>
              <a:gd name="connsiteY7" fmla="*/ 9303 h 10303"/>
              <a:gd name="connsiteX8" fmla="*/ 2500 w 10092"/>
              <a:gd name="connsiteY8" fmla="*/ 10303 h 10303"/>
              <a:gd name="connsiteX9" fmla="*/ 0 w 10092"/>
              <a:gd name="connsiteY9" fmla="*/ 9303 h 10303"/>
              <a:gd name="connsiteX10" fmla="*/ 284 w 10092"/>
              <a:gd name="connsiteY10" fmla="*/ 535 h 10303"/>
              <a:gd name="connsiteX0" fmla="*/ 284 w 10092"/>
              <a:gd name="connsiteY0" fmla="*/ 557 h 10325"/>
              <a:gd name="connsiteX1" fmla="*/ 1733 w 10092"/>
              <a:gd name="connsiteY1" fmla="*/ 84 h 10325"/>
              <a:gd name="connsiteX2" fmla="*/ 4349 w 10092"/>
              <a:gd name="connsiteY2" fmla="*/ 90 h 10325"/>
              <a:gd name="connsiteX3" fmla="*/ 7493 w 10092"/>
              <a:gd name="connsiteY3" fmla="*/ 46 h 10325"/>
              <a:gd name="connsiteX4" fmla="*/ 10092 w 10092"/>
              <a:gd name="connsiteY4" fmla="*/ 376 h 10325"/>
              <a:gd name="connsiteX5" fmla="*/ 10000 w 10092"/>
              <a:gd name="connsiteY5" fmla="*/ 9325 h 10325"/>
              <a:gd name="connsiteX6" fmla="*/ 7500 w 10092"/>
              <a:gd name="connsiteY6" fmla="*/ 8325 h 10325"/>
              <a:gd name="connsiteX7" fmla="*/ 5000 w 10092"/>
              <a:gd name="connsiteY7" fmla="*/ 9325 h 10325"/>
              <a:gd name="connsiteX8" fmla="*/ 2500 w 10092"/>
              <a:gd name="connsiteY8" fmla="*/ 10325 h 10325"/>
              <a:gd name="connsiteX9" fmla="*/ 0 w 10092"/>
              <a:gd name="connsiteY9" fmla="*/ 9325 h 10325"/>
              <a:gd name="connsiteX10" fmla="*/ 284 w 10092"/>
              <a:gd name="connsiteY10" fmla="*/ 557 h 10325"/>
              <a:gd name="connsiteX0" fmla="*/ 284 w 10134"/>
              <a:gd name="connsiteY0" fmla="*/ 561 h 10329"/>
              <a:gd name="connsiteX1" fmla="*/ 1733 w 10134"/>
              <a:gd name="connsiteY1" fmla="*/ 88 h 10329"/>
              <a:gd name="connsiteX2" fmla="*/ 4349 w 10134"/>
              <a:gd name="connsiteY2" fmla="*/ 94 h 10329"/>
              <a:gd name="connsiteX3" fmla="*/ 7493 w 10134"/>
              <a:gd name="connsiteY3" fmla="*/ 50 h 10329"/>
              <a:gd name="connsiteX4" fmla="*/ 10134 w 10134"/>
              <a:gd name="connsiteY4" fmla="*/ 373 h 10329"/>
              <a:gd name="connsiteX5" fmla="*/ 10000 w 10134"/>
              <a:gd name="connsiteY5" fmla="*/ 9329 h 10329"/>
              <a:gd name="connsiteX6" fmla="*/ 7500 w 10134"/>
              <a:gd name="connsiteY6" fmla="*/ 8329 h 10329"/>
              <a:gd name="connsiteX7" fmla="*/ 5000 w 10134"/>
              <a:gd name="connsiteY7" fmla="*/ 9329 h 10329"/>
              <a:gd name="connsiteX8" fmla="*/ 2500 w 10134"/>
              <a:gd name="connsiteY8" fmla="*/ 10329 h 10329"/>
              <a:gd name="connsiteX9" fmla="*/ 0 w 10134"/>
              <a:gd name="connsiteY9" fmla="*/ 9329 h 10329"/>
              <a:gd name="connsiteX10" fmla="*/ 284 w 10134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402"/>
              <a:gd name="connsiteX1" fmla="*/ 1733 w 10136"/>
              <a:gd name="connsiteY1" fmla="*/ 88 h 10402"/>
              <a:gd name="connsiteX2" fmla="*/ 4349 w 10136"/>
              <a:gd name="connsiteY2" fmla="*/ 94 h 10402"/>
              <a:gd name="connsiteX3" fmla="*/ 7493 w 10136"/>
              <a:gd name="connsiteY3" fmla="*/ 50 h 10402"/>
              <a:gd name="connsiteX4" fmla="*/ 10134 w 10136"/>
              <a:gd name="connsiteY4" fmla="*/ 373 h 10402"/>
              <a:gd name="connsiteX5" fmla="*/ 10127 w 10136"/>
              <a:gd name="connsiteY5" fmla="*/ 9555 h 10402"/>
              <a:gd name="connsiteX6" fmla="*/ 9082 w 10136"/>
              <a:gd name="connsiteY6" fmla="*/ 10399 h 10402"/>
              <a:gd name="connsiteX7" fmla="*/ 5000 w 10136"/>
              <a:gd name="connsiteY7" fmla="*/ 9329 h 10402"/>
              <a:gd name="connsiteX8" fmla="*/ 2500 w 10136"/>
              <a:gd name="connsiteY8" fmla="*/ 10329 h 10402"/>
              <a:gd name="connsiteX9" fmla="*/ 0 w 10136"/>
              <a:gd name="connsiteY9" fmla="*/ 9329 h 10402"/>
              <a:gd name="connsiteX10" fmla="*/ 284 w 10136"/>
              <a:gd name="connsiteY10" fmla="*/ 561 h 10402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461"/>
              <a:gd name="connsiteX1" fmla="*/ 1733 w 10136"/>
              <a:gd name="connsiteY1" fmla="*/ 88 h 10461"/>
              <a:gd name="connsiteX2" fmla="*/ 4349 w 10136"/>
              <a:gd name="connsiteY2" fmla="*/ 94 h 10461"/>
              <a:gd name="connsiteX3" fmla="*/ 7493 w 10136"/>
              <a:gd name="connsiteY3" fmla="*/ 50 h 10461"/>
              <a:gd name="connsiteX4" fmla="*/ 10134 w 10136"/>
              <a:gd name="connsiteY4" fmla="*/ 373 h 10461"/>
              <a:gd name="connsiteX5" fmla="*/ 10127 w 10136"/>
              <a:gd name="connsiteY5" fmla="*/ 9555 h 10461"/>
              <a:gd name="connsiteX6" fmla="*/ 9082 w 10136"/>
              <a:gd name="connsiteY6" fmla="*/ 10399 h 10461"/>
              <a:gd name="connsiteX7" fmla="*/ 5219 w 10136"/>
              <a:gd name="connsiteY7" fmla="*/ 10391 h 10461"/>
              <a:gd name="connsiteX8" fmla="*/ 2500 w 10136"/>
              <a:gd name="connsiteY8" fmla="*/ 10329 h 10461"/>
              <a:gd name="connsiteX9" fmla="*/ 0 w 10136"/>
              <a:gd name="connsiteY9" fmla="*/ 9329 h 10461"/>
              <a:gd name="connsiteX10" fmla="*/ 284 w 10136"/>
              <a:gd name="connsiteY10" fmla="*/ 561 h 10461"/>
              <a:gd name="connsiteX0" fmla="*/ 284 w 10136"/>
              <a:gd name="connsiteY0" fmla="*/ 561 h 10401"/>
              <a:gd name="connsiteX1" fmla="*/ 1733 w 10136"/>
              <a:gd name="connsiteY1" fmla="*/ 88 h 10401"/>
              <a:gd name="connsiteX2" fmla="*/ 4349 w 10136"/>
              <a:gd name="connsiteY2" fmla="*/ 94 h 10401"/>
              <a:gd name="connsiteX3" fmla="*/ 7493 w 10136"/>
              <a:gd name="connsiteY3" fmla="*/ 50 h 10401"/>
              <a:gd name="connsiteX4" fmla="*/ 10134 w 10136"/>
              <a:gd name="connsiteY4" fmla="*/ 373 h 10401"/>
              <a:gd name="connsiteX5" fmla="*/ 10127 w 10136"/>
              <a:gd name="connsiteY5" fmla="*/ 9555 h 10401"/>
              <a:gd name="connsiteX6" fmla="*/ 9082 w 10136"/>
              <a:gd name="connsiteY6" fmla="*/ 10399 h 10401"/>
              <a:gd name="connsiteX7" fmla="*/ 5219 w 10136"/>
              <a:gd name="connsiteY7" fmla="*/ 10391 h 10401"/>
              <a:gd name="connsiteX8" fmla="*/ 2500 w 10136"/>
              <a:gd name="connsiteY8" fmla="*/ 10329 h 10401"/>
              <a:gd name="connsiteX9" fmla="*/ 0 w 10136"/>
              <a:gd name="connsiteY9" fmla="*/ 9329 h 10401"/>
              <a:gd name="connsiteX10" fmla="*/ 284 w 10136"/>
              <a:gd name="connsiteY10" fmla="*/ 561 h 10401"/>
              <a:gd name="connsiteX0" fmla="*/ 284 w 10136"/>
              <a:gd name="connsiteY0" fmla="*/ 561 h 10455"/>
              <a:gd name="connsiteX1" fmla="*/ 1733 w 10136"/>
              <a:gd name="connsiteY1" fmla="*/ 88 h 10455"/>
              <a:gd name="connsiteX2" fmla="*/ 4349 w 10136"/>
              <a:gd name="connsiteY2" fmla="*/ 94 h 10455"/>
              <a:gd name="connsiteX3" fmla="*/ 7493 w 10136"/>
              <a:gd name="connsiteY3" fmla="*/ 50 h 10455"/>
              <a:gd name="connsiteX4" fmla="*/ 10134 w 10136"/>
              <a:gd name="connsiteY4" fmla="*/ 373 h 10455"/>
              <a:gd name="connsiteX5" fmla="*/ 10127 w 10136"/>
              <a:gd name="connsiteY5" fmla="*/ 9555 h 10455"/>
              <a:gd name="connsiteX6" fmla="*/ 9082 w 10136"/>
              <a:gd name="connsiteY6" fmla="*/ 10399 h 10455"/>
              <a:gd name="connsiteX7" fmla="*/ 5219 w 10136"/>
              <a:gd name="connsiteY7" fmla="*/ 10391 h 10455"/>
              <a:gd name="connsiteX8" fmla="*/ 2465 w 10136"/>
              <a:gd name="connsiteY8" fmla="*/ 10455 h 10455"/>
              <a:gd name="connsiteX9" fmla="*/ 0 w 10136"/>
              <a:gd name="connsiteY9" fmla="*/ 9329 h 10455"/>
              <a:gd name="connsiteX10" fmla="*/ 284 w 10136"/>
              <a:gd name="connsiteY10" fmla="*/ 561 h 10455"/>
              <a:gd name="connsiteX0" fmla="*/ 242 w 10094"/>
              <a:gd name="connsiteY0" fmla="*/ 561 h 10483"/>
              <a:gd name="connsiteX1" fmla="*/ 1691 w 10094"/>
              <a:gd name="connsiteY1" fmla="*/ 88 h 10483"/>
              <a:gd name="connsiteX2" fmla="*/ 4307 w 10094"/>
              <a:gd name="connsiteY2" fmla="*/ 94 h 10483"/>
              <a:gd name="connsiteX3" fmla="*/ 7451 w 10094"/>
              <a:gd name="connsiteY3" fmla="*/ 50 h 10483"/>
              <a:gd name="connsiteX4" fmla="*/ 10092 w 10094"/>
              <a:gd name="connsiteY4" fmla="*/ 373 h 10483"/>
              <a:gd name="connsiteX5" fmla="*/ 10085 w 10094"/>
              <a:gd name="connsiteY5" fmla="*/ 9555 h 10483"/>
              <a:gd name="connsiteX6" fmla="*/ 9040 w 10094"/>
              <a:gd name="connsiteY6" fmla="*/ 10399 h 10483"/>
              <a:gd name="connsiteX7" fmla="*/ 5177 w 10094"/>
              <a:gd name="connsiteY7" fmla="*/ 10391 h 10483"/>
              <a:gd name="connsiteX8" fmla="*/ 2423 w 10094"/>
              <a:gd name="connsiteY8" fmla="*/ 10455 h 10483"/>
              <a:gd name="connsiteX9" fmla="*/ 0 w 10094"/>
              <a:gd name="connsiteY9" fmla="*/ 10085 h 10483"/>
              <a:gd name="connsiteX10" fmla="*/ 242 w 10094"/>
              <a:gd name="connsiteY10" fmla="*/ 561 h 10483"/>
              <a:gd name="connsiteX0" fmla="*/ 242 w 10094"/>
              <a:gd name="connsiteY0" fmla="*/ 561 h 10455"/>
              <a:gd name="connsiteX1" fmla="*/ 1691 w 10094"/>
              <a:gd name="connsiteY1" fmla="*/ 88 h 10455"/>
              <a:gd name="connsiteX2" fmla="*/ 4307 w 10094"/>
              <a:gd name="connsiteY2" fmla="*/ 94 h 10455"/>
              <a:gd name="connsiteX3" fmla="*/ 7451 w 10094"/>
              <a:gd name="connsiteY3" fmla="*/ 50 h 10455"/>
              <a:gd name="connsiteX4" fmla="*/ 10092 w 10094"/>
              <a:gd name="connsiteY4" fmla="*/ 373 h 10455"/>
              <a:gd name="connsiteX5" fmla="*/ 10085 w 10094"/>
              <a:gd name="connsiteY5" fmla="*/ 9555 h 10455"/>
              <a:gd name="connsiteX6" fmla="*/ 9040 w 10094"/>
              <a:gd name="connsiteY6" fmla="*/ 10399 h 10455"/>
              <a:gd name="connsiteX7" fmla="*/ 5177 w 10094"/>
              <a:gd name="connsiteY7" fmla="*/ 10391 h 10455"/>
              <a:gd name="connsiteX8" fmla="*/ 2423 w 10094"/>
              <a:gd name="connsiteY8" fmla="*/ 10455 h 10455"/>
              <a:gd name="connsiteX9" fmla="*/ 0 w 10094"/>
              <a:gd name="connsiteY9" fmla="*/ 10085 h 10455"/>
              <a:gd name="connsiteX10" fmla="*/ 242 w 10094"/>
              <a:gd name="connsiteY10" fmla="*/ 561 h 10455"/>
              <a:gd name="connsiteX0" fmla="*/ 15 w 9867"/>
              <a:gd name="connsiteY0" fmla="*/ 561 h 10550"/>
              <a:gd name="connsiteX1" fmla="*/ 1464 w 9867"/>
              <a:gd name="connsiteY1" fmla="*/ 88 h 10550"/>
              <a:gd name="connsiteX2" fmla="*/ 4080 w 9867"/>
              <a:gd name="connsiteY2" fmla="*/ 94 h 10550"/>
              <a:gd name="connsiteX3" fmla="*/ 7224 w 9867"/>
              <a:gd name="connsiteY3" fmla="*/ 50 h 10550"/>
              <a:gd name="connsiteX4" fmla="*/ 9865 w 9867"/>
              <a:gd name="connsiteY4" fmla="*/ 373 h 10550"/>
              <a:gd name="connsiteX5" fmla="*/ 9858 w 9867"/>
              <a:gd name="connsiteY5" fmla="*/ 9555 h 10550"/>
              <a:gd name="connsiteX6" fmla="*/ 8813 w 9867"/>
              <a:gd name="connsiteY6" fmla="*/ 10399 h 10550"/>
              <a:gd name="connsiteX7" fmla="*/ 4950 w 9867"/>
              <a:gd name="connsiteY7" fmla="*/ 10391 h 10550"/>
              <a:gd name="connsiteX8" fmla="*/ 2196 w 9867"/>
              <a:gd name="connsiteY8" fmla="*/ 10455 h 10550"/>
              <a:gd name="connsiteX9" fmla="*/ 225 w 9867"/>
              <a:gd name="connsiteY9" fmla="*/ 10423 h 10550"/>
              <a:gd name="connsiteX10" fmla="*/ 15 w 9867"/>
              <a:gd name="connsiteY10" fmla="*/ 561 h 10550"/>
              <a:gd name="connsiteX0" fmla="*/ 15 w 10000"/>
              <a:gd name="connsiteY0" fmla="*/ 532 h 10000"/>
              <a:gd name="connsiteX1" fmla="*/ 1484 w 10000"/>
              <a:gd name="connsiteY1" fmla="*/ 83 h 10000"/>
              <a:gd name="connsiteX2" fmla="*/ 4135 w 10000"/>
              <a:gd name="connsiteY2" fmla="*/ 89 h 10000"/>
              <a:gd name="connsiteX3" fmla="*/ 7321 w 10000"/>
              <a:gd name="connsiteY3" fmla="*/ 47 h 10000"/>
              <a:gd name="connsiteX4" fmla="*/ 9998 w 10000"/>
              <a:gd name="connsiteY4" fmla="*/ 354 h 10000"/>
              <a:gd name="connsiteX5" fmla="*/ 9991 w 10000"/>
              <a:gd name="connsiteY5" fmla="*/ 9057 h 10000"/>
              <a:gd name="connsiteX6" fmla="*/ 8932 w 10000"/>
              <a:gd name="connsiteY6" fmla="*/ 9857 h 10000"/>
              <a:gd name="connsiteX7" fmla="*/ 5017 w 10000"/>
              <a:gd name="connsiteY7" fmla="*/ 9849 h 10000"/>
              <a:gd name="connsiteX8" fmla="*/ 2226 w 10000"/>
              <a:gd name="connsiteY8" fmla="*/ 9910 h 10000"/>
              <a:gd name="connsiteX9" fmla="*/ 228 w 10000"/>
              <a:gd name="connsiteY9" fmla="*/ 9880 h 10000"/>
              <a:gd name="connsiteX10" fmla="*/ 15 w 10000"/>
              <a:gd name="connsiteY10" fmla="*/ 532 h 10000"/>
              <a:gd name="connsiteX0" fmla="*/ 19 w 10004"/>
              <a:gd name="connsiteY0" fmla="*/ 532 h 10005"/>
              <a:gd name="connsiteX1" fmla="*/ 1488 w 10004"/>
              <a:gd name="connsiteY1" fmla="*/ 83 h 10005"/>
              <a:gd name="connsiteX2" fmla="*/ 4139 w 10004"/>
              <a:gd name="connsiteY2" fmla="*/ 89 h 10005"/>
              <a:gd name="connsiteX3" fmla="*/ 7325 w 10004"/>
              <a:gd name="connsiteY3" fmla="*/ 47 h 10005"/>
              <a:gd name="connsiteX4" fmla="*/ 10002 w 10004"/>
              <a:gd name="connsiteY4" fmla="*/ 354 h 10005"/>
              <a:gd name="connsiteX5" fmla="*/ 9995 w 10004"/>
              <a:gd name="connsiteY5" fmla="*/ 9057 h 10005"/>
              <a:gd name="connsiteX6" fmla="*/ 8936 w 10004"/>
              <a:gd name="connsiteY6" fmla="*/ 9857 h 10005"/>
              <a:gd name="connsiteX7" fmla="*/ 5021 w 10004"/>
              <a:gd name="connsiteY7" fmla="*/ 9849 h 10005"/>
              <a:gd name="connsiteX8" fmla="*/ 2230 w 10004"/>
              <a:gd name="connsiteY8" fmla="*/ 9910 h 10005"/>
              <a:gd name="connsiteX9" fmla="*/ 125 w 10004"/>
              <a:gd name="connsiteY9" fmla="*/ 9886 h 10005"/>
              <a:gd name="connsiteX10" fmla="*/ 19 w 10004"/>
              <a:gd name="connsiteY10" fmla="*/ 532 h 10005"/>
              <a:gd name="connsiteX0" fmla="*/ 53 w 10038"/>
              <a:gd name="connsiteY0" fmla="*/ 532 h 10005"/>
              <a:gd name="connsiteX1" fmla="*/ 1522 w 10038"/>
              <a:gd name="connsiteY1" fmla="*/ 83 h 10005"/>
              <a:gd name="connsiteX2" fmla="*/ 4173 w 10038"/>
              <a:gd name="connsiteY2" fmla="*/ 89 h 10005"/>
              <a:gd name="connsiteX3" fmla="*/ 7359 w 10038"/>
              <a:gd name="connsiteY3" fmla="*/ 47 h 10005"/>
              <a:gd name="connsiteX4" fmla="*/ 10036 w 10038"/>
              <a:gd name="connsiteY4" fmla="*/ 354 h 10005"/>
              <a:gd name="connsiteX5" fmla="*/ 10029 w 10038"/>
              <a:gd name="connsiteY5" fmla="*/ 9057 h 10005"/>
              <a:gd name="connsiteX6" fmla="*/ 8970 w 10038"/>
              <a:gd name="connsiteY6" fmla="*/ 9857 h 10005"/>
              <a:gd name="connsiteX7" fmla="*/ 5055 w 10038"/>
              <a:gd name="connsiteY7" fmla="*/ 9849 h 10005"/>
              <a:gd name="connsiteX8" fmla="*/ 2264 w 10038"/>
              <a:gd name="connsiteY8" fmla="*/ 9910 h 10005"/>
              <a:gd name="connsiteX9" fmla="*/ 159 w 10038"/>
              <a:gd name="connsiteY9" fmla="*/ 9886 h 10005"/>
              <a:gd name="connsiteX10" fmla="*/ 53 w 10038"/>
              <a:gd name="connsiteY10" fmla="*/ 532 h 10005"/>
              <a:gd name="connsiteX0" fmla="*/ 294 w 10279"/>
              <a:gd name="connsiteY0" fmla="*/ 532 h 10023"/>
              <a:gd name="connsiteX1" fmla="*/ 1763 w 10279"/>
              <a:gd name="connsiteY1" fmla="*/ 83 h 10023"/>
              <a:gd name="connsiteX2" fmla="*/ 4414 w 10279"/>
              <a:gd name="connsiteY2" fmla="*/ 89 h 10023"/>
              <a:gd name="connsiteX3" fmla="*/ 7600 w 10279"/>
              <a:gd name="connsiteY3" fmla="*/ 47 h 10023"/>
              <a:gd name="connsiteX4" fmla="*/ 10277 w 10279"/>
              <a:gd name="connsiteY4" fmla="*/ 354 h 10023"/>
              <a:gd name="connsiteX5" fmla="*/ 10270 w 10279"/>
              <a:gd name="connsiteY5" fmla="*/ 9057 h 10023"/>
              <a:gd name="connsiteX6" fmla="*/ 9211 w 10279"/>
              <a:gd name="connsiteY6" fmla="*/ 9857 h 10023"/>
              <a:gd name="connsiteX7" fmla="*/ 5296 w 10279"/>
              <a:gd name="connsiteY7" fmla="*/ 9849 h 10023"/>
              <a:gd name="connsiteX8" fmla="*/ 2505 w 10279"/>
              <a:gd name="connsiteY8" fmla="*/ 9910 h 10023"/>
              <a:gd name="connsiteX9" fmla="*/ 400 w 10279"/>
              <a:gd name="connsiteY9" fmla="*/ 9886 h 10023"/>
              <a:gd name="connsiteX10" fmla="*/ 2 w 10279"/>
              <a:gd name="connsiteY10" fmla="*/ 9047 h 10023"/>
              <a:gd name="connsiteX11" fmla="*/ 294 w 10279"/>
              <a:gd name="connsiteY11" fmla="*/ 532 h 10023"/>
              <a:gd name="connsiteX0" fmla="*/ 294 w 10279"/>
              <a:gd name="connsiteY0" fmla="*/ 532 h 9926"/>
              <a:gd name="connsiteX1" fmla="*/ 1763 w 10279"/>
              <a:gd name="connsiteY1" fmla="*/ 83 h 9926"/>
              <a:gd name="connsiteX2" fmla="*/ 4414 w 10279"/>
              <a:gd name="connsiteY2" fmla="*/ 89 h 9926"/>
              <a:gd name="connsiteX3" fmla="*/ 7600 w 10279"/>
              <a:gd name="connsiteY3" fmla="*/ 47 h 9926"/>
              <a:gd name="connsiteX4" fmla="*/ 10277 w 10279"/>
              <a:gd name="connsiteY4" fmla="*/ 354 h 9926"/>
              <a:gd name="connsiteX5" fmla="*/ 10270 w 10279"/>
              <a:gd name="connsiteY5" fmla="*/ 9057 h 9926"/>
              <a:gd name="connsiteX6" fmla="*/ 9211 w 10279"/>
              <a:gd name="connsiteY6" fmla="*/ 9857 h 9926"/>
              <a:gd name="connsiteX7" fmla="*/ 5296 w 10279"/>
              <a:gd name="connsiteY7" fmla="*/ 9849 h 9926"/>
              <a:gd name="connsiteX8" fmla="*/ 2505 w 10279"/>
              <a:gd name="connsiteY8" fmla="*/ 9910 h 9926"/>
              <a:gd name="connsiteX9" fmla="*/ 400 w 10279"/>
              <a:gd name="connsiteY9" fmla="*/ 9886 h 9926"/>
              <a:gd name="connsiteX10" fmla="*/ 2 w 10279"/>
              <a:gd name="connsiteY10" fmla="*/ 9047 h 9926"/>
              <a:gd name="connsiteX11" fmla="*/ 294 w 10279"/>
              <a:gd name="connsiteY11" fmla="*/ 532 h 9926"/>
              <a:gd name="connsiteX0" fmla="*/ 439 w 10153"/>
              <a:gd name="connsiteY0" fmla="*/ 536 h 10005"/>
              <a:gd name="connsiteX1" fmla="*/ 1868 w 10153"/>
              <a:gd name="connsiteY1" fmla="*/ 84 h 10005"/>
              <a:gd name="connsiteX2" fmla="*/ 4447 w 10153"/>
              <a:gd name="connsiteY2" fmla="*/ 90 h 10005"/>
              <a:gd name="connsiteX3" fmla="*/ 7547 w 10153"/>
              <a:gd name="connsiteY3" fmla="*/ 47 h 10005"/>
              <a:gd name="connsiteX4" fmla="*/ 10151 w 10153"/>
              <a:gd name="connsiteY4" fmla="*/ 357 h 10005"/>
              <a:gd name="connsiteX5" fmla="*/ 10144 w 10153"/>
              <a:gd name="connsiteY5" fmla="*/ 9125 h 10005"/>
              <a:gd name="connsiteX6" fmla="*/ 9114 w 10153"/>
              <a:gd name="connsiteY6" fmla="*/ 9930 h 10005"/>
              <a:gd name="connsiteX7" fmla="*/ 5305 w 10153"/>
              <a:gd name="connsiteY7" fmla="*/ 9922 h 10005"/>
              <a:gd name="connsiteX8" fmla="*/ 2590 w 10153"/>
              <a:gd name="connsiteY8" fmla="*/ 9984 h 10005"/>
              <a:gd name="connsiteX9" fmla="*/ 542 w 10153"/>
              <a:gd name="connsiteY9" fmla="*/ 9960 h 10005"/>
              <a:gd name="connsiteX10" fmla="*/ 15 w 10153"/>
              <a:gd name="connsiteY10" fmla="*/ 9602 h 10005"/>
              <a:gd name="connsiteX11" fmla="*/ 155 w 10153"/>
              <a:gd name="connsiteY11" fmla="*/ 9114 h 10005"/>
              <a:gd name="connsiteX12" fmla="*/ 439 w 10153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80"/>
              <a:gd name="connsiteX1" fmla="*/ 1853 w 10138"/>
              <a:gd name="connsiteY1" fmla="*/ 84 h 10080"/>
              <a:gd name="connsiteX2" fmla="*/ 4432 w 10138"/>
              <a:gd name="connsiteY2" fmla="*/ 90 h 10080"/>
              <a:gd name="connsiteX3" fmla="*/ 7532 w 10138"/>
              <a:gd name="connsiteY3" fmla="*/ 47 h 10080"/>
              <a:gd name="connsiteX4" fmla="*/ 10136 w 10138"/>
              <a:gd name="connsiteY4" fmla="*/ 357 h 10080"/>
              <a:gd name="connsiteX5" fmla="*/ 10129 w 10138"/>
              <a:gd name="connsiteY5" fmla="*/ 9125 h 10080"/>
              <a:gd name="connsiteX6" fmla="*/ 9099 w 10138"/>
              <a:gd name="connsiteY6" fmla="*/ 9930 h 10080"/>
              <a:gd name="connsiteX7" fmla="*/ 5290 w 10138"/>
              <a:gd name="connsiteY7" fmla="*/ 9922 h 10080"/>
              <a:gd name="connsiteX8" fmla="*/ 2575 w 10138"/>
              <a:gd name="connsiteY8" fmla="*/ 9984 h 10080"/>
              <a:gd name="connsiteX9" fmla="*/ 771 w 10138"/>
              <a:gd name="connsiteY9" fmla="*/ 10055 h 10080"/>
              <a:gd name="connsiteX10" fmla="*/ 0 w 10138"/>
              <a:gd name="connsiteY10" fmla="*/ 9602 h 10080"/>
              <a:gd name="connsiteX11" fmla="*/ 140 w 10138"/>
              <a:gd name="connsiteY11" fmla="*/ 9114 h 10080"/>
              <a:gd name="connsiteX12" fmla="*/ 424 w 1013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1 w 10097"/>
              <a:gd name="connsiteY10" fmla="*/ 96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34 w 10048"/>
              <a:gd name="connsiteY0" fmla="*/ 536 h 10080"/>
              <a:gd name="connsiteX1" fmla="*/ 1763 w 10048"/>
              <a:gd name="connsiteY1" fmla="*/ 84 h 10080"/>
              <a:gd name="connsiteX2" fmla="*/ 4342 w 10048"/>
              <a:gd name="connsiteY2" fmla="*/ 90 h 10080"/>
              <a:gd name="connsiteX3" fmla="*/ 7442 w 10048"/>
              <a:gd name="connsiteY3" fmla="*/ 47 h 10080"/>
              <a:gd name="connsiteX4" fmla="*/ 10046 w 10048"/>
              <a:gd name="connsiteY4" fmla="*/ 357 h 10080"/>
              <a:gd name="connsiteX5" fmla="*/ 10039 w 10048"/>
              <a:gd name="connsiteY5" fmla="*/ 9125 h 10080"/>
              <a:gd name="connsiteX6" fmla="*/ 9009 w 10048"/>
              <a:gd name="connsiteY6" fmla="*/ 9930 h 10080"/>
              <a:gd name="connsiteX7" fmla="*/ 5200 w 10048"/>
              <a:gd name="connsiteY7" fmla="*/ 9922 h 10080"/>
              <a:gd name="connsiteX8" fmla="*/ 2485 w 10048"/>
              <a:gd name="connsiteY8" fmla="*/ 9984 h 10080"/>
              <a:gd name="connsiteX9" fmla="*/ 681 w 10048"/>
              <a:gd name="connsiteY9" fmla="*/ 10055 h 10080"/>
              <a:gd name="connsiteX10" fmla="*/ 29 w 10048"/>
              <a:gd name="connsiteY10" fmla="*/ 9741 h 10080"/>
              <a:gd name="connsiteX11" fmla="*/ 50 w 10048"/>
              <a:gd name="connsiteY11" fmla="*/ 9114 h 10080"/>
              <a:gd name="connsiteX12" fmla="*/ 334 w 10048"/>
              <a:gd name="connsiteY12" fmla="*/ 536 h 10080"/>
              <a:gd name="connsiteX0" fmla="*/ 317 w 10031"/>
              <a:gd name="connsiteY0" fmla="*/ 536 h 10080"/>
              <a:gd name="connsiteX1" fmla="*/ 1746 w 10031"/>
              <a:gd name="connsiteY1" fmla="*/ 84 h 10080"/>
              <a:gd name="connsiteX2" fmla="*/ 4325 w 10031"/>
              <a:gd name="connsiteY2" fmla="*/ 90 h 10080"/>
              <a:gd name="connsiteX3" fmla="*/ 7425 w 10031"/>
              <a:gd name="connsiteY3" fmla="*/ 47 h 10080"/>
              <a:gd name="connsiteX4" fmla="*/ 10029 w 10031"/>
              <a:gd name="connsiteY4" fmla="*/ 357 h 10080"/>
              <a:gd name="connsiteX5" fmla="*/ 10022 w 10031"/>
              <a:gd name="connsiteY5" fmla="*/ 9125 h 10080"/>
              <a:gd name="connsiteX6" fmla="*/ 8992 w 10031"/>
              <a:gd name="connsiteY6" fmla="*/ 9930 h 10080"/>
              <a:gd name="connsiteX7" fmla="*/ 5183 w 10031"/>
              <a:gd name="connsiteY7" fmla="*/ 9922 h 10080"/>
              <a:gd name="connsiteX8" fmla="*/ 2468 w 10031"/>
              <a:gd name="connsiteY8" fmla="*/ 9984 h 10080"/>
              <a:gd name="connsiteX9" fmla="*/ 664 w 10031"/>
              <a:gd name="connsiteY9" fmla="*/ 10055 h 10080"/>
              <a:gd name="connsiteX10" fmla="*/ 82 w 10031"/>
              <a:gd name="connsiteY10" fmla="*/ 9652 h 10080"/>
              <a:gd name="connsiteX11" fmla="*/ 33 w 10031"/>
              <a:gd name="connsiteY11" fmla="*/ 9114 h 10080"/>
              <a:gd name="connsiteX12" fmla="*/ 317 w 10031"/>
              <a:gd name="connsiteY12" fmla="*/ 536 h 10080"/>
              <a:gd name="connsiteX0" fmla="*/ 329 w 10043"/>
              <a:gd name="connsiteY0" fmla="*/ 536 h 10080"/>
              <a:gd name="connsiteX1" fmla="*/ 1758 w 10043"/>
              <a:gd name="connsiteY1" fmla="*/ 84 h 10080"/>
              <a:gd name="connsiteX2" fmla="*/ 4337 w 10043"/>
              <a:gd name="connsiteY2" fmla="*/ 90 h 10080"/>
              <a:gd name="connsiteX3" fmla="*/ 7437 w 10043"/>
              <a:gd name="connsiteY3" fmla="*/ 47 h 10080"/>
              <a:gd name="connsiteX4" fmla="*/ 10041 w 10043"/>
              <a:gd name="connsiteY4" fmla="*/ 357 h 10080"/>
              <a:gd name="connsiteX5" fmla="*/ 10034 w 10043"/>
              <a:gd name="connsiteY5" fmla="*/ 9125 h 10080"/>
              <a:gd name="connsiteX6" fmla="*/ 9004 w 10043"/>
              <a:gd name="connsiteY6" fmla="*/ 9930 h 10080"/>
              <a:gd name="connsiteX7" fmla="*/ 5195 w 10043"/>
              <a:gd name="connsiteY7" fmla="*/ 9922 h 10080"/>
              <a:gd name="connsiteX8" fmla="*/ 2480 w 10043"/>
              <a:gd name="connsiteY8" fmla="*/ 9984 h 10080"/>
              <a:gd name="connsiteX9" fmla="*/ 676 w 10043"/>
              <a:gd name="connsiteY9" fmla="*/ 10055 h 10080"/>
              <a:gd name="connsiteX10" fmla="*/ 94 w 10043"/>
              <a:gd name="connsiteY10" fmla="*/ 9652 h 10080"/>
              <a:gd name="connsiteX11" fmla="*/ 45 w 10043"/>
              <a:gd name="connsiteY11" fmla="*/ 9114 h 10080"/>
              <a:gd name="connsiteX12" fmla="*/ 329 w 10043"/>
              <a:gd name="connsiteY12" fmla="*/ 536 h 10080"/>
              <a:gd name="connsiteX0" fmla="*/ 354 w 10068"/>
              <a:gd name="connsiteY0" fmla="*/ 536 h 10080"/>
              <a:gd name="connsiteX1" fmla="*/ 1783 w 10068"/>
              <a:gd name="connsiteY1" fmla="*/ 84 h 10080"/>
              <a:gd name="connsiteX2" fmla="*/ 4362 w 10068"/>
              <a:gd name="connsiteY2" fmla="*/ 90 h 10080"/>
              <a:gd name="connsiteX3" fmla="*/ 7462 w 10068"/>
              <a:gd name="connsiteY3" fmla="*/ 47 h 10080"/>
              <a:gd name="connsiteX4" fmla="*/ 10066 w 10068"/>
              <a:gd name="connsiteY4" fmla="*/ 357 h 10080"/>
              <a:gd name="connsiteX5" fmla="*/ 10059 w 10068"/>
              <a:gd name="connsiteY5" fmla="*/ 9125 h 10080"/>
              <a:gd name="connsiteX6" fmla="*/ 9029 w 10068"/>
              <a:gd name="connsiteY6" fmla="*/ 9930 h 10080"/>
              <a:gd name="connsiteX7" fmla="*/ 5220 w 10068"/>
              <a:gd name="connsiteY7" fmla="*/ 9922 h 10080"/>
              <a:gd name="connsiteX8" fmla="*/ 2505 w 10068"/>
              <a:gd name="connsiteY8" fmla="*/ 9984 h 10080"/>
              <a:gd name="connsiteX9" fmla="*/ 701 w 10068"/>
              <a:gd name="connsiteY9" fmla="*/ 10055 h 10080"/>
              <a:gd name="connsiteX10" fmla="*/ 54 w 10068"/>
              <a:gd name="connsiteY10" fmla="*/ 9740 h 10080"/>
              <a:gd name="connsiteX11" fmla="*/ 70 w 10068"/>
              <a:gd name="connsiteY11" fmla="*/ 9114 h 10080"/>
              <a:gd name="connsiteX12" fmla="*/ 354 w 1006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04 w 10095"/>
              <a:gd name="connsiteY6" fmla="*/ 9802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264"/>
              <a:gd name="connsiteY0" fmla="*/ 505 h 10057"/>
              <a:gd name="connsiteX1" fmla="*/ 1812 w 10264"/>
              <a:gd name="connsiteY1" fmla="*/ 53 h 10057"/>
              <a:gd name="connsiteX2" fmla="*/ 4391 w 10264"/>
              <a:gd name="connsiteY2" fmla="*/ 59 h 10057"/>
              <a:gd name="connsiteX3" fmla="*/ 7491 w 10264"/>
              <a:gd name="connsiteY3" fmla="*/ 16 h 10057"/>
              <a:gd name="connsiteX4" fmla="*/ 10095 w 10264"/>
              <a:gd name="connsiteY4" fmla="*/ 326 h 10057"/>
              <a:gd name="connsiteX5" fmla="*/ 9987 w 10264"/>
              <a:gd name="connsiteY5" fmla="*/ 3016 h 10057"/>
              <a:gd name="connsiteX6" fmla="*/ 9942 w 10264"/>
              <a:gd name="connsiteY6" fmla="*/ 9094 h 10057"/>
              <a:gd name="connsiteX7" fmla="*/ 9831 w 10264"/>
              <a:gd name="connsiteY7" fmla="*/ 9683 h 10057"/>
              <a:gd name="connsiteX8" fmla="*/ 9058 w 10264"/>
              <a:gd name="connsiteY8" fmla="*/ 9899 h 10057"/>
              <a:gd name="connsiteX9" fmla="*/ 5249 w 10264"/>
              <a:gd name="connsiteY9" fmla="*/ 9891 h 10057"/>
              <a:gd name="connsiteX10" fmla="*/ 2534 w 10264"/>
              <a:gd name="connsiteY10" fmla="*/ 9953 h 10057"/>
              <a:gd name="connsiteX11" fmla="*/ 730 w 10264"/>
              <a:gd name="connsiteY11" fmla="*/ 10024 h 10057"/>
              <a:gd name="connsiteX12" fmla="*/ 83 w 10264"/>
              <a:gd name="connsiteY12" fmla="*/ 9709 h 10057"/>
              <a:gd name="connsiteX13" fmla="*/ 99 w 10264"/>
              <a:gd name="connsiteY13" fmla="*/ 9083 h 10057"/>
              <a:gd name="connsiteX14" fmla="*/ 383 w 10264"/>
              <a:gd name="connsiteY14" fmla="*/ 505 h 10057"/>
              <a:gd name="connsiteX0" fmla="*/ 383 w 10148"/>
              <a:gd name="connsiteY0" fmla="*/ 557 h 10109"/>
              <a:gd name="connsiteX1" fmla="*/ 1812 w 10148"/>
              <a:gd name="connsiteY1" fmla="*/ 105 h 10109"/>
              <a:gd name="connsiteX2" fmla="*/ 4391 w 10148"/>
              <a:gd name="connsiteY2" fmla="*/ 111 h 10109"/>
              <a:gd name="connsiteX3" fmla="*/ 7491 w 10148"/>
              <a:gd name="connsiteY3" fmla="*/ 68 h 10109"/>
              <a:gd name="connsiteX4" fmla="*/ 9939 w 10148"/>
              <a:gd name="connsiteY4" fmla="*/ 285 h 10109"/>
              <a:gd name="connsiteX5" fmla="*/ 9987 w 10148"/>
              <a:gd name="connsiteY5" fmla="*/ 3068 h 10109"/>
              <a:gd name="connsiteX6" fmla="*/ 9942 w 10148"/>
              <a:gd name="connsiteY6" fmla="*/ 9146 h 10109"/>
              <a:gd name="connsiteX7" fmla="*/ 9831 w 10148"/>
              <a:gd name="connsiteY7" fmla="*/ 9735 h 10109"/>
              <a:gd name="connsiteX8" fmla="*/ 9058 w 10148"/>
              <a:gd name="connsiteY8" fmla="*/ 9951 h 10109"/>
              <a:gd name="connsiteX9" fmla="*/ 5249 w 10148"/>
              <a:gd name="connsiteY9" fmla="*/ 9943 h 10109"/>
              <a:gd name="connsiteX10" fmla="*/ 2534 w 10148"/>
              <a:gd name="connsiteY10" fmla="*/ 10005 h 10109"/>
              <a:gd name="connsiteX11" fmla="*/ 730 w 10148"/>
              <a:gd name="connsiteY11" fmla="*/ 10076 h 10109"/>
              <a:gd name="connsiteX12" fmla="*/ 83 w 10148"/>
              <a:gd name="connsiteY12" fmla="*/ 9761 h 10109"/>
              <a:gd name="connsiteX13" fmla="*/ 99 w 10148"/>
              <a:gd name="connsiteY13" fmla="*/ 9135 h 10109"/>
              <a:gd name="connsiteX14" fmla="*/ 383 w 10148"/>
              <a:gd name="connsiteY14" fmla="*/ 557 h 10109"/>
              <a:gd name="connsiteX0" fmla="*/ 383 w 10023"/>
              <a:gd name="connsiteY0" fmla="*/ 557 h 10109"/>
              <a:gd name="connsiteX1" fmla="*/ 1812 w 10023"/>
              <a:gd name="connsiteY1" fmla="*/ 105 h 10109"/>
              <a:gd name="connsiteX2" fmla="*/ 4391 w 10023"/>
              <a:gd name="connsiteY2" fmla="*/ 111 h 10109"/>
              <a:gd name="connsiteX3" fmla="*/ 7491 w 10023"/>
              <a:gd name="connsiteY3" fmla="*/ 68 h 10109"/>
              <a:gd name="connsiteX4" fmla="*/ 9939 w 10023"/>
              <a:gd name="connsiteY4" fmla="*/ 285 h 10109"/>
              <a:gd name="connsiteX5" fmla="*/ 9987 w 10023"/>
              <a:gd name="connsiteY5" fmla="*/ 3068 h 10109"/>
              <a:gd name="connsiteX6" fmla="*/ 9942 w 10023"/>
              <a:gd name="connsiteY6" fmla="*/ 9146 h 10109"/>
              <a:gd name="connsiteX7" fmla="*/ 9831 w 10023"/>
              <a:gd name="connsiteY7" fmla="*/ 9735 h 10109"/>
              <a:gd name="connsiteX8" fmla="*/ 9058 w 10023"/>
              <a:gd name="connsiteY8" fmla="*/ 9951 h 10109"/>
              <a:gd name="connsiteX9" fmla="*/ 5249 w 10023"/>
              <a:gd name="connsiteY9" fmla="*/ 9943 h 10109"/>
              <a:gd name="connsiteX10" fmla="*/ 2534 w 10023"/>
              <a:gd name="connsiteY10" fmla="*/ 10005 h 10109"/>
              <a:gd name="connsiteX11" fmla="*/ 730 w 10023"/>
              <a:gd name="connsiteY11" fmla="*/ 10076 h 10109"/>
              <a:gd name="connsiteX12" fmla="*/ 83 w 10023"/>
              <a:gd name="connsiteY12" fmla="*/ 9761 h 10109"/>
              <a:gd name="connsiteX13" fmla="*/ 99 w 10023"/>
              <a:gd name="connsiteY13" fmla="*/ 9135 h 10109"/>
              <a:gd name="connsiteX14" fmla="*/ 383 w 10023"/>
              <a:gd name="connsiteY14" fmla="*/ 557 h 10109"/>
              <a:gd name="connsiteX0" fmla="*/ 383 w 10006"/>
              <a:gd name="connsiteY0" fmla="*/ 557 h 10109"/>
              <a:gd name="connsiteX1" fmla="*/ 1812 w 10006"/>
              <a:gd name="connsiteY1" fmla="*/ 105 h 10109"/>
              <a:gd name="connsiteX2" fmla="*/ 4391 w 10006"/>
              <a:gd name="connsiteY2" fmla="*/ 111 h 10109"/>
              <a:gd name="connsiteX3" fmla="*/ 7491 w 10006"/>
              <a:gd name="connsiteY3" fmla="*/ 68 h 10109"/>
              <a:gd name="connsiteX4" fmla="*/ 9939 w 10006"/>
              <a:gd name="connsiteY4" fmla="*/ 285 h 10109"/>
              <a:gd name="connsiteX5" fmla="*/ 9987 w 10006"/>
              <a:gd name="connsiteY5" fmla="*/ 3068 h 10109"/>
              <a:gd name="connsiteX6" fmla="*/ 9942 w 10006"/>
              <a:gd name="connsiteY6" fmla="*/ 9146 h 10109"/>
              <a:gd name="connsiteX7" fmla="*/ 9831 w 10006"/>
              <a:gd name="connsiteY7" fmla="*/ 9735 h 10109"/>
              <a:gd name="connsiteX8" fmla="*/ 9058 w 10006"/>
              <a:gd name="connsiteY8" fmla="*/ 9951 h 10109"/>
              <a:gd name="connsiteX9" fmla="*/ 5249 w 10006"/>
              <a:gd name="connsiteY9" fmla="*/ 9943 h 10109"/>
              <a:gd name="connsiteX10" fmla="*/ 2534 w 10006"/>
              <a:gd name="connsiteY10" fmla="*/ 10005 h 10109"/>
              <a:gd name="connsiteX11" fmla="*/ 730 w 10006"/>
              <a:gd name="connsiteY11" fmla="*/ 10076 h 10109"/>
              <a:gd name="connsiteX12" fmla="*/ 83 w 10006"/>
              <a:gd name="connsiteY12" fmla="*/ 9761 h 10109"/>
              <a:gd name="connsiteX13" fmla="*/ 99 w 10006"/>
              <a:gd name="connsiteY13" fmla="*/ 9135 h 10109"/>
              <a:gd name="connsiteX14" fmla="*/ 383 w 10006"/>
              <a:gd name="connsiteY14" fmla="*/ 557 h 10109"/>
              <a:gd name="connsiteX0" fmla="*/ 383 w 10019"/>
              <a:gd name="connsiteY0" fmla="*/ 557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383 w 10019"/>
              <a:gd name="connsiteY14" fmla="*/ 557 h 10109"/>
              <a:gd name="connsiteX0" fmla="*/ 270 w 10019"/>
              <a:gd name="connsiteY0" fmla="*/ 562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562 h 10109"/>
              <a:gd name="connsiteX1" fmla="*/ 1774 w 10019"/>
              <a:gd name="connsiteY1" fmla="*/ 9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789 h 10336"/>
              <a:gd name="connsiteX1" fmla="*/ 1009 w 10019"/>
              <a:gd name="connsiteY1" fmla="*/ 327 h 10336"/>
              <a:gd name="connsiteX2" fmla="*/ 1774 w 10019"/>
              <a:gd name="connsiteY2" fmla="*/ 322 h 10336"/>
              <a:gd name="connsiteX3" fmla="*/ 4391 w 10019"/>
              <a:gd name="connsiteY3" fmla="*/ 338 h 10336"/>
              <a:gd name="connsiteX4" fmla="*/ 7491 w 10019"/>
              <a:gd name="connsiteY4" fmla="*/ 295 h 10336"/>
              <a:gd name="connsiteX5" fmla="*/ 9939 w 10019"/>
              <a:gd name="connsiteY5" fmla="*/ 512 h 10336"/>
              <a:gd name="connsiteX6" fmla="*/ 9987 w 10019"/>
              <a:gd name="connsiteY6" fmla="*/ 3295 h 10336"/>
              <a:gd name="connsiteX7" fmla="*/ 9942 w 10019"/>
              <a:gd name="connsiteY7" fmla="*/ 9373 h 10336"/>
              <a:gd name="connsiteX8" fmla="*/ 9831 w 10019"/>
              <a:gd name="connsiteY8" fmla="*/ 9962 h 10336"/>
              <a:gd name="connsiteX9" fmla="*/ 9058 w 10019"/>
              <a:gd name="connsiteY9" fmla="*/ 10178 h 10336"/>
              <a:gd name="connsiteX10" fmla="*/ 5249 w 10019"/>
              <a:gd name="connsiteY10" fmla="*/ 10170 h 10336"/>
              <a:gd name="connsiteX11" fmla="*/ 2534 w 10019"/>
              <a:gd name="connsiteY11" fmla="*/ 10232 h 10336"/>
              <a:gd name="connsiteX12" fmla="*/ 730 w 10019"/>
              <a:gd name="connsiteY12" fmla="*/ 10303 h 10336"/>
              <a:gd name="connsiteX13" fmla="*/ 83 w 10019"/>
              <a:gd name="connsiteY13" fmla="*/ 9988 h 10336"/>
              <a:gd name="connsiteX14" fmla="*/ 99 w 10019"/>
              <a:gd name="connsiteY14" fmla="*/ 9362 h 10336"/>
              <a:gd name="connsiteX15" fmla="*/ 270 w 10019"/>
              <a:gd name="connsiteY15" fmla="*/ 789 h 10336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019" h="10110">
                <a:moveTo>
                  <a:pt x="270" y="563"/>
                </a:moveTo>
                <a:cubicBezTo>
                  <a:pt x="249" y="145"/>
                  <a:pt x="812" y="51"/>
                  <a:pt x="1009" y="101"/>
                </a:cubicBezTo>
                <a:cubicBezTo>
                  <a:pt x="1260" y="57"/>
                  <a:pt x="1210" y="94"/>
                  <a:pt x="1774" y="96"/>
                </a:cubicBezTo>
                <a:lnTo>
                  <a:pt x="4391" y="112"/>
                </a:lnTo>
                <a:cubicBezTo>
                  <a:pt x="5344" y="108"/>
                  <a:pt x="6566" y="40"/>
                  <a:pt x="7491" y="69"/>
                </a:cubicBezTo>
                <a:cubicBezTo>
                  <a:pt x="8416" y="98"/>
                  <a:pt x="9512" y="-211"/>
                  <a:pt x="9939" y="286"/>
                </a:cubicBezTo>
                <a:cubicBezTo>
                  <a:pt x="10064" y="415"/>
                  <a:pt x="10012" y="1608"/>
                  <a:pt x="9987" y="3069"/>
                </a:cubicBezTo>
                <a:cubicBezTo>
                  <a:pt x="9962" y="4530"/>
                  <a:pt x="9979" y="8033"/>
                  <a:pt x="9942" y="9147"/>
                </a:cubicBezTo>
                <a:cubicBezTo>
                  <a:pt x="9907" y="9528"/>
                  <a:pt x="9841" y="9739"/>
                  <a:pt x="9831" y="9736"/>
                </a:cubicBezTo>
                <a:cubicBezTo>
                  <a:pt x="9600" y="9885"/>
                  <a:pt x="9822" y="9917"/>
                  <a:pt x="9058" y="9952"/>
                </a:cubicBezTo>
                <a:cubicBezTo>
                  <a:pt x="8294" y="9987"/>
                  <a:pt x="6337" y="9936"/>
                  <a:pt x="5249" y="9944"/>
                </a:cubicBezTo>
                <a:cubicBezTo>
                  <a:pt x="4162" y="9953"/>
                  <a:pt x="3895" y="10006"/>
                  <a:pt x="2534" y="10006"/>
                </a:cubicBezTo>
                <a:cubicBezTo>
                  <a:pt x="1404" y="10065"/>
                  <a:pt x="1135" y="10163"/>
                  <a:pt x="730" y="10077"/>
                </a:cubicBezTo>
                <a:cubicBezTo>
                  <a:pt x="325" y="9991"/>
                  <a:pt x="304" y="10052"/>
                  <a:pt x="83" y="9762"/>
                </a:cubicBezTo>
                <a:cubicBezTo>
                  <a:pt x="-59" y="9645"/>
                  <a:pt x="4" y="9440"/>
                  <a:pt x="99" y="9136"/>
                </a:cubicBezTo>
                <a:cubicBezTo>
                  <a:pt x="81" y="7566"/>
                  <a:pt x="40" y="2139"/>
                  <a:pt x="270" y="563"/>
                </a:cubicBezTo>
                <a:close/>
              </a:path>
            </a:pathLst>
          </a:cu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Afbeelding invoegen</a:t>
            </a:r>
          </a:p>
        </p:txBody>
      </p:sp>
      <p:sp>
        <p:nvSpPr>
          <p:cNvPr id="3" name="Tijdelijke aanduiding voor afbeelding 4">
            <a:extLst>
              <a:ext uri="{FF2B5EF4-FFF2-40B4-BE49-F238E27FC236}">
                <a16:creationId xmlns:a16="http://schemas.microsoft.com/office/drawing/2014/main" id="{0FE3BE33-232B-021D-2B96-DA6630AE59F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88188" y="157507"/>
            <a:ext cx="5899279" cy="6542985"/>
          </a:xfrm>
          <a:custGeom>
            <a:avLst/>
            <a:gdLst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5000 w 10000"/>
              <a:gd name="connsiteY2" fmla="*/ 1000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500 w 10000"/>
              <a:gd name="connsiteY1" fmla="*/ 200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0 w 10000"/>
              <a:gd name="connsiteY0" fmla="*/ 1000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0 w 10000"/>
              <a:gd name="connsiteY10" fmla="*/ 1000 h 10000"/>
              <a:gd name="connsiteX0" fmla="*/ 284 w 10000"/>
              <a:gd name="connsiteY0" fmla="*/ 232 h 10000"/>
              <a:gd name="connsiteX1" fmla="*/ 2441 w 10000"/>
              <a:gd name="connsiteY1" fmla="*/ 1310 h 10000"/>
              <a:gd name="connsiteX2" fmla="*/ 3638 w 10000"/>
              <a:gd name="connsiteY2" fmla="*/ 878 h 10000"/>
              <a:gd name="connsiteX3" fmla="*/ 7500 w 10000"/>
              <a:gd name="connsiteY3" fmla="*/ 0 h 10000"/>
              <a:gd name="connsiteX4" fmla="*/ 10000 w 10000"/>
              <a:gd name="connsiteY4" fmla="*/ 1000 h 10000"/>
              <a:gd name="connsiteX5" fmla="*/ 10000 w 10000"/>
              <a:gd name="connsiteY5" fmla="*/ 9000 h 10000"/>
              <a:gd name="connsiteX6" fmla="*/ 7500 w 10000"/>
              <a:gd name="connsiteY6" fmla="*/ 8000 h 10000"/>
              <a:gd name="connsiteX7" fmla="*/ 5000 w 10000"/>
              <a:gd name="connsiteY7" fmla="*/ 9000 h 10000"/>
              <a:gd name="connsiteX8" fmla="*/ 2500 w 10000"/>
              <a:gd name="connsiteY8" fmla="*/ 10000 h 10000"/>
              <a:gd name="connsiteX9" fmla="*/ 0 w 10000"/>
              <a:gd name="connsiteY9" fmla="*/ 9000 h 10000"/>
              <a:gd name="connsiteX10" fmla="*/ 284 w 10000"/>
              <a:gd name="connsiteY10" fmla="*/ 232 h 10000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09 h 10277"/>
              <a:gd name="connsiteX1" fmla="*/ 2311 w 10000"/>
              <a:gd name="connsiteY1" fmla="*/ 7 h 10277"/>
              <a:gd name="connsiteX2" fmla="*/ 3638 w 10000"/>
              <a:gd name="connsiteY2" fmla="*/ 1155 h 10277"/>
              <a:gd name="connsiteX3" fmla="*/ 7500 w 10000"/>
              <a:gd name="connsiteY3" fmla="*/ 277 h 10277"/>
              <a:gd name="connsiteX4" fmla="*/ 10000 w 10000"/>
              <a:gd name="connsiteY4" fmla="*/ 1277 h 10277"/>
              <a:gd name="connsiteX5" fmla="*/ 10000 w 10000"/>
              <a:gd name="connsiteY5" fmla="*/ 9277 h 10277"/>
              <a:gd name="connsiteX6" fmla="*/ 7500 w 10000"/>
              <a:gd name="connsiteY6" fmla="*/ 8277 h 10277"/>
              <a:gd name="connsiteX7" fmla="*/ 5000 w 10000"/>
              <a:gd name="connsiteY7" fmla="*/ 9277 h 10277"/>
              <a:gd name="connsiteX8" fmla="*/ 2500 w 10000"/>
              <a:gd name="connsiteY8" fmla="*/ 10277 h 10277"/>
              <a:gd name="connsiteX9" fmla="*/ 0 w 10000"/>
              <a:gd name="connsiteY9" fmla="*/ 9277 h 10277"/>
              <a:gd name="connsiteX10" fmla="*/ 284 w 10000"/>
              <a:gd name="connsiteY10" fmla="*/ 509 h 10277"/>
              <a:gd name="connsiteX0" fmla="*/ 284 w 10000"/>
              <a:gd name="connsiteY0" fmla="*/ 529 h 10297"/>
              <a:gd name="connsiteX1" fmla="*/ 2311 w 10000"/>
              <a:gd name="connsiteY1" fmla="*/ 27 h 10297"/>
              <a:gd name="connsiteX2" fmla="*/ 3638 w 10000"/>
              <a:gd name="connsiteY2" fmla="*/ 1175 h 10297"/>
              <a:gd name="connsiteX3" fmla="*/ 7500 w 10000"/>
              <a:gd name="connsiteY3" fmla="*/ 297 h 10297"/>
              <a:gd name="connsiteX4" fmla="*/ 10000 w 10000"/>
              <a:gd name="connsiteY4" fmla="*/ 1297 h 10297"/>
              <a:gd name="connsiteX5" fmla="*/ 10000 w 10000"/>
              <a:gd name="connsiteY5" fmla="*/ 9297 h 10297"/>
              <a:gd name="connsiteX6" fmla="*/ 7500 w 10000"/>
              <a:gd name="connsiteY6" fmla="*/ 8297 h 10297"/>
              <a:gd name="connsiteX7" fmla="*/ 5000 w 10000"/>
              <a:gd name="connsiteY7" fmla="*/ 9297 h 10297"/>
              <a:gd name="connsiteX8" fmla="*/ 2500 w 10000"/>
              <a:gd name="connsiteY8" fmla="*/ 10297 h 10297"/>
              <a:gd name="connsiteX9" fmla="*/ 0 w 10000"/>
              <a:gd name="connsiteY9" fmla="*/ 9297 h 10297"/>
              <a:gd name="connsiteX10" fmla="*/ 284 w 10000"/>
              <a:gd name="connsiteY10" fmla="*/ 529 h 10297"/>
              <a:gd name="connsiteX0" fmla="*/ 284 w 10000"/>
              <a:gd name="connsiteY0" fmla="*/ 510 h 10278"/>
              <a:gd name="connsiteX1" fmla="*/ 1944 w 10000"/>
              <a:gd name="connsiteY1" fmla="*/ 30 h 10278"/>
              <a:gd name="connsiteX2" fmla="*/ 3638 w 10000"/>
              <a:gd name="connsiteY2" fmla="*/ 1156 h 10278"/>
              <a:gd name="connsiteX3" fmla="*/ 7500 w 10000"/>
              <a:gd name="connsiteY3" fmla="*/ 278 h 10278"/>
              <a:gd name="connsiteX4" fmla="*/ 10000 w 10000"/>
              <a:gd name="connsiteY4" fmla="*/ 1278 h 10278"/>
              <a:gd name="connsiteX5" fmla="*/ 10000 w 10000"/>
              <a:gd name="connsiteY5" fmla="*/ 9278 h 10278"/>
              <a:gd name="connsiteX6" fmla="*/ 7500 w 10000"/>
              <a:gd name="connsiteY6" fmla="*/ 8278 h 10278"/>
              <a:gd name="connsiteX7" fmla="*/ 5000 w 10000"/>
              <a:gd name="connsiteY7" fmla="*/ 9278 h 10278"/>
              <a:gd name="connsiteX8" fmla="*/ 2500 w 10000"/>
              <a:gd name="connsiteY8" fmla="*/ 10278 h 10278"/>
              <a:gd name="connsiteX9" fmla="*/ 0 w 10000"/>
              <a:gd name="connsiteY9" fmla="*/ 9278 h 10278"/>
              <a:gd name="connsiteX10" fmla="*/ 284 w 10000"/>
              <a:gd name="connsiteY10" fmla="*/ 510 h 10278"/>
              <a:gd name="connsiteX0" fmla="*/ 284 w 10000"/>
              <a:gd name="connsiteY0" fmla="*/ 483 h 10251"/>
              <a:gd name="connsiteX1" fmla="*/ 1944 w 10000"/>
              <a:gd name="connsiteY1" fmla="*/ 3 h 10251"/>
              <a:gd name="connsiteX2" fmla="*/ 3638 w 10000"/>
              <a:gd name="connsiteY2" fmla="*/ 1129 h 10251"/>
              <a:gd name="connsiteX3" fmla="*/ 7500 w 10000"/>
              <a:gd name="connsiteY3" fmla="*/ 251 h 10251"/>
              <a:gd name="connsiteX4" fmla="*/ 10000 w 10000"/>
              <a:gd name="connsiteY4" fmla="*/ 1251 h 10251"/>
              <a:gd name="connsiteX5" fmla="*/ 10000 w 10000"/>
              <a:gd name="connsiteY5" fmla="*/ 9251 h 10251"/>
              <a:gd name="connsiteX6" fmla="*/ 7500 w 10000"/>
              <a:gd name="connsiteY6" fmla="*/ 8251 h 10251"/>
              <a:gd name="connsiteX7" fmla="*/ 5000 w 10000"/>
              <a:gd name="connsiteY7" fmla="*/ 9251 h 10251"/>
              <a:gd name="connsiteX8" fmla="*/ 2500 w 10000"/>
              <a:gd name="connsiteY8" fmla="*/ 10251 h 10251"/>
              <a:gd name="connsiteX9" fmla="*/ 0 w 10000"/>
              <a:gd name="connsiteY9" fmla="*/ 9251 h 10251"/>
              <a:gd name="connsiteX10" fmla="*/ 284 w 10000"/>
              <a:gd name="connsiteY10" fmla="*/ 483 h 10251"/>
              <a:gd name="connsiteX0" fmla="*/ 284 w 10000"/>
              <a:gd name="connsiteY0" fmla="*/ 501 h 10269"/>
              <a:gd name="connsiteX1" fmla="*/ 1944 w 10000"/>
              <a:gd name="connsiteY1" fmla="*/ 21 h 10269"/>
              <a:gd name="connsiteX2" fmla="*/ 4100 w 10000"/>
              <a:gd name="connsiteY2" fmla="*/ 101 h 10269"/>
              <a:gd name="connsiteX3" fmla="*/ 7500 w 10000"/>
              <a:gd name="connsiteY3" fmla="*/ 269 h 10269"/>
              <a:gd name="connsiteX4" fmla="*/ 10000 w 10000"/>
              <a:gd name="connsiteY4" fmla="*/ 1269 h 10269"/>
              <a:gd name="connsiteX5" fmla="*/ 10000 w 10000"/>
              <a:gd name="connsiteY5" fmla="*/ 9269 h 10269"/>
              <a:gd name="connsiteX6" fmla="*/ 7500 w 10000"/>
              <a:gd name="connsiteY6" fmla="*/ 8269 h 10269"/>
              <a:gd name="connsiteX7" fmla="*/ 5000 w 10000"/>
              <a:gd name="connsiteY7" fmla="*/ 9269 h 10269"/>
              <a:gd name="connsiteX8" fmla="*/ 2500 w 10000"/>
              <a:gd name="connsiteY8" fmla="*/ 10269 h 10269"/>
              <a:gd name="connsiteX9" fmla="*/ 0 w 10000"/>
              <a:gd name="connsiteY9" fmla="*/ 9269 h 10269"/>
              <a:gd name="connsiteX10" fmla="*/ 284 w 10000"/>
              <a:gd name="connsiteY10" fmla="*/ 501 h 10269"/>
              <a:gd name="connsiteX0" fmla="*/ 284 w 10000"/>
              <a:gd name="connsiteY0" fmla="*/ 496 h 10264"/>
              <a:gd name="connsiteX1" fmla="*/ 1944 w 10000"/>
              <a:gd name="connsiteY1" fmla="*/ 16 h 10264"/>
              <a:gd name="connsiteX2" fmla="*/ 4100 w 10000"/>
              <a:gd name="connsiteY2" fmla="*/ 96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07 h 10275"/>
              <a:gd name="connsiteX1" fmla="*/ 1944 w 10000"/>
              <a:gd name="connsiteY1" fmla="*/ 27 h 10275"/>
              <a:gd name="connsiteX2" fmla="*/ 4349 w 10000"/>
              <a:gd name="connsiteY2" fmla="*/ 40 h 10275"/>
              <a:gd name="connsiteX3" fmla="*/ 7500 w 10000"/>
              <a:gd name="connsiteY3" fmla="*/ 275 h 10275"/>
              <a:gd name="connsiteX4" fmla="*/ 10000 w 10000"/>
              <a:gd name="connsiteY4" fmla="*/ 1275 h 10275"/>
              <a:gd name="connsiteX5" fmla="*/ 10000 w 10000"/>
              <a:gd name="connsiteY5" fmla="*/ 9275 h 10275"/>
              <a:gd name="connsiteX6" fmla="*/ 7500 w 10000"/>
              <a:gd name="connsiteY6" fmla="*/ 8275 h 10275"/>
              <a:gd name="connsiteX7" fmla="*/ 5000 w 10000"/>
              <a:gd name="connsiteY7" fmla="*/ 9275 h 10275"/>
              <a:gd name="connsiteX8" fmla="*/ 2500 w 10000"/>
              <a:gd name="connsiteY8" fmla="*/ 10275 h 10275"/>
              <a:gd name="connsiteX9" fmla="*/ 0 w 10000"/>
              <a:gd name="connsiteY9" fmla="*/ 9275 h 10275"/>
              <a:gd name="connsiteX10" fmla="*/ 284 w 10000"/>
              <a:gd name="connsiteY10" fmla="*/ 507 h 10275"/>
              <a:gd name="connsiteX0" fmla="*/ 284 w 10000"/>
              <a:gd name="connsiteY0" fmla="*/ 520 h 10288"/>
              <a:gd name="connsiteX1" fmla="*/ 1443 w 10000"/>
              <a:gd name="connsiteY1" fmla="*/ 40 h 10288"/>
              <a:gd name="connsiteX2" fmla="*/ 4349 w 10000"/>
              <a:gd name="connsiteY2" fmla="*/ 53 h 10288"/>
              <a:gd name="connsiteX3" fmla="*/ 7500 w 10000"/>
              <a:gd name="connsiteY3" fmla="*/ 288 h 10288"/>
              <a:gd name="connsiteX4" fmla="*/ 10000 w 10000"/>
              <a:gd name="connsiteY4" fmla="*/ 1288 h 10288"/>
              <a:gd name="connsiteX5" fmla="*/ 10000 w 10000"/>
              <a:gd name="connsiteY5" fmla="*/ 9288 h 10288"/>
              <a:gd name="connsiteX6" fmla="*/ 7500 w 10000"/>
              <a:gd name="connsiteY6" fmla="*/ 8288 h 10288"/>
              <a:gd name="connsiteX7" fmla="*/ 5000 w 10000"/>
              <a:gd name="connsiteY7" fmla="*/ 9288 h 10288"/>
              <a:gd name="connsiteX8" fmla="*/ 2500 w 10000"/>
              <a:gd name="connsiteY8" fmla="*/ 10288 h 10288"/>
              <a:gd name="connsiteX9" fmla="*/ 0 w 10000"/>
              <a:gd name="connsiteY9" fmla="*/ 9288 h 10288"/>
              <a:gd name="connsiteX10" fmla="*/ 284 w 10000"/>
              <a:gd name="connsiteY10" fmla="*/ 520 h 10288"/>
              <a:gd name="connsiteX0" fmla="*/ 284 w 10000"/>
              <a:gd name="connsiteY0" fmla="*/ 496 h 10264"/>
              <a:gd name="connsiteX1" fmla="*/ 1443 w 10000"/>
              <a:gd name="connsiteY1" fmla="*/ 16 h 10264"/>
              <a:gd name="connsiteX2" fmla="*/ 4349 w 10000"/>
              <a:gd name="connsiteY2" fmla="*/ 29 h 10264"/>
              <a:gd name="connsiteX3" fmla="*/ 7500 w 10000"/>
              <a:gd name="connsiteY3" fmla="*/ 264 h 10264"/>
              <a:gd name="connsiteX4" fmla="*/ 10000 w 10000"/>
              <a:gd name="connsiteY4" fmla="*/ 1264 h 10264"/>
              <a:gd name="connsiteX5" fmla="*/ 10000 w 10000"/>
              <a:gd name="connsiteY5" fmla="*/ 9264 h 10264"/>
              <a:gd name="connsiteX6" fmla="*/ 7500 w 10000"/>
              <a:gd name="connsiteY6" fmla="*/ 8264 h 10264"/>
              <a:gd name="connsiteX7" fmla="*/ 5000 w 10000"/>
              <a:gd name="connsiteY7" fmla="*/ 9264 h 10264"/>
              <a:gd name="connsiteX8" fmla="*/ 2500 w 10000"/>
              <a:gd name="connsiteY8" fmla="*/ 10264 h 10264"/>
              <a:gd name="connsiteX9" fmla="*/ 0 w 10000"/>
              <a:gd name="connsiteY9" fmla="*/ 9264 h 10264"/>
              <a:gd name="connsiteX10" fmla="*/ 284 w 10000"/>
              <a:gd name="connsiteY10" fmla="*/ 496 h 10264"/>
              <a:gd name="connsiteX0" fmla="*/ 284 w 10000"/>
              <a:gd name="connsiteY0" fmla="*/ 491 h 10259"/>
              <a:gd name="connsiteX1" fmla="*/ 1733 w 10000"/>
              <a:gd name="connsiteY1" fmla="*/ 18 h 10259"/>
              <a:gd name="connsiteX2" fmla="*/ 4349 w 10000"/>
              <a:gd name="connsiteY2" fmla="*/ 24 h 10259"/>
              <a:gd name="connsiteX3" fmla="*/ 7500 w 10000"/>
              <a:gd name="connsiteY3" fmla="*/ 259 h 10259"/>
              <a:gd name="connsiteX4" fmla="*/ 10000 w 10000"/>
              <a:gd name="connsiteY4" fmla="*/ 1259 h 10259"/>
              <a:gd name="connsiteX5" fmla="*/ 10000 w 10000"/>
              <a:gd name="connsiteY5" fmla="*/ 9259 h 10259"/>
              <a:gd name="connsiteX6" fmla="*/ 7500 w 10000"/>
              <a:gd name="connsiteY6" fmla="*/ 8259 h 10259"/>
              <a:gd name="connsiteX7" fmla="*/ 5000 w 10000"/>
              <a:gd name="connsiteY7" fmla="*/ 9259 h 10259"/>
              <a:gd name="connsiteX8" fmla="*/ 2500 w 10000"/>
              <a:gd name="connsiteY8" fmla="*/ 10259 h 10259"/>
              <a:gd name="connsiteX9" fmla="*/ 0 w 10000"/>
              <a:gd name="connsiteY9" fmla="*/ 9259 h 10259"/>
              <a:gd name="connsiteX10" fmla="*/ 284 w 10000"/>
              <a:gd name="connsiteY10" fmla="*/ 491 h 10259"/>
              <a:gd name="connsiteX0" fmla="*/ 284 w 10000"/>
              <a:gd name="connsiteY0" fmla="*/ 488 h 10256"/>
              <a:gd name="connsiteX1" fmla="*/ 1733 w 10000"/>
              <a:gd name="connsiteY1" fmla="*/ 15 h 10256"/>
              <a:gd name="connsiteX2" fmla="*/ 4349 w 10000"/>
              <a:gd name="connsiteY2" fmla="*/ 21 h 10256"/>
              <a:gd name="connsiteX3" fmla="*/ 7500 w 10000"/>
              <a:gd name="connsiteY3" fmla="*/ 256 h 10256"/>
              <a:gd name="connsiteX4" fmla="*/ 10000 w 10000"/>
              <a:gd name="connsiteY4" fmla="*/ 1256 h 10256"/>
              <a:gd name="connsiteX5" fmla="*/ 10000 w 10000"/>
              <a:gd name="connsiteY5" fmla="*/ 9256 h 10256"/>
              <a:gd name="connsiteX6" fmla="*/ 7500 w 10000"/>
              <a:gd name="connsiteY6" fmla="*/ 8256 h 10256"/>
              <a:gd name="connsiteX7" fmla="*/ 5000 w 10000"/>
              <a:gd name="connsiteY7" fmla="*/ 9256 h 10256"/>
              <a:gd name="connsiteX8" fmla="*/ 2500 w 10000"/>
              <a:gd name="connsiteY8" fmla="*/ 10256 h 10256"/>
              <a:gd name="connsiteX9" fmla="*/ 0 w 10000"/>
              <a:gd name="connsiteY9" fmla="*/ 9256 h 10256"/>
              <a:gd name="connsiteX10" fmla="*/ 284 w 10000"/>
              <a:gd name="connsiteY10" fmla="*/ 488 h 10256"/>
              <a:gd name="connsiteX0" fmla="*/ 284 w 10000"/>
              <a:gd name="connsiteY0" fmla="*/ 593 h 10361"/>
              <a:gd name="connsiteX1" fmla="*/ 1733 w 10000"/>
              <a:gd name="connsiteY1" fmla="*/ 120 h 10361"/>
              <a:gd name="connsiteX2" fmla="*/ 4349 w 10000"/>
              <a:gd name="connsiteY2" fmla="*/ 126 h 10361"/>
              <a:gd name="connsiteX3" fmla="*/ 7493 w 10000"/>
              <a:gd name="connsiteY3" fmla="*/ 82 h 10361"/>
              <a:gd name="connsiteX4" fmla="*/ 10000 w 10000"/>
              <a:gd name="connsiteY4" fmla="*/ 1361 h 10361"/>
              <a:gd name="connsiteX5" fmla="*/ 10000 w 10000"/>
              <a:gd name="connsiteY5" fmla="*/ 9361 h 10361"/>
              <a:gd name="connsiteX6" fmla="*/ 7500 w 10000"/>
              <a:gd name="connsiteY6" fmla="*/ 8361 h 10361"/>
              <a:gd name="connsiteX7" fmla="*/ 5000 w 10000"/>
              <a:gd name="connsiteY7" fmla="*/ 9361 h 10361"/>
              <a:gd name="connsiteX8" fmla="*/ 2500 w 10000"/>
              <a:gd name="connsiteY8" fmla="*/ 10361 h 10361"/>
              <a:gd name="connsiteX9" fmla="*/ 0 w 10000"/>
              <a:gd name="connsiteY9" fmla="*/ 9361 h 10361"/>
              <a:gd name="connsiteX10" fmla="*/ 284 w 10000"/>
              <a:gd name="connsiteY10" fmla="*/ 593 h 10361"/>
              <a:gd name="connsiteX0" fmla="*/ 284 w 10000"/>
              <a:gd name="connsiteY0" fmla="*/ 511 h 10279"/>
              <a:gd name="connsiteX1" fmla="*/ 1733 w 10000"/>
              <a:gd name="connsiteY1" fmla="*/ 38 h 10279"/>
              <a:gd name="connsiteX2" fmla="*/ 4349 w 10000"/>
              <a:gd name="connsiteY2" fmla="*/ 44 h 10279"/>
              <a:gd name="connsiteX3" fmla="*/ 7493 w 10000"/>
              <a:gd name="connsiteY3" fmla="*/ 0 h 10279"/>
              <a:gd name="connsiteX4" fmla="*/ 10000 w 10000"/>
              <a:gd name="connsiteY4" fmla="*/ 1279 h 10279"/>
              <a:gd name="connsiteX5" fmla="*/ 10000 w 10000"/>
              <a:gd name="connsiteY5" fmla="*/ 9279 h 10279"/>
              <a:gd name="connsiteX6" fmla="*/ 7500 w 10000"/>
              <a:gd name="connsiteY6" fmla="*/ 8279 h 10279"/>
              <a:gd name="connsiteX7" fmla="*/ 5000 w 10000"/>
              <a:gd name="connsiteY7" fmla="*/ 9279 h 10279"/>
              <a:gd name="connsiteX8" fmla="*/ 2500 w 10000"/>
              <a:gd name="connsiteY8" fmla="*/ 10279 h 10279"/>
              <a:gd name="connsiteX9" fmla="*/ 0 w 10000"/>
              <a:gd name="connsiteY9" fmla="*/ 9279 h 10279"/>
              <a:gd name="connsiteX10" fmla="*/ 284 w 10000"/>
              <a:gd name="connsiteY10" fmla="*/ 511 h 10279"/>
              <a:gd name="connsiteX0" fmla="*/ 284 w 10092"/>
              <a:gd name="connsiteY0" fmla="*/ 535 h 10303"/>
              <a:gd name="connsiteX1" fmla="*/ 1733 w 10092"/>
              <a:gd name="connsiteY1" fmla="*/ 62 h 10303"/>
              <a:gd name="connsiteX2" fmla="*/ 4349 w 10092"/>
              <a:gd name="connsiteY2" fmla="*/ 68 h 10303"/>
              <a:gd name="connsiteX3" fmla="*/ 7493 w 10092"/>
              <a:gd name="connsiteY3" fmla="*/ 24 h 10303"/>
              <a:gd name="connsiteX4" fmla="*/ 10092 w 10092"/>
              <a:gd name="connsiteY4" fmla="*/ 354 h 10303"/>
              <a:gd name="connsiteX5" fmla="*/ 10000 w 10092"/>
              <a:gd name="connsiteY5" fmla="*/ 9303 h 10303"/>
              <a:gd name="connsiteX6" fmla="*/ 7500 w 10092"/>
              <a:gd name="connsiteY6" fmla="*/ 8303 h 10303"/>
              <a:gd name="connsiteX7" fmla="*/ 5000 w 10092"/>
              <a:gd name="connsiteY7" fmla="*/ 9303 h 10303"/>
              <a:gd name="connsiteX8" fmla="*/ 2500 w 10092"/>
              <a:gd name="connsiteY8" fmla="*/ 10303 h 10303"/>
              <a:gd name="connsiteX9" fmla="*/ 0 w 10092"/>
              <a:gd name="connsiteY9" fmla="*/ 9303 h 10303"/>
              <a:gd name="connsiteX10" fmla="*/ 284 w 10092"/>
              <a:gd name="connsiteY10" fmla="*/ 535 h 10303"/>
              <a:gd name="connsiteX0" fmla="*/ 284 w 10092"/>
              <a:gd name="connsiteY0" fmla="*/ 557 h 10325"/>
              <a:gd name="connsiteX1" fmla="*/ 1733 w 10092"/>
              <a:gd name="connsiteY1" fmla="*/ 84 h 10325"/>
              <a:gd name="connsiteX2" fmla="*/ 4349 w 10092"/>
              <a:gd name="connsiteY2" fmla="*/ 90 h 10325"/>
              <a:gd name="connsiteX3" fmla="*/ 7493 w 10092"/>
              <a:gd name="connsiteY3" fmla="*/ 46 h 10325"/>
              <a:gd name="connsiteX4" fmla="*/ 10092 w 10092"/>
              <a:gd name="connsiteY4" fmla="*/ 376 h 10325"/>
              <a:gd name="connsiteX5" fmla="*/ 10000 w 10092"/>
              <a:gd name="connsiteY5" fmla="*/ 9325 h 10325"/>
              <a:gd name="connsiteX6" fmla="*/ 7500 w 10092"/>
              <a:gd name="connsiteY6" fmla="*/ 8325 h 10325"/>
              <a:gd name="connsiteX7" fmla="*/ 5000 w 10092"/>
              <a:gd name="connsiteY7" fmla="*/ 9325 h 10325"/>
              <a:gd name="connsiteX8" fmla="*/ 2500 w 10092"/>
              <a:gd name="connsiteY8" fmla="*/ 10325 h 10325"/>
              <a:gd name="connsiteX9" fmla="*/ 0 w 10092"/>
              <a:gd name="connsiteY9" fmla="*/ 9325 h 10325"/>
              <a:gd name="connsiteX10" fmla="*/ 284 w 10092"/>
              <a:gd name="connsiteY10" fmla="*/ 557 h 10325"/>
              <a:gd name="connsiteX0" fmla="*/ 284 w 10134"/>
              <a:gd name="connsiteY0" fmla="*/ 561 h 10329"/>
              <a:gd name="connsiteX1" fmla="*/ 1733 w 10134"/>
              <a:gd name="connsiteY1" fmla="*/ 88 h 10329"/>
              <a:gd name="connsiteX2" fmla="*/ 4349 w 10134"/>
              <a:gd name="connsiteY2" fmla="*/ 94 h 10329"/>
              <a:gd name="connsiteX3" fmla="*/ 7493 w 10134"/>
              <a:gd name="connsiteY3" fmla="*/ 50 h 10329"/>
              <a:gd name="connsiteX4" fmla="*/ 10134 w 10134"/>
              <a:gd name="connsiteY4" fmla="*/ 373 h 10329"/>
              <a:gd name="connsiteX5" fmla="*/ 10000 w 10134"/>
              <a:gd name="connsiteY5" fmla="*/ 9329 h 10329"/>
              <a:gd name="connsiteX6" fmla="*/ 7500 w 10134"/>
              <a:gd name="connsiteY6" fmla="*/ 8329 h 10329"/>
              <a:gd name="connsiteX7" fmla="*/ 5000 w 10134"/>
              <a:gd name="connsiteY7" fmla="*/ 9329 h 10329"/>
              <a:gd name="connsiteX8" fmla="*/ 2500 w 10134"/>
              <a:gd name="connsiteY8" fmla="*/ 10329 h 10329"/>
              <a:gd name="connsiteX9" fmla="*/ 0 w 10134"/>
              <a:gd name="connsiteY9" fmla="*/ 9329 h 10329"/>
              <a:gd name="connsiteX10" fmla="*/ 284 w 10134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329"/>
              <a:gd name="connsiteX1" fmla="*/ 1733 w 10136"/>
              <a:gd name="connsiteY1" fmla="*/ 88 h 10329"/>
              <a:gd name="connsiteX2" fmla="*/ 4349 w 10136"/>
              <a:gd name="connsiteY2" fmla="*/ 94 h 10329"/>
              <a:gd name="connsiteX3" fmla="*/ 7493 w 10136"/>
              <a:gd name="connsiteY3" fmla="*/ 50 h 10329"/>
              <a:gd name="connsiteX4" fmla="*/ 10134 w 10136"/>
              <a:gd name="connsiteY4" fmla="*/ 373 h 10329"/>
              <a:gd name="connsiteX5" fmla="*/ 10127 w 10136"/>
              <a:gd name="connsiteY5" fmla="*/ 9555 h 10329"/>
              <a:gd name="connsiteX6" fmla="*/ 7500 w 10136"/>
              <a:gd name="connsiteY6" fmla="*/ 8329 h 10329"/>
              <a:gd name="connsiteX7" fmla="*/ 5000 w 10136"/>
              <a:gd name="connsiteY7" fmla="*/ 9329 h 10329"/>
              <a:gd name="connsiteX8" fmla="*/ 2500 w 10136"/>
              <a:gd name="connsiteY8" fmla="*/ 10329 h 10329"/>
              <a:gd name="connsiteX9" fmla="*/ 0 w 10136"/>
              <a:gd name="connsiteY9" fmla="*/ 9329 h 10329"/>
              <a:gd name="connsiteX10" fmla="*/ 284 w 10136"/>
              <a:gd name="connsiteY10" fmla="*/ 561 h 10329"/>
              <a:gd name="connsiteX0" fmla="*/ 284 w 10136"/>
              <a:gd name="connsiteY0" fmla="*/ 561 h 10402"/>
              <a:gd name="connsiteX1" fmla="*/ 1733 w 10136"/>
              <a:gd name="connsiteY1" fmla="*/ 88 h 10402"/>
              <a:gd name="connsiteX2" fmla="*/ 4349 w 10136"/>
              <a:gd name="connsiteY2" fmla="*/ 94 h 10402"/>
              <a:gd name="connsiteX3" fmla="*/ 7493 w 10136"/>
              <a:gd name="connsiteY3" fmla="*/ 50 h 10402"/>
              <a:gd name="connsiteX4" fmla="*/ 10134 w 10136"/>
              <a:gd name="connsiteY4" fmla="*/ 373 h 10402"/>
              <a:gd name="connsiteX5" fmla="*/ 10127 w 10136"/>
              <a:gd name="connsiteY5" fmla="*/ 9555 h 10402"/>
              <a:gd name="connsiteX6" fmla="*/ 9082 w 10136"/>
              <a:gd name="connsiteY6" fmla="*/ 10399 h 10402"/>
              <a:gd name="connsiteX7" fmla="*/ 5000 w 10136"/>
              <a:gd name="connsiteY7" fmla="*/ 9329 h 10402"/>
              <a:gd name="connsiteX8" fmla="*/ 2500 w 10136"/>
              <a:gd name="connsiteY8" fmla="*/ 10329 h 10402"/>
              <a:gd name="connsiteX9" fmla="*/ 0 w 10136"/>
              <a:gd name="connsiteY9" fmla="*/ 9329 h 10402"/>
              <a:gd name="connsiteX10" fmla="*/ 284 w 10136"/>
              <a:gd name="connsiteY10" fmla="*/ 561 h 10402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399"/>
              <a:gd name="connsiteX1" fmla="*/ 1733 w 10136"/>
              <a:gd name="connsiteY1" fmla="*/ 88 h 10399"/>
              <a:gd name="connsiteX2" fmla="*/ 4349 w 10136"/>
              <a:gd name="connsiteY2" fmla="*/ 94 h 10399"/>
              <a:gd name="connsiteX3" fmla="*/ 7493 w 10136"/>
              <a:gd name="connsiteY3" fmla="*/ 50 h 10399"/>
              <a:gd name="connsiteX4" fmla="*/ 10134 w 10136"/>
              <a:gd name="connsiteY4" fmla="*/ 373 h 10399"/>
              <a:gd name="connsiteX5" fmla="*/ 10127 w 10136"/>
              <a:gd name="connsiteY5" fmla="*/ 9555 h 10399"/>
              <a:gd name="connsiteX6" fmla="*/ 9082 w 10136"/>
              <a:gd name="connsiteY6" fmla="*/ 10399 h 10399"/>
              <a:gd name="connsiteX7" fmla="*/ 5000 w 10136"/>
              <a:gd name="connsiteY7" fmla="*/ 9329 h 10399"/>
              <a:gd name="connsiteX8" fmla="*/ 2500 w 10136"/>
              <a:gd name="connsiteY8" fmla="*/ 10329 h 10399"/>
              <a:gd name="connsiteX9" fmla="*/ 0 w 10136"/>
              <a:gd name="connsiteY9" fmla="*/ 9329 h 10399"/>
              <a:gd name="connsiteX10" fmla="*/ 284 w 10136"/>
              <a:gd name="connsiteY10" fmla="*/ 561 h 10399"/>
              <a:gd name="connsiteX0" fmla="*/ 284 w 10136"/>
              <a:gd name="connsiteY0" fmla="*/ 561 h 10461"/>
              <a:gd name="connsiteX1" fmla="*/ 1733 w 10136"/>
              <a:gd name="connsiteY1" fmla="*/ 88 h 10461"/>
              <a:gd name="connsiteX2" fmla="*/ 4349 w 10136"/>
              <a:gd name="connsiteY2" fmla="*/ 94 h 10461"/>
              <a:gd name="connsiteX3" fmla="*/ 7493 w 10136"/>
              <a:gd name="connsiteY3" fmla="*/ 50 h 10461"/>
              <a:gd name="connsiteX4" fmla="*/ 10134 w 10136"/>
              <a:gd name="connsiteY4" fmla="*/ 373 h 10461"/>
              <a:gd name="connsiteX5" fmla="*/ 10127 w 10136"/>
              <a:gd name="connsiteY5" fmla="*/ 9555 h 10461"/>
              <a:gd name="connsiteX6" fmla="*/ 9082 w 10136"/>
              <a:gd name="connsiteY6" fmla="*/ 10399 h 10461"/>
              <a:gd name="connsiteX7" fmla="*/ 5219 w 10136"/>
              <a:gd name="connsiteY7" fmla="*/ 10391 h 10461"/>
              <a:gd name="connsiteX8" fmla="*/ 2500 w 10136"/>
              <a:gd name="connsiteY8" fmla="*/ 10329 h 10461"/>
              <a:gd name="connsiteX9" fmla="*/ 0 w 10136"/>
              <a:gd name="connsiteY9" fmla="*/ 9329 h 10461"/>
              <a:gd name="connsiteX10" fmla="*/ 284 w 10136"/>
              <a:gd name="connsiteY10" fmla="*/ 561 h 10461"/>
              <a:gd name="connsiteX0" fmla="*/ 284 w 10136"/>
              <a:gd name="connsiteY0" fmla="*/ 561 h 10401"/>
              <a:gd name="connsiteX1" fmla="*/ 1733 w 10136"/>
              <a:gd name="connsiteY1" fmla="*/ 88 h 10401"/>
              <a:gd name="connsiteX2" fmla="*/ 4349 w 10136"/>
              <a:gd name="connsiteY2" fmla="*/ 94 h 10401"/>
              <a:gd name="connsiteX3" fmla="*/ 7493 w 10136"/>
              <a:gd name="connsiteY3" fmla="*/ 50 h 10401"/>
              <a:gd name="connsiteX4" fmla="*/ 10134 w 10136"/>
              <a:gd name="connsiteY4" fmla="*/ 373 h 10401"/>
              <a:gd name="connsiteX5" fmla="*/ 10127 w 10136"/>
              <a:gd name="connsiteY5" fmla="*/ 9555 h 10401"/>
              <a:gd name="connsiteX6" fmla="*/ 9082 w 10136"/>
              <a:gd name="connsiteY6" fmla="*/ 10399 h 10401"/>
              <a:gd name="connsiteX7" fmla="*/ 5219 w 10136"/>
              <a:gd name="connsiteY7" fmla="*/ 10391 h 10401"/>
              <a:gd name="connsiteX8" fmla="*/ 2500 w 10136"/>
              <a:gd name="connsiteY8" fmla="*/ 10329 h 10401"/>
              <a:gd name="connsiteX9" fmla="*/ 0 w 10136"/>
              <a:gd name="connsiteY9" fmla="*/ 9329 h 10401"/>
              <a:gd name="connsiteX10" fmla="*/ 284 w 10136"/>
              <a:gd name="connsiteY10" fmla="*/ 561 h 10401"/>
              <a:gd name="connsiteX0" fmla="*/ 284 w 10136"/>
              <a:gd name="connsiteY0" fmla="*/ 561 h 10455"/>
              <a:gd name="connsiteX1" fmla="*/ 1733 w 10136"/>
              <a:gd name="connsiteY1" fmla="*/ 88 h 10455"/>
              <a:gd name="connsiteX2" fmla="*/ 4349 w 10136"/>
              <a:gd name="connsiteY2" fmla="*/ 94 h 10455"/>
              <a:gd name="connsiteX3" fmla="*/ 7493 w 10136"/>
              <a:gd name="connsiteY3" fmla="*/ 50 h 10455"/>
              <a:gd name="connsiteX4" fmla="*/ 10134 w 10136"/>
              <a:gd name="connsiteY4" fmla="*/ 373 h 10455"/>
              <a:gd name="connsiteX5" fmla="*/ 10127 w 10136"/>
              <a:gd name="connsiteY5" fmla="*/ 9555 h 10455"/>
              <a:gd name="connsiteX6" fmla="*/ 9082 w 10136"/>
              <a:gd name="connsiteY6" fmla="*/ 10399 h 10455"/>
              <a:gd name="connsiteX7" fmla="*/ 5219 w 10136"/>
              <a:gd name="connsiteY7" fmla="*/ 10391 h 10455"/>
              <a:gd name="connsiteX8" fmla="*/ 2465 w 10136"/>
              <a:gd name="connsiteY8" fmla="*/ 10455 h 10455"/>
              <a:gd name="connsiteX9" fmla="*/ 0 w 10136"/>
              <a:gd name="connsiteY9" fmla="*/ 9329 h 10455"/>
              <a:gd name="connsiteX10" fmla="*/ 284 w 10136"/>
              <a:gd name="connsiteY10" fmla="*/ 561 h 10455"/>
              <a:gd name="connsiteX0" fmla="*/ 242 w 10094"/>
              <a:gd name="connsiteY0" fmla="*/ 561 h 10483"/>
              <a:gd name="connsiteX1" fmla="*/ 1691 w 10094"/>
              <a:gd name="connsiteY1" fmla="*/ 88 h 10483"/>
              <a:gd name="connsiteX2" fmla="*/ 4307 w 10094"/>
              <a:gd name="connsiteY2" fmla="*/ 94 h 10483"/>
              <a:gd name="connsiteX3" fmla="*/ 7451 w 10094"/>
              <a:gd name="connsiteY3" fmla="*/ 50 h 10483"/>
              <a:gd name="connsiteX4" fmla="*/ 10092 w 10094"/>
              <a:gd name="connsiteY4" fmla="*/ 373 h 10483"/>
              <a:gd name="connsiteX5" fmla="*/ 10085 w 10094"/>
              <a:gd name="connsiteY5" fmla="*/ 9555 h 10483"/>
              <a:gd name="connsiteX6" fmla="*/ 9040 w 10094"/>
              <a:gd name="connsiteY6" fmla="*/ 10399 h 10483"/>
              <a:gd name="connsiteX7" fmla="*/ 5177 w 10094"/>
              <a:gd name="connsiteY7" fmla="*/ 10391 h 10483"/>
              <a:gd name="connsiteX8" fmla="*/ 2423 w 10094"/>
              <a:gd name="connsiteY8" fmla="*/ 10455 h 10483"/>
              <a:gd name="connsiteX9" fmla="*/ 0 w 10094"/>
              <a:gd name="connsiteY9" fmla="*/ 10085 h 10483"/>
              <a:gd name="connsiteX10" fmla="*/ 242 w 10094"/>
              <a:gd name="connsiteY10" fmla="*/ 561 h 10483"/>
              <a:gd name="connsiteX0" fmla="*/ 242 w 10094"/>
              <a:gd name="connsiteY0" fmla="*/ 561 h 10455"/>
              <a:gd name="connsiteX1" fmla="*/ 1691 w 10094"/>
              <a:gd name="connsiteY1" fmla="*/ 88 h 10455"/>
              <a:gd name="connsiteX2" fmla="*/ 4307 w 10094"/>
              <a:gd name="connsiteY2" fmla="*/ 94 h 10455"/>
              <a:gd name="connsiteX3" fmla="*/ 7451 w 10094"/>
              <a:gd name="connsiteY3" fmla="*/ 50 h 10455"/>
              <a:gd name="connsiteX4" fmla="*/ 10092 w 10094"/>
              <a:gd name="connsiteY4" fmla="*/ 373 h 10455"/>
              <a:gd name="connsiteX5" fmla="*/ 10085 w 10094"/>
              <a:gd name="connsiteY5" fmla="*/ 9555 h 10455"/>
              <a:gd name="connsiteX6" fmla="*/ 9040 w 10094"/>
              <a:gd name="connsiteY6" fmla="*/ 10399 h 10455"/>
              <a:gd name="connsiteX7" fmla="*/ 5177 w 10094"/>
              <a:gd name="connsiteY7" fmla="*/ 10391 h 10455"/>
              <a:gd name="connsiteX8" fmla="*/ 2423 w 10094"/>
              <a:gd name="connsiteY8" fmla="*/ 10455 h 10455"/>
              <a:gd name="connsiteX9" fmla="*/ 0 w 10094"/>
              <a:gd name="connsiteY9" fmla="*/ 10085 h 10455"/>
              <a:gd name="connsiteX10" fmla="*/ 242 w 10094"/>
              <a:gd name="connsiteY10" fmla="*/ 561 h 10455"/>
              <a:gd name="connsiteX0" fmla="*/ 15 w 9867"/>
              <a:gd name="connsiteY0" fmla="*/ 561 h 10550"/>
              <a:gd name="connsiteX1" fmla="*/ 1464 w 9867"/>
              <a:gd name="connsiteY1" fmla="*/ 88 h 10550"/>
              <a:gd name="connsiteX2" fmla="*/ 4080 w 9867"/>
              <a:gd name="connsiteY2" fmla="*/ 94 h 10550"/>
              <a:gd name="connsiteX3" fmla="*/ 7224 w 9867"/>
              <a:gd name="connsiteY3" fmla="*/ 50 h 10550"/>
              <a:gd name="connsiteX4" fmla="*/ 9865 w 9867"/>
              <a:gd name="connsiteY4" fmla="*/ 373 h 10550"/>
              <a:gd name="connsiteX5" fmla="*/ 9858 w 9867"/>
              <a:gd name="connsiteY5" fmla="*/ 9555 h 10550"/>
              <a:gd name="connsiteX6" fmla="*/ 8813 w 9867"/>
              <a:gd name="connsiteY6" fmla="*/ 10399 h 10550"/>
              <a:gd name="connsiteX7" fmla="*/ 4950 w 9867"/>
              <a:gd name="connsiteY7" fmla="*/ 10391 h 10550"/>
              <a:gd name="connsiteX8" fmla="*/ 2196 w 9867"/>
              <a:gd name="connsiteY8" fmla="*/ 10455 h 10550"/>
              <a:gd name="connsiteX9" fmla="*/ 225 w 9867"/>
              <a:gd name="connsiteY9" fmla="*/ 10423 h 10550"/>
              <a:gd name="connsiteX10" fmla="*/ 15 w 9867"/>
              <a:gd name="connsiteY10" fmla="*/ 561 h 10550"/>
              <a:gd name="connsiteX0" fmla="*/ 15 w 10000"/>
              <a:gd name="connsiteY0" fmla="*/ 532 h 10000"/>
              <a:gd name="connsiteX1" fmla="*/ 1484 w 10000"/>
              <a:gd name="connsiteY1" fmla="*/ 83 h 10000"/>
              <a:gd name="connsiteX2" fmla="*/ 4135 w 10000"/>
              <a:gd name="connsiteY2" fmla="*/ 89 h 10000"/>
              <a:gd name="connsiteX3" fmla="*/ 7321 w 10000"/>
              <a:gd name="connsiteY3" fmla="*/ 47 h 10000"/>
              <a:gd name="connsiteX4" fmla="*/ 9998 w 10000"/>
              <a:gd name="connsiteY4" fmla="*/ 354 h 10000"/>
              <a:gd name="connsiteX5" fmla="*/ 9991 w 10000"/>
              <a:gd name="connsiteY5" fmla="*/ 9057 h 10000"/>
              <a:gd name="connsiteX6" fmla="*/ 8932 w 10000"/>
              <a:gd name="connsiteY6" fmla="*/ 9857 h 10000"/>
              <a:gd name="connsiteX7" fmla="*/ 5017 w 10000"/>
              <a:gd name="connsiteY7" fmla="*/ 9849 h 10000"/>
              <a:gd name="connsiteX8" fmla="*/ 2226 w 10000"/>
              <a:gd name="connsiteY8" fmla="*/ 9910 h 10000"/>
              <a:gd name="connsiteX9" fmla="*/ 228 w 10000"/>
              <a:gd name="connsiteY9" fmla="*/ 9880 h 10000"/>
              <a:gd name="connsiteX10" fmla="*/ 15 w 10000"/>
              <a:gd name="connsiteY10" fmla="*/ 532 h 10000"/>
              <a:gd name="connsiteX0" fmla="*/ 19 w 10004"/>
              <a:gd name="connsiteY0" fmla="*/ 532 h 10005"/>
              <a:gd name="connsiteX1" fmla="*/ 1488 w 10004"/>
              <a:gd name="connsiteY1" fmla="*/ 83 h 10005"/>
              <a:gd name="connsiteX2" fmla="*/ 4139 w 10004"/>
              <a:gd name="connsiteY2" fmla="*/ 89 h 10005"/>
              <a:gd name="connsiteX3" fmla="*/ 7325 w 10004"/>
              <a:gd name="connsiteY3" fmla="*/ 47 h 10005"/>
              <a:gd name="connsiteX4" fmla="*/ 10002 w 10004"/>
              <a:gd name="connsiteY4" fmla="*/ 354 h 10005"/>
              <a:gd name="connsiteX5" fmla="*/ 9995 w 10004"/>
              <a:gd name="connsiteY5" fmla="*/ 9057 h 10005"/>
              <a:gd name="connsiteX6" fmla="*/ 8936 w 10004"/>
              <a:gd name="connsiteY6" fmla="*/ 9857 h 10005"/>
              <a:gd name="connsiteX7" fmla="*/ 5021 w 10004"/>
              <a:gd name="connsiteY7" fmla="*/ 9849 h 10005"/>
              <a:gd name="connsiteX8" fmla="*/ 2230 w 10004"/>
              <a:gd name="connsiteY8" fmla="*/ 9910 h 10005"/>
              <a:gd name="connsiteX9" fmla="*/ 125 w 10004"/>
              <a:gd name="connsiteY9" fmla="*/ 9886 h 10005"/>
              <a:gd name="connsiteX10" fmla="*/ 19 w 10004"/>
              <a:gd name="connsiteY10" fmla="*/ 532 h 10005"/>
              <a:gd name="connsiteX0" fmla="*/ 53 w 10038"/>
              <a:gd name="connsiteY0" fmla="*/ 532 h 10005"/>
              <a:gd name="connsiteX1" fmla="*/ 1522 w 10038"/>
              <a:gd name="connsiteY1" fmla="*/ 83 h 10005"/>
              <a:gd name="connsiteX2" fmla="*/ 4173 w 10038"/>
              <a:gd name="connsiteY2" fmla="*/ 89 h 10005"/>
              <a:gd name="connsiteX3" fmla="*/ 7359 w 10038"/>
              <a:gd name="connsiteY3" fmla="*/ 47 h 10005"/>
              <a:gd name="connsiteX4" fmla="*/ 10036 w 10038"/>
              <a:gd name="connsiteY4" fmla="*/ 354 h 10005"/>
              <a:gd name="connsiteX5" fmla="*/ 10029 w 10038"/>
              <a:gd name="connsiteY5" fmla="*/ 9057 h 10005"/>
              <a:gd name="connsiteX6" fmla="*/ 8970 w 10038"/>
              <a:gd name="connsiteY6" fmla="*/ 9857 h 10005"/>
              <a:gd name="connsiteX7" fmla="*/ 5055 w 10038"/>
              <a:gd name="connsiteY7" fmla="*/ 9849 h 10005"/>
              <a:gd name="connsiteX8" fmla="*/ 2264 w 10038"/>
              <a:gd name="connsiteY8" fmla="*/ 9910 h 10005"/>
              <a:gd name="connsiteX9" fmla="*/ 159 w 10038"/>
              <a:gd name="connsiteY9" fmla="*/ 9886 h 10005"/>
              <a:gd name="connsiteX10" fmla="*/ 53 w 10038"/>
              <a:gd name="connsiteY10" fmla="*/ 532 h 10005"/>
              <a:gd name="connsiteX0" fmla="*/ 294 w 10279"/>
              <a:gd name="connsiteY0" fmla="*/ 532 h 10023"/>
              <a:gd name="connsiteX1" fmla="*/ 1763 w 10279"/>
              <a:gd name="connsiteY1" fmla="*/ 83 h 10023"/>
              <a:gd name="connsiteX2" fmla="*/ 4414 w 10279"/>
              <a:gd name="connsiteY2" fmla="*/ 89 h 10023"/>
              <a:gd name="connsiteX3" fmla="*/ 7600 w 10279"/>
              <a:gd name="connsiteY3" fmla="*/ 47 h 10023"/>
              <a:gd name="connsiteX4" fmla="*/ 10277 w 10279"/>
              <a:gd name="connsiteY4" fmla="*/ 354 h 10023"/>
              <a:gd name="connsiteX5" fmla="*/ 10270 w 10279"/>
              <a:gd name="connsiteY5" fmla="*/ 9057 h 10023"/>
              <a:gd name="connsiteX6" fmla="*/ 9211 w 10279"/>
              <a:gd name="connsiteY6" fmla="*/ 9857 h 10023"/>
              <a:gd name="connsiteX7" fmla="*/ 5296 w 10279"/>
              <a:gd name="connsiteY7" fmla="*/ 9849 h 10023"/>
              <a:gd name="connsiteX8" fmla="*/ 2505 w 10279"/>
              <a:gd name="connsiteY8" fmla="*/ 9910 h 10023"/>
              <a:gd name="connsiteX9" fmla="*/ 400 w 10279"/>
              <a:gd name="connsiteY9" fmla="*/ 9886 h 10023"/>
              <a:gd name="connsiteX10" fmla="*/ 2 w 10279"/>
              <a:gd name="connsiteY10" fmla="*/ 9047 h 10023"/>
              <a:gd name="connsiteX11" fmla="*/ 294 w 10279"/>
              <a:gd name="connsiteY11" fmla="*/ 532 h 10023"/>
              <a:gd name="connsiteX0" fmla="*/ 294 w 10279"/>
              <a:gd name="connsiteY0" fmla="*/ 532 h 9926"/>
              <a:gd name="connsiteX1" fmla="*/ 1763 w 10279"/>
              <a:gd name="connsiteY1" fmla="*/ 83 h 9926"/>
              <a:gd name="connsiteX2" fmla="*/ 4414 w 10279"/>
              <a:gd name="connsiteY2" fmla="*/ 89 h 9926"/>
              <a:gd name="connsiteX3" fmla="*/ 7600 w 10279"/>
              <a:gd name="connsiteY3" fmla="*/ 47 h 9926"/>
              <a:gd name="connsiteX4" fmla="*/ 10277 w 10279"/>
              <a:gd name="connsiteY4" fmla="*/ 354 h 9926"/>
              <a:gd name="connsiteX5" fmla="*/ 10270 w 10279"/>
              <a:gd name="connsiteY5" fmla="*/ 9057 h 9926"/>
              <a:gd name="connsiteX6" fmla="*/ 9211 w 10279"/>
              <a:gd name="connsiteY6" fmla="*/ 9857 h 9926"/>
              <a:gd name="connsiteX7" fmla="*/ 5296 w 10279"/>
              <a:gd name="connsiteY7" fmla="*/ 9849 h 9926"/>
              <a:gd name="connsiteX8" fmla="*/ 2505 w 10279"/>
              <a:gd name="connsiteY8" fmla="*/ 9910 h 9926"/>
              <a:gd name="connsiteX9" fmla="*/ 400 w 10279"/>
              <a:gd name="connsiteY9" fmla="*/ 9886 h 9926"/>
              <a:gd name="connsiteX10" fmla="*/ 2 w 10279"/>
              <a:gd name="connsiteY10" fmla="*/ 9047 h 9926"/>
              <a:gd name="connsiteX11" fmla="*/ 294 w 10279"/>
              <a:gd name="connsiteY11" fmla="*/ 532 h 9926"/>
              <a:gd name="connsiteX0" fmla="*/ 439 w 10153"/>
              <a:gd name="connsiteY0" fmla="*/ 536 h 10005"/>
              <a:gd name="connsiteX1" fmla="*/ 1868 w 10153"/>
              <a:gd name="connsiteY1" fmla="*/ 84 h 10005"/>
              <a:gd name="connsiteX2" fmla="*/ 4447 w 10153"/>
              <a:gd name="connsiteY2" fmla="*/ 90 h 10005"/>
              <a:gd name="connsiteX3" fmla="*/ 7547 w 10153"/>
              <a:gd name="connsiteY3" fmla="*/ 47 h 10005"/>
              <a:gd name="connsiteX4" fmla="*/ 10151 w 10153"/>
              <a:gd name="connsiteY4" fmla="*/ 357 h 10005"/>
              <a:gd name="connsiteX5" fmla="*/ 10144 w 10153"/>
              <a:gd name="connsiteY5" fmla="*/ 9125 h 10005"/>
              <a:gd name="connsiteX6" fmla="*/ 9114 w 10153"/>
              <a:gd name="connsiteY6" fmla="*/ 9930 h 10005"/>
              <a:gd name="connsiteX7" fmla="*/ 5305 w 10153"/>
              <a:gd name="connsiteY7" fmla="*/ 9922 h 10005"/>
              <a:gd name="connsiteX8" fmla="*/ 2590 w 10153"/>
              <a:gd name="connsiteY8" fmla="*/ 9984 h 10005"/>
              <a:gd name="connsiteX9" fmla="*/ 542 w 10153"/>
              <a:gd name="connsiteY9" fmla="*/ 9960 h 10005"/>
              <a:gd name="connsiteX10" fmla="*/ 15 w 10153"/>
              <a:gd name="connsiteY10" fmla="*/ 9602 h 10005"/>
              <a:gd name="connsiteX11" fmla="*/ 155 w 10153"/>
              <a:gd name="connsiteY11" fmla="*/ 9114 h 10005"/>
              <a:gd name="connsiteX12" fmla="*/ 439 w 10153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05"/>
              <a:gd name="connsiteX1" fmla="*/ 1853 w 10138"/>
              <a:gd name="connsiteY1" fmla="*/ 84 h 10005"/>
              <a:gd name="connsiteX2" fmla="*/ 4432 w 10138"/>
              <a:gd name="connsiteY2" fmla="*/ 90 h 10005"/>
              <a:gd name="connsiteX3" fmla="*/ 7532 w 10138"/>
              <a:gd name="connsiteY3" fmla="*/ 47 h 10005"/>
              <a:gd name="connsiteX4" fmla="*/ 10136 w 10138"/>
              <a:gd name="connsiteY4" fmla="*/ 357 h 10005"/>
              <a:gd name="connsiteX5" fmla="*/ 10129 w 10138"/>
              <a:gd name="connsiteY5" fmla="*/ 9125 h 10005"/>
              <a:gd name="connsiteX6" fmla="*/ 9099 w 10138"/>
              <a:gd name="connsiteY6" fmla="*/ 9930 h 10005"/>
              <a:gd name="connsiteX7" fmla="*/ 5290 w 10138"/>
              <a:gd name="connsiteY7" fmla="*/ 9922 h 10005"/>
              <a:gd name="connsiteX8" fmla="*/ 2575 w 10138"/>
              <a:gd name="connsiteY8" fmla="*/ 9984 h 10005"/>
              <a:gd name="connsiteX9" fmla="*/ 527 w 10138"/>
              <a:gd name="connsiteY9" fmla="*/ 9960 h 10005"/>
              <a:gd name="connsiteX10" fmla="*/ 0 w 10138"/>
              <a:gd name="connsiteY10" fmla="*/ 9602 h 10005"/>
              <a:gd name="connsiteX11" fmla="*/ 140 w 10138"/>
              <a:gd name="connsiteY11" fmla="*/ 9114 h 10005"/>
              <a:gd name="connsiteX12" fmla="*/ 424 w 10138"/>
              <a:gd name="connsiteY12" fmla="*/ 536 h 10005"/>
              <a:gd name="connsiteX0" fmla="*/ 424 w 10138"/>
              <a:gd name="connsiteY0" fmla="*/ 536 h 10080"/>
              <a:gd name="connsiteX1" fmla="*/ 1853 w 10138"/>
              <a:gd name="connsiteY1" fmla="*/ 84 h 10080"/>
              <a:gd name="connsiteX2" fmla="*/ 4432 w 10138"/>
              <a:gd name="connsiteY2" fmla="*/ 90 h 10080"/>
              <a:gd name="connsiteX3" fmla="*/ 7532 w 10138"/>
              <a:gd name="connsiteY3" fmla="*/ 47 h 10080"/>
              <a:gd name="connsiteX4" fmla="*/ 10136 w 10138"/>
              <a:gd name="connsiteY4" fmla="*/ 357 h 10080"/>
              <a:gd name="connsiteX5" fmla="*/ 10129 w 10138"/>
              <a:gd name="connsiteY5" fmla="*/ 9125 h 10080"/>
              <a:gd name="connsiteX6" fmla="*/ 9099 w 10138"/>
              <a:gd name="connsiteY6" fmla="*/ 9930 h 10080"/>
              <a:gd name="connsiteX7" fmla="*/ 5290 w 10138"/>
              <a:gd name="connsiteY7" fmla="*/ 9922 h 10080"/>
              <a:gd name="connsiteX8" fmla="*/ 2575 w 10138"/>
              <a:gd name="connsiteY8" fmla="*/ 9984 h 10080"/>
              <a:gd name="connsiteX9" fmla="*/ 771 w 10138"/>
              <a:gd name="connsiteY9" fmla="*/ 10055 h 10080"/>
              <a:gd name="connsiteX10" fmla="*/ 0 w 10138"/>
              <a:gd name="connsiteY10" fmla="*/ 9602 h 10080"/>
              <a:gd name="connsiteX11" fmla="*/ 140 w 10138"/>
              <a:gd name="connsiteY11" fmla="*/ 9114 h 10080"/>
              <a:gd name="connsiteX12" fmla="*/ 424 w 1013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1 w 10097"/>
              <a:gd name="connsiteY10" fmla="*/ 96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34 w 10048"/>
              <a:gd name="connsiteY0" fmla="*/ 536 h 10080"/>
              <a:gd name="connsiteX1" fmla="*/ 1763 w 10048"/>
              <a:gd name="connsiteY1" fmla="*/ 84 h 10080"/>
              <a:gd name="connsiteX2" fmla="*/ 4342 w 10048"/>
              <a:gd name="connsiteY2" fmla="*/ 90 h 10080"/>
              <a:gd name="connsiteX3" fmla="*/ 7442 w 10048"/>
              <a:gd name="connsiteY3" fmla="*/ 47 h 10080"/>
              <a:gd name="connsiteX4" fmla="*/ 10046 w 10048"/>
              <a:gd name="connsiteY4" fmla="*/ 357 h 10080"/>
              <a:gd name="connsiteX5" fmla="*/ 10039 w 10048"/>
              <a:gd name="connsiteY5" fmla="*/ 9125 h 10080"/>
              <a:gd name="connsiteX6" fmla="*/ 9009 w 10048"/>
              <a:gd name="connsiteY6" fmla="*/ 9930 h 10080"/>
              <a:gd name="connsiteX7" fmla="*/ 5200 w 10048"/>
              <a:gd name="connsiteY7" fmla="*/ 9922 h 10080"/>
              <a:gd name="connsiteX8" fmla="*/ 2485 w 10048"/>
              <a:gd name="connsiteY8" fmla="*/ 9984 h 10080"/>
              <a:gd name="connsiteX9" fmla="*/ 681 w 10048"/>
              <a:gd name="connsiteY9" fmla="*/ 10055 h 10080"/>
              <a:gd name="connsiteX10" fmla="*/ 29 w 10048"/>
              <a:gd name="connsiteY10" fmla="*/ 9741 h 10080"/>
              <a:gd name="connsiteX11" fmla="*/ 50 w 10048"/>
              <a:gd name="connsiteY11" fmla="*/ 9114 h 10080"/>
              <a:gd name="connsiteX12" fmla="*/ 334 w 10048"/>
              <a:gd name="connsiteY12" fmla="*/ 536 h 10080"/>
              <a:gd name="connsiteX0" fmla="*/ 317 w 10031"/>
              <a:gd name="connsiteY0" fmla="*/ 536 h 10080"/>
              <a:gd name="connsiteX1" fmla="*/ 1746 w 10031"/>
              <a:gd name="connsiteY1" fmla="*/ 84 h 10080"/>
              <a:gd name="connsiteX2" fmla="*/ 4325 w 10031"/>
              <a:gd name="connsiteY2" fmla="*/ 90 h 10080"/>
              <a:gd name="connsiteX3" fmla="*/ 7425 w 10031"/>
              <a:gd name="connsiteY3" fmla="*/ 47 h 10080"/>
              <a:gd name="connsiteX4" fmla="*/ 10029 w 10031"/>
              <a:gd name="connsiteY4" fmla="*/ 357 h 10080"/>
              <a:gd name="connsiteX5" fmla="*/ 10022 w 10031"/>
              <a:gd name="connsiteY5" fmla="*/ 9125 h 10080"/>
              <a:gd name="connsiteX6" fmla="*/ 8992 w 10031"/>
              <a:gd name="connsiteY6" fmla="*/ 9930 h 10080"/>
              <a:gd name="connsiteX7" fmla="*/ 5183 w 10031"/>
              <a:gd name="connsiteY7" fmla="*/ 9922 h 10080"/>
              <a:gd name="connsiteX8" fmla="*/ 2468 w 10031"/>
              <a:gd name="connsiteY8" fmla="*/ 9984 h 10080"/>
              <a:gd name="connsiteX9" fmla="*/ 664 w 10031"/>
              <a:gd name="connsiteY9" fmla="*/ 10055 h 10080"/>
              <a:gd name="connsiteX10" fmla="*/ 82 w 10031"/>
              <a:gd name="connsiteY10" fmla="*/ 9652 h 10080"/>
              <a:gd name="connsiteX11" fmla="*/ 33 w 10031"/>
              <a:gd name="connsiteY11" fmla="*/ 9114 h 10080"/>
              <a:gd name="connsiteX12" fmla="*/ 317 w 10031"/>
              <a:gd name="connsiteY12" fmla="*/ 536 h 10080"/>
              <a:gd name="connsiteX0" fmla="*/ 329 w 10043"/>
              <a:gd name="connsiteY0" fmla="*/ 536 h 10080"/>
              <a:gd name="connsiteX1" fmla="*/ 1758 w 10043"/>
              <a:gd name="connsiteY1" fmla="*/ 84 h 10080"/>
              <a:gd name="connsiteX2" fmla="*/ 4337 w 10043"/>
              <a:gd name="connsiteY2" fmla="*/ 90 h 10080"/>
              <a:gd name="connsiteX3" fmla="*/ 7437 w 10043"/>
              <a:gd name="connsiteY3" fmla="*/ 47 h 10080"/>
              <a:gd name="connsiteX4" fmla="*/ 10041 w 10043"/>
              <a:gd name="connsiteY4" fmla="*/ 357 h 10080"/>
              <a:gd name="connsiteX5" fmla="*/ 10034 w 10043"/>
              <a:gd name="connsiteY5" fmla="*/ 9125 h 10080"/>
              <a:gd name="connsiteX6" fmla="*/ 9004 w 10043"/>
              <a:gd name="connsiteY6" fmla="*/ 9930 h 10080"/>
              <a:gd name="connsiteX7" fmla="*/ 5195 w 10043"/>
              <a:gd name="connsiteY7" fmla="*/ 9922 h 10080"/>
              <a:gd name="connsiteX8" fmla="*/ 2480 w 10043"/>
              <a:gd name="connsiteY8" fmla="*/ 9984 h 10080"/>
              <a:gd name="connsiteX9" fmla="*/ 676 w 10043"/>
              <a:gd name="connsiteY9" fmla="*/ 10055 h 10080"/>
              <a:gd name="connsiteX10" fmla="*/ 94 w 10043"/>
              <a:gd name="connsiteY10" fmla="*/ 9652 h 10080"/>
              <a:gd name="connsiteX11" fmla="*/ 45 w 10043"/>
              <a:gd name="connsiteY11" fmla="*/ 9114 h 10080"/>
              <a:gd name="connsiteX12" fmla="*/ 329 w 10043"/>
              <a:gd name="connsiteY12" fmla="*/ 536 h 10080"/>
              <a:gd name="connsiteX0" fmla="*/ 354 w 10068"/>
              <a:gd name="connsiteY0" fmla="*/ 536 h 10080"/>
              <a:gd name="connsiteX1" fmla="*/ 1783 w 10068"/>
              <a:gd name="connsiteY1" fmla="*/ 84 h 10080"/>
              <a:gd name="connsiteX2" fmla="*/ 4362 w 10068"/>
              <a:gd name="connsiteY2" fmla="*/ 90 h 10080"/>
              <a:gd name="connsiteX3" fmla="*/ 7462 w 10068"/>
              <a:gd name="connsiteY3" fmla="*/ 47 h 10080"/>
              <a:gd name="connsiteX4" fmla="*/ 10066 w 10068"/>
              <a:gd name="connsiteY4" fmla="*/ 357 h 10080"/>
              <a:gd name="connsiteX5" fmla="*/ 10059 w 10068"/>
              <a:gd name="connsiteY5" fmla="*/ 9125 h 10080"/>
              <a:gd name="connsiteX6" fmla="*/ 9029 w 10068"/>
              <a:gd name="connsiteY6" fmla="*/ 9930 h 10080"/>
              <a:gd name="connsiteX7" fmla="*/ 5220 w 10068"/>
              <a:gd name="connsiteY7" fmla="*/ 9922 h 10080"/>
              <a:gd name="connsiteX8" fmla="*/ 2505 w 10068"/>
              <a:gd name="connsiteY8" fmla="*/ 9984 h 10080"/>
              <a:gd name="connsiteX9" fmla="*/ 701 w 10068"/>
              <a:gd name="connsiteY9" fmla="*/ 10055 h 10080"/>
              <a:gd name="connsiteX10" fmla="*/ 54 w 10068"/>
              <a:gd name="connsiteY10" fmla="*/ 9740 h 10080"/>
              <a:gd name="connsiteX11" fmla="*/ 70 w 10068"/>
              <a:gd name="connsiteY11" fmla="*/ 9114 h 10080"/>
              <a:gd name="connsiteX12" fmla="*/ 354 w 10068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0"/>
              <a:gd name="connsiteX1" fmla="*/ 1812 w 10097"/>
              <a:gd name="connsiteY1" fmla="*/ 84 h 10080"/>
              <a:gd name="connsiteX2" fmla="*/ 4391 w 10097"/>
              <a:gd name="connsiteY2" fmla="*/ 90 h 10080"/>
              <a:gd name="connsiteX3" fmla="*/ 7491 w 10097"/>
              <a:gd name="connsiteY3" fmla="*/ 47 h 10080"/>
              <a:gd name="connsiteX4" fmla="*/ 10095 w 10097"/>
              <a:gd name="connsiteY4" fmla="*/ 357 h 10080"/>
              <a:gd name="connsiteX5" fmla="*/ 10088 w 10097"/>
              <a:gd name="connsiteY5" fmla="*/ 9125 h 10080"/>
              <a:gd name="connsiteX6" fmla="*/ 9058 w 10097"/>
              <a:gd name="connsiteY6" fmla="*/ 9930 h 10080"/>
              <a:gd name="connsiteX7" fmla="*/ 5249 w 10097"/>
              <a:gd name="connsiteY7" fmla="*/ 9922 h 10080"/>
              <a:gd name="connsiteX8" fmla="*/ 2534 w 10097"/>
              <a:gd name="connsiteY8" fmla="*/ 9984 h 10080"/>
              <a:gd name="connsiteX9" fmla="*/ 730 w 10097"/>
              <a:gd name="connsiteY9" fmla="*/ 10055 h 10080"/>
              <a:gd name="connsiteX10" fmla="*/ 83 w 10097"/>
              <a:gd name="connsiteY10" fmla="*/ 9740 h 10080"/>
              <a:gd name="connsiteX11" fmla="*/ 99 w 10097"/>
              <a:gd name="connsiteY11" fmla="*/ 9114 h 10080"/>
              <a:gd name="connsiteX12" fmla="*/ 383 w 10097"/>
              <a:gd name="connsiteY12" fmla="*/ 536 h 10080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058 w 10097"/>
              <a:gd name="connsiteY6" fmla="*/ 9930 h 10088"/>
              <a:gd name="connsiteX7" fmla="*/ 5249 w 10097"/>
              <a:gd name="connsiteY7" fmla="*/ 9922 h 10088"/>
              <a:gd name="connsiteX8" fmla="*/ 2534 w 10097"/>
              <a:gd name="connsiteY8" fmla="*/ 9984 h 10088"/>
              <a:gd name="connsiteX9" fmla="*/ 730 w 10097"/>
              <a:gd name="connsiteY9" fmla="*/ 10055 h 10088"/>
              <a:gd name="connsiteX10" fmla="*/ 83 w 10097"/>
              <a:gd name="connsiteY10" fmla="*/ 9740 h 10088"/>
              <a:gd name="connsiteX11" fmla="*/ 99 w 10097"/>
              <a:gd name="connsiteY11" fmla="*/ 9114 h 10088"/>
              <a:gd name="connsiteX12" fmla="*/ 383 w 10097"/>
              <a:gd name="connsiteY12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7"/>
              <a:gd name="connsiteY0" fmla="*/ 536 h 10088"/>
              <a:gd name="connsiteX1" fmla="*/ 1812 w 10097"/>
              <a:gd name="connsiteY1" fmla="*/ 84 h 10088"/>
              <a:gd name="connsiteX2" fmla="*/ 4391 w 10097"/>
              <a:gd name="connsiteY2" fmla="*/ 90 h 10088"/>
              <a:gd name="connsiteX3" fmla="*/ 7491 w 10097"/>
              <a:gd name="connsiteY3" fmla="*/ 47 h 10088"/>
              <a:gd name="connsiteX4" fmla="*/ 10095 w 10097"/>
              <a:gd name="connsiteY4" fmla="*/ 357 h 10088"/>
              <a:gd name="connsiteX5" fmla="*/ 10088 w 10097"/>
              <a:gd name="connsiteY5" fmla="*/ 9125 h 10088"/>
              <a:gd name="connsiteX6" fmla="*/ 9804 w 10097"/>
              <a:gd name="connsiteY6" fmla="*/ 9802 h 10088"/>
              <a:gd name="connsiteX7" fmla="*/ 9058 w 10097"/>
              <a:gd name="connsiteY7" fmla="*/ 9930 h 10088"/>
              <a:gd name="connsiteX8" fmla="*/ 5249 w 10097"/>
              <a:gd name="connsiteY8" fmla="*/ 9922 h 10088"/>
              <a:gd name="connsiteX9" fmla="*/ 2534 w 10097"/>
              <a:gd name="connsiteY9" fmla="*/ 9984 h 10088"/>
              <a:gd name="connsiteX10" fmla="*/ 730 w 10097"/>
              <a:gd name="connsiteY10" fmla="*/ 10055 h 10088"/>
              <a:gd name="connsiteX11" fmla="*/ 83 w 10097"/>
              <a:gd name="connsiteY11" fmla="*/ 9740 h 10088"/>
              <a:gd name="connsiteX12" fmla="*/ 99 w 10097"/>
              <a:gd name="connsiteY12" fmla="*/ 9114 h 10088"/>
              <a:gd name="connsiteX13" fmla="*/ 383 w 10097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04 w 10095"/>
              <a:gd name="connsiteY6" fmla="*/ 9802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095"/>
              <a:gd name="connsiteY0" fmla="*/ 536 h 10088"/>
              <a:gd name="connsiteX1" fmla="*/ 1812 w 10095"/>
              <a:gd name="connsiteY1" fmla="*/ 84 h 10088"/>
              <a:gd name="connsiteX2" fmla="*/ 4391 w 10095"/>
              <a:gd name="connsiteY2" fmla="*/ 90 h 10088"/>
              <a:gd name="connsiteX3" fmla="*/ 7491 w 10095"/>
              <a:gd name="connsiteY3" fmla="*/ 47 h 10088"/>
              <a:gd name="connsiteX4" fmla="*/ 10095 w 10095"/>
              <a:gd name="connsiteY4" fmla="*/ 357 h 10088"/>
              <a:gd name="connsiteX5" fmla="*/ 9942 w 10095"/>
              <a:gd name="connsiteY5" fmla="*/ 9125 h 10088"/>
              <a:gd name="connsiteX6" fmla="*/ 9831 w 10095"/>
              <a:gd name="connsiteY6" fmla="*/ 9714 h 10088"/>
              <a:gd name="connsiteX7" fmla="*/ 9058 w 10095"/>
              <a:gd name="connsiteY7" fmla="*/ 9930 h 10088"/>
              <a:gd name="connsiteX8" fmla="*/ 5249 w 10095"/>
              <a:gd name="connsiteY8" fmla="*/ 9922 h 10088"/>
              <a:gd name="connsiteX9" fmla="*/ 2534 w 10095"/>
              <a:gd name="connsiteY9" fmla="*/ 9984 h 10088"/>
              <a:gd name="connsiteX10" fmla="*/ 730 w 10095"/>
              <a:gd name="connsiteY10" fmla="*/ 10055 h 10088"/>
              <a:gd name="connsiteX11" fmla="*/ 83 w 10095"/>
              <a:gd name="connsiteY11" fmla="*/ 9740 h 10088"/>
              <a:gd name="connsiteX12" fmla="*/ 99 w 10095"/>
              <a:gd name="connsiteY12" fmla="*/ 9114 h 10088"/>
              <a:gd name="connsiteX13" fmla="*/ 383 w 10095"/>
              <a:gd name="connsiteY13" fmla="*/ 536 h 10088"/>
              <a:gd name="connsiteX0" fmla="*/ 383 w 10264"/>
              <a:gd name="connsiteY0" fmla="*/ 505 h 10057"/>
              <a:gd name="connsiteX1" fmla="*/ 1812 w 10264"/>
              <a:gd name="connsiteY1" fmla="*/ 53 h 10057"/>
              <a:gd name="connsiteX2" fmla="*/ 4391 w 10264"/>
              <a:gd name="connsiteY2" fmla="*/ 59 h 10057"/>
              <a:gd name="connsiteX3" fmla="*/ 7491 w 10264"/>
              <a:gd name="connsiteY3" fmla="*/ 16 h 10057"/>
              <a:gd name="connsiteX4" fmla="*/ 10095 w 10264"/>
              <a:gd name="connsiteY4" fmla="*/ 326 h 10057"/>
              <a:gd name="connsiteX5" fmla="*/ 9987 w 10264"/>
              <a:gd name="connsiteY5" fmla="*/ 3016 h 10057"/>
              <a:gd name="connsiteX6" fmla="*/ 9942 w 10264"/>
              <a:gd name="connsiteY6" fmla="*/ 9094 h 10057"/>
              <a:gd name="connsiteX7" fmla="*/ 9831 w 10264"/>
              <a:gd name="connsiteY7" fmla="*/ 9683 h 10057"/>
              <a:gd name="connsiteX8" fmla="*/ 9058 w 10264"/>
              <a:gd name="connsiteY8" fmla="*/ 9899 h 10057"/>
              <a:gd name="connsiteX9" fmla="*/ 5249 w 10264"/>
              <a:gd name="connsiteY9" fmla="*/ 9891 h 10057"/>
              <a:gd name="connsiteX10" fmla="*/ 2534 w 10264"/>
              <a:gd name="connsiteY10" fmla="*/ 9953 h 10057"/>
              <a:gd name="connsiteX11" fmla="*/ 730 w 10264"/>
              <a:gd name="connsiteY11" fmla="*/ 10024 h 10057"/>
              <a:gd name="connsiteX12" fmla="*/ 83 w 10264"/>
              <a:gd name="connsiteY12" fmla="*/ 9709 h 10057"/>
              <a:gd name="connsiteX13" fmla="*/ 99 w 10264"/>
              <a:gd name="connsiteY13" fmla="*/ 9083 h 10057"/>
              <a:gd name="connsiteX14" fmla="*/ 383 w 10264"/>
              <a:gd name="connsiteY14" fmla="*/ 505 h 10057"/>
              <a:gd name="connsiteX0" fmla="*/ 383 w 10148"/>
              <a:gd name="connsiteY0" fmla="*/ 557 h 10109"/>
              <a:gd name="connsiteX1" fmla="*/ 1812 w 10148"/>
              <a:gd name="connsiteY1" fmla="*/ 105 h 10109"/>
              <a:gd name="connsiteX2" fmla="*/ 4391 w 10148"/>
              <a:gd name="connsiteY2" fmla="*/ 111 h 10109"/>
              <a:gd name="connsiteX3" fmla="*/ 7491 w 10148"/>
              <a:gd name="connsiteY3" fmla="*/ 68 h 10109"/>
              <a:gd name="connsiteX4" fmla="*/ 9939 w 10148"/>
              <a:gd name="connsiteY4" fmla="*/ 285 h 10109"/>
              <a:gd name="connsiteX5" fmla="*/ 9987 w 10148"/>
              <a:gd name="connsiteY5" fmla="*/ 3068 h 10109"/>
              <a:gd name="connsiteX6" fmla="*/ 9942 w 10148"/>
              <a:gd name="connsiteY6" fmla="*/ 9146 h 10109"/>
              <a:gd name="connsiteX7" fmla="*/ 9831 w 10148"/>
              <a:gd name="connsiteY7" fmla="*/ 9735 h 10109"/>
              <a:gd name="connsiteX8" fmla="*/ 9058 w 10148"/>
              <a:gd name="connsiteY8" fmla="*/ 9951 h 10109"/>
              <a:gd name="connsiteX9" fmla="*/ 5249 w 10148"/>
              <a:gd name="connsiteY9" fmla="*/ 9943 h 10109"/>
              <a:gd name="connsiteX10" fmla="*/ 2534 w 10148"/>
              <a:gd name="connsiteY10" fmla="*/ 10005 h 10109"/>
              <a:gd name="connsiteX11" fmla="*/ 730 w 10148"/>
              <a:gd name="connsiteY11" fmla="*/ 10076 h 10109"/>
              <a:gd name="connsiteX12" fmla="*/ 83 w 10148"/>
              <a:gd name="connsiteY12" fmla="*/ 9761 h 10109"/>
              <a:gd name="connsiteX13" fmla="*/ 99 w 10148"/>
              <a:gd name="connsiteY13" fmla="*/ 9135 h 10109"/>
              <a:gd name="connsiteX14" fmla="*/ 383 w 10148"/>
              <a:gd name="connsiteY14" fmla="*/ 557 h 10109"/>
              <a:gd name="connsiteX0" fmla="*/ 383 w 10023"/>
              <a:gd name="connsiteY0" fmla="*/ 557 h 10109"/>
              <a:gd name="connsiteX1" fmla="*/ 1812 w 10023"/>
              <a:gd name="connsiteY1" fmla="*/ 105 h 10109"/>
              <a:gd name="connsiteX2" fmla="*/ 4391 w 10023"/>
              <a:gd name="connsiteY2" fmla="*/ 111 h 10109"/>
              <a:gd name="connsiteX3" fmla="*/ 7491 w 10023"/>
              <a:gd name="connsiteY3" fmla="*/ 68 h 10109"/>
              <a:gd name="connsiteX4" fmla="*/ 9939 w 10023"/>
              <a:gd name="connsiteY4" fmla="*/ 285 h 10109"/>
              <a:gd name="connsiteX5" fmla="*/ 9987 w 10023"/>
              <a:gd name="connsiteY5" fmla="*/ 3068 h 10109"/>
              <a:gd name="connsiteX6" fmla="*/ 9942 w 10023"/>
              <a:gd name="connsiteY6" fmla="*/ 9146 h 10109"/>
              <a:gd name="connsiteX7" fmla="*/ 9831 w 10023"/>
              <a:gd name="connsiteY7" fmla="*/ 9735 h 10109"/>
              <a:gd name="connsiteX8" fmla="*/ 9058 w 10023"/>
              <a:gd name="connsiteY8" fmla="*/ 9951 h 10109"/>
              <a:gd name="connsiteX9" fmla="*/ 5249 w 10023"/>
              <a:gd name="connsiteY9" fmla="*/ 9943 h 10109"/>
              <a:gd name="connsiteX10" fmla="*/ 2534 w 10023"/>
              <a:gd name="connsiteY10" fmla="*/ 10005 h 10109"/>
              <a:gd name="connsiteX11" fmla="*/ 730 w 10023"/>
              <a:gd name="connsiteY11" fmla="*/ 10076 h 10109"/>
              <a:gd name="connsiteX12" fmla="*/ 83 w 10023"/>
              <a:gd name="connsiteY12" fmla="*/ 9761 h 10109"/>
              <a:gd name="connsiteX13" fmla="*/ 99 w 10023"/>
              <a:gd name="connsiteY13" fmla="*/ 9135 h 10109"/>
              <a:gd name="connsiteX14" fmla="*/ 383 w 10023"/>
              <a:gd name="connsiteY14" fmla="*/ 557 h 10109"/>
              <a:gd name="connsiteX0" fmla="*/ 383 w 10006"/>
              <a:gd name="connsiteY0" fmla="*/ 557 h 10109"/>
              <a:gd name="connsiteX1" fmla="*/ 1812 w 10006"/>
              <a:gd name="connsiteY1" fmla="*/ 105 h 10109"/>
              <a:gd name="connsiteX2" fmla="*/ 4391 w 10006"/>
              <a:gd name="connsiteY2" fmla="*/ 111 h 10109"/>
              <a:gd name="connsiteX3" fmla="*/ 7491 w 10006"/>
              <a:gd name="connsiteY3" fmla="*/ 68 h 10109"/>
              <a:gd name="connsiteX4" fmla="*/ 9939 w 10006"/>
              <a:gd name="connsiteY4" fmla="*/ 285 h 10109"/>
              <a:gd name="connsiteX5" fmla="*/ 9987 w 10006"/>
              <a:gd name="connsiteY5" fmla="*/ 3068 h 10109"/>
              <a:gd name="connsiteX6" fmla="*/ 9942 w 10006"/>
              <a:gd name="connsiteY6" fmla="*/ 9146 h 10109"/>
              <a:gd name="connsiteX7" fmla="*/ 9831 w 10006"/>
              <a:gd name="connsiteY7" fmla="*/ 9735 h 10109"/>
              <a:gd name="connsiteX8" fmla="*/ 9058 w 10006"/>
              <a:gd name="connsiteY8" fmla="*/ 9951 h 10109"/>
              <a:gd name="connsiteX9" fmla="*/ 5249 w 10006"/>
              <a:gd name="connsiteY9" fmla="*/ 9943 h 10109"/>
              <a:gd name="connsiteX10" fmla="*/ 2534 w 10006"/>
              <a:gd name="connsiteY10" fmla="*/ 10005 h 10109"/>
              <a:gd name="connsiteX11" fmla="*/ 730 w 10006"/>
              <a:gd name="connsiteY11" fmla="*/ 10076 h 10109"/>
              <a:gd name="connsiteX12" fmla="*/ 83 w 10006"/>
              <a:gd name="connsiteY12" fmla="*/ 9761 h 10109"/>
              <a:gd name="connsiteX13" fmla="*/ 99 w 10006"/>
              <a:gd name="connsiteY13" fmla="*/ 9135 h 10109"/>
              <a:gd name="connsiteX14" fmla="*/ 383 w 10006"/>
              <a:gd name="connsiteY14" fmla="*/ 557 h 10109"/>
              <a:gd name="connsiteX0" fmla="*/ 383 w 10019"/>
              <a:gd name="connsiteY0" fmla="*/ 557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383 w 10019"/>
              <a:gd name="connsiteY14" fmla="*/ 557 h 10109"/>
              <a:gd name="connsiteX0" fmla="*/ 270 w 10019"/>
              <a:gd name="connsiteY0" fmla="*/ 562 h 10109"/>
              <a:gd name="connsiteX1" fmla="*/ 1812 w 10019"/>
              <a:gd name="connsiteY1" fmla="*/ 10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562 h 10109"/>
              <a:gd name="connsiteX1" fmla="*/ 1774 w 10019"/>
              <a:gd name="connsiteY1" fmla="*/ 95 h 10109"/>
              <a:gd name="connsiteX2" fmla="*/ 4391 w 10019"/>
              <a:gd name="connsiteY2" fmla="*/ 111 h 10109"/>
              <a:gd name="connsiteX3" fmla="*/ 7491 w 10019"/>
              <a:gd name="connsiteY3" fmla="*/ 68 h 10109"/>
              <a:gd name="connsiteX4" fmla="*/ 9939 w 10019"/>
              <a:gd name="connsiteY4" fmla="*/ 285 h 10109"/>
              <a:gd name="connsiteX5" fmla="*/ 9987 w 10019"/>
              <a:gd name="connsiteY5" fmla="*/ 3068 h 10109"/>
              <a:gd name="connsiteX6" fmla="*/ 9942 w 10019"/>
              <a:gd name="connsiteY6" fmla="*/ 9146 h 10109"/>
              <a:gd name="connsiteX7" fmla="*/ 9831 w 10019"/>
              <a:gd name="connsiteY7" fmla="*/ 9735 h 10109"/>
              <a:gd name="connsiteX8" fmla="*/ 9058 w 10019"/>
              <a:gd name="connsiteY8" fmla="*/ 9951 h 10109"/>
              <a:gd name="connsiteX9" fmla="*/ 5249 w 10019"/>
              <a:gd name="connsiteY9" fmla="*/ 9943 h 10109"/>
              <a:gd name="connsiteX10" fmla="*/ 2534 w 10019"/>
              <a:gd name="connsiteY10" fmla="*/ 10005 h 10109"/>
              <a:gd name="connsiteX11" fmla="*/ 730 w 10019"/>
              <a:gd name="connsiteY11" fmla="*/ 10076 h 10109"/>
              <a:gd name="connsiteX12" fmla="*/ 83 w 10019"/>
              <a:gd name="connsiteY12" fmla="*/ 9761 h 10109"/>
              <a:gd name="connsiteX13" fmla="*/ 99 w 10019"/>
              <a:gd name="connsiteY13" fmla="*/ 9135 h 10109"/>
              <a:gd name="connsiteX14" fmla="*/ 270 w 10019"/>
              <a:gd name="connsiteY14" fmla="*/ 562 h 10109"/>
              <a:gd name="connsiteX0" fmla="*/ 270 w 10019"/>
              <a:gd name="connsiteY0" fmla="*/ 789 h 10336"/>
              <a:gd name="connsiteX1" fmla="*/ 1009 w 10019"/>
              <a:gd name="connsiteY1" fmla="*/ 327 h 10336"/>
              <a:gd name="connsiteX2" fmla="*/ 1774 w 10019"/>
              <a:gd name="connsiteY2" fmla="*/ 322 h 10336"/>
              <a:gd name="connsiteX3" fmla="*/ 4391 w 10019"/>
              <a:gd name="connsiteY3" fmla="*/ 338 h 10336"/>
              <a:gd name="connsiteX4" fmla="*/ 7491 w 10019"/>
              <a:gd name="connsiteY4" fmla="*/ 295 h 10336"/>
              <a:gd name="connsiteX5" fmla="*/ 9939 w 10019"/>
              <a:gd name="connsiteY5" fmla="*/ 512 h 10336"/>
              <a:gd name="connsiteX6" fmla="*/ 9987 w 10019"/>
              <a:gd name="connsiteY6" fmla="*/ 3295 h 10336"/>
              <a:gd name="connsiteX7" fmla="*/ 9942 w 10019"/>
              <a:gd name="connsiteY7" fmla="*/ 9373 h 10336"/>
              <a:gd name="connsiteX8" fmla="*/ 9831 w 10019"/>
              <a:gd name="connsiteY8" fmla="*/ 9962 h 10336"/>
              <a:gd name="connsiteX9" fmla="*/ 9058 w 10019"/>
              <a:gd name="connsiteY9" fmla="*/ 10178 h 10336"/>
              <a:gd name="connsiteX10" fmla="*/ 5249 w 10019"/>
              <a:gd name="connsiteY10" fmla="*/ 10170 h 10336"/>
              <a:gd name="connsiteX11" fmla="*/ 2534 w 10019"/>
              <a:gd name="connsiteY11" fmla="*/ 10232 h 10336"/>
              <a:gd name="connsiteX12" fmla="*/ 730 w 10019"/>
              <a:gd name="connsiteY12" fmla="*/ 10303 h 10336"/>
              <a:gd name="connsiteX13" fmla="*/ 83 w 10019"/>
              <a:gd name="connsiteY13" fmla="*/ 9988 h 10336"/>
              <a:gd name="connsiteX14" fmla="*/ 99 w 10019"/>
              <a:gd name="connsiteY14" fmla="*/ 9362 h 10336"/>
              <a:gd name="connsiteX15" fmla="*/ 270 w 10019"/>
              <a:gd name="connsiteY15" fmla="*/ 789 h 10336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  <a:gd name="connsiteX0" fmla="*/ 270 w 10019"/>
              <a:gd name="connsiteY0" fmla="*/ 563 h 10110"/>
              <a:gd name="connsiteX1" fmla="*/ 1009 w 10019"/>
              <a:gd name="connsiteY1" fmla="*/ 101 h 10110"/>
              <a:gd name="connsiteX2" fmla="*/ 1774 w 10019"/>
              <a:gd name="connsiteY2" fmla="*/ 96 h 10110"/>
              <a:gd name="connsiteX3" fmla="*/ 4391 w 10019"/>
              <a:gd name="connsiteY3" fmla="*/ 112 h 10110"/>
              <a:gd name="connsiteX4" fmla="*/ 7491 w 10019"/>
              <a:gd name="connsiteY4" fmla="*/ 69 h 10110"/>
              <a:gd name="connsiteX5" fmla="*/ 9939 w 10019"/>
              <a:gd name="connsiteY5" fmla="*/ 286 h 10110"/>
              <a:gd name="connsiteX6" fmla="*/ 9987 w 10019"/>
              <a:gd name="connsiteY6" fmla="*/ 3069 h 10110"/>
              <a:gd name="connsiteX7" fmla="*/ 9942 w 10019"/>
              <a:gd name="connsiteY7" fmla="*/ 9147 h 10110"/>
              <a:gd name="connsiteX8" fmla="*/ 9831 w 10019"/>
              <a:gd name="connsiteY8" fmla="*/ 9736 h 10110"/>
              <a:gd name="connsiteX9" fmla="*/ 9058 w 10019"/>
              <a:gd name="connsiteY9" fmla="*/ 9952 h 10110"/>
              <a:gd name="connsiteX10" fmla="*/ 5249 w 10019"/>
              <a:gd name="connsiteY10" fmla="*/ 9944 h 10110"/>
              <a:gd name="connsiteX11" fmla="*/ 2534 w 10019"/>
              <a:gd name="connsiteY11" fmla="*/ 10006 h 10110"/>
              <a:gd name="connsiteX12" fmla="*/ 730 w 10019"/>
              <a:gd name="connsiteY12" fmla="*/ 10077 h 10110"/>
              <a:gd name="connsiteX13" fmla="*/ 83 w 10019"/>
              <a:gd name="connsiteY13" fmla="*/ 9762 h 10110"/>
              <a:gd name="connsiteX14" fmla="*/ 99 w 10019"/>
              <a:gd name="connsiteY14" fmla="*/ 9136 h 10110"/>
              <a:gd name="connsiteX15" fmla="*/ 270 w 10019"/>
              <a:gd name="connsiteY15" fmla="*/ 563 h 1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019" h="10110">
                <a:moveTo>
                  <a:pt x="270" y="563"/>
                </a:moveTo>
                <a:cubicBezTo>
                  <a:pt x="249" y="145"/>
                  <a:pt x="812" y="51"/>
                  <a:pt x="1009" y="101"/>
                </a:cubicBezTo>
                <a:cubicBezTo>
                  <a:pt x="1260" y="57"/>
                  <a:pt x="1210" y="94"/>
                  <a:pt x="1774" y="96"/>
                </a:cubicBezTo>
                <a:lnTo>
                  <a:pt x="4391" y="112"/>
                </a:lnTo>
                <a:cubicBezTo>
                  <a:pt x="5344" y="108"/>
                  <a:pt x="6566" y="40"/>
                  <a:pt x="7491" y="69"/>
                </a:cubicBezTo>
                <a:cubicBezTo>
                  <a:pt x="8416" y="98"/>
                  <a:pt x="9512" y="-211"/>
                  <a:pt x="9939" y="286"/>
                </a:cubicBezTo>
                <a:cubicBezTo>
                  <a:pt x="10064" y="415"/>
                  <a:pt x="10012" y="1608"/>
                  <a:pt x="9987" y="3069"/>
                </a:cubicBezTo>
                <a:cubicBezTo>
                  <a:pt x="9962" y="4530"/>
                  <a:pt x="9979" y="8033"/>
                  <a:pt x="9942" y="9147"/>
                </a:cubicBezTo>
                <a:cubicBezTo>
                  <a:pt x="9907" y="9528"/>
                  <a:pt x="9841" y="9739"/>
                  <a:pt x="9831" y="9736"/>
                </a:cubicBezTo>
                <a:cubicBezTo>
                  <a:pt x="9600" y="9885"/>
                  <a:pt x="9822" y="9917"/>
                  <a:pt x="9058" y="9952"/>
                </a:cubicBezTo>
                <a:cubicBezTo>
                  <a:pt x="8294" y="9987"/>
                  <a:pt x="6337" y="9936"/>
                  <a:pt x="5249" y="9944"/>
                </a:cubicBezTo>
                <a:cubicBezTo>
                  <a:pt x="4162" y="9953"/>
                  <a:pt x="3895" y="10006"/>
                  <a:pt x="2534" y="10006"/>
                </a:cubicBezTo>
                <a:cubicBezTo>
                  <a:pt x="1404" y="10065"/>
                  <a:pt x="1135" y="10163"/>
                  <a:pt x="730" y="10077"/>
                </a:cubicBezTo>
                <a:cubicBezTo>
                  <a:pt x="325" y="9991"/>
                  <a:pt x="304" y="10052"/>
                  <a:pt x="83" y="9762"/>
                </a:cubicBezTo>
                <a:cubicBezTo>
                  <a:pt x="-59" y="9645"/>
                  <a:pt x="4" y="9440"/>
                  <a:pt x="99" y="9136"/>
                </a:cubicBezTo>
                <a:cubicBezTo>
                  <a:pt x="81" y="7566"/>
                  <a:pt x="40" y="2139"/>
                  <a:pt x="270" y="563"/>
                </a:cubicBezTo>
                <a:close/>
              </a:path>
            </a:pathLst>
          </a:cu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Afbeelding invoegen</a:t>
            </a:r>
          </a:p>
        </p:txBody>
      </p:sp>
    </p:spTree>
    <p:extLst>
      <p:ext uri="{BB962C8B-B14F-4D97-AF65-F5344CB8AC3E}">
        <p14:creationId xmlns:p14="http://schemas.microsoft.com/office/powerpoint/2010/main" val="184993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dia kernwaarde_praktisch\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nl-NL"/>
              <a:t>PRAKTISCH</a:t>
            </a:r>
          </a:p>
        </p:txBody>
      </p:sp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pic>
        <p:nvPicPr>
          <p:cNvPr id="5" name="Praktisch">
            <a:extLst>
              <a:ext uri="{FF2B5EF4-FFF2-40B4-BE49-F238E27FC236}">
                <a16:creationId xmlns:a16="http://schemas.microsoft.com/office/drawing/2014/main" id="{0DFB3C5F-3EAD-F3CE-021A-52D4E0253A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7730" y="3429000"/>
            <a:ext cx="4072964" cy="4072964"/>
          </a:xfrm>
          <a:prstGeom prst="rect">
            <a:avLst/>
          </a:prstGeom>
        </p:spPr>
      </p:pic>
      <p:sp>
        <p:nvSpPr>
          <p:cNvPr id="3" name="Tijdelijke aanduiding voor tekst 5">
            <a:extLst>
              <a:ext uri="{FF2B5EF4-FFF2-40B4-BE49-F238E27FC236}">
                <a16:creationId xmlns:a16="http://schemas.microsoft.com/office/drawing/2014/main" id="{91B3ED0B-1308-BBFB-D768-3247FB9726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4757738" cy="3529013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60430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dia kernwaarde_plezi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nl-NL"/>
              <a:t>PLEZIER</a:t>
            </a:r>
          </a:p>
        </p:txBody>
      </p:sp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pic>
        <p:nvPicPr>
          <p:cNvPr id="6" name="Plezier">
            <a:extLst>
              <a:ext uri="{FF2B5EF4-FFF2-40B4-BE49-F238E27FC236}">
                <a16:creationId xmlns:a16="http://schemas.microsoft.com/office/drawing/2014/main" id="{61097E26-9609-87EE-F133-750E8A4EA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4306" y="4243231"/>
            <a:ext cx="2412442" cy="2412442"/>
          </a:xfrm>
          <a:prstGeom prst="rect">
            <a:avLst/>
          </a:prstGeom>
        </p:spPr>
      </p:pic>
      <p:sp>
        <p:nvSpPr>
          <p:cNvPr id="3" name="Tijdelijke aanduiding voor tekst 5">
            <a:extLst>
              <a:ext uri="{FF2B5EF4-FFF2-40B4-BE49-F238E27FC236}">
                <a16:creationId xmlns:a16="http://schemas.microsoft.com/office/drawing/2014/main" id="{E23F6235-37F7-16A3-83BD-0DF49A5A2A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4757738" cy="3529013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53230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 dia kernwaarde_persoonlij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nl-NL"/>
              <a:t>PERSOONLIJK</a:t>
            </a:r>
          </a:p>
        </p:txBody>
      </p:sp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pic>
        <p:nvPicPr>
          <p:cNvPr id="6" name="Persoonlijk">
            <a:extLst>
              <a:ext uri="{FF2B5EF4-FFF2-40B4-BE49-F238E27FC236}">
                <a16:creationId xmlns:a16="http://schemas.microsoft.com/office/drawing/2014/main" id="{61097E26-9609-87EE-F133-750E8A4EA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15800" y="4184725"/>
            <a:ext cx="2470948" cy="2470948"/>
          </a:xfrm>
          <a:prstGeom prst="rect">
            <a:avLst/>
          </a:prstGeom>
        </p:spPr>
      </p:pic>
      <p:sp>
        <p:nvSpPr>
          <p:cNvPr id="3" name="Tijdelijke aanduiding voor tekst 5">
            <a:extLst>
              <a:ext uri="{FF2B5EF4-FFF2-40B4-BE49-F238E27FC236}">
                <a16:creationId xmlns:a16="http://schemas.microsoft.com/office/drawing/2014/main" id="{ADC529ED-B9D7-D84F-2BC2-9F7B06E44E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4757738" cy="3529013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9853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dia kernwaarde_Participat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6FD54F88-7B94-F15B-F420-71D802271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sp>
        <p:nvSpPr>
          <p:cNvPr id="2" name="Titel agenda">
            <a:extLst>
              <a:ext uri="{FF2B5EF4-FFF2-40B4-BE49-F238E27FC236}">
                <a16:creationId xmlns:a16="http://schemas.microsoft.com/office/drawing/2014/main" id="{B2F56C00-BFCA-05D3-C537-62863BFFFA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nl-NL"/>
              <a:t>PARTICIPATIE</a:t>
            </a:r>
          </a:p>
        </p:txBody>
      </p:sp>
      <p:pic>
        <p:nvPicPr>
          <p:cNvPr id="17" name="Logo beeldmerk PB zonder kader">
            <a:extLst>
              <a:ext uri="{FF2B5EF4-FFF2-40B4-BE49-F238E27FC236}">
                <a16:creationId xmlns:a16="http://schemas.microsoft.com/office/drawing/2014/main" id="{84040465-453E-047C-F037-6DBAD8BE34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6648" y="227806"/>
            <a:ext cx="800100" cy="800100"/>
          </a:xfrm>
          <a:prstGeom prst="rect">
            <a:avLst/>
          </a:prstGeom>
        </p:spPr>
      </p:pic>
      <p:pic>
        <p:nvPicPr>
          <p:cNvPr id="6" name="Participatie">
            <a:extLst>
              <a:ext uri="{FF2B5EF4-FFF2-40B4-BE49-F238E27FC236}">
                <a16:creationId xmlns:a16="http://schemas.microsoft.com/office/drawing/2014/main" id="{61097E26-9609-87EE-F133-750E8A4EA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907332" y="3954654"/>
            <a:ext cx="3079416" cy="3079416"/>
          </a:xfrm>
          <a:prstGeom prst="rect">
            <a:avLst/>
          </a:prstGeom>
        </p:spPr>
      </p:pic>
      <p:sp>
        <p:nvSpPr>
          <p:cNvPr id="3" name="Tijdelijke aanduiding voor tekst 5">
            <a:extLst>
              <a:ext uri="{FF2B5EF4-FFF2-40B4-BE49-F238E27FC236}">
                <a16:creationId xmlns:a16="http://schemas.microsoft.com/office/drawing/2014/main" id="{83B97730-5233-F7BC-CE88-88AD698164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4757738" cy="3529013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74751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" presetID="2" presetClass="entr" presetSubtype="2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0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" presetClass="entr" presetSubtype="8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>
            <p:tmplLst>
              <p:tmpl>
                <p:tnLst>
                  <p:par>
                    <p:cTn presetID="2" presetClass="entr" presetSubtype="8" accel="50000" decel="5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0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5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t dia Plezi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chtergrond kleur">
            <a:extLst>
              <a:ext uri="{FF2B5EF4-FFF2-40B4-BE49-F238E27FC236}">
                <a16:creationId xmlns:a16="http://schemas.microsoft.com/office/drawing/2014/main" id="{DF3B5280-C97D-1CD9-19A5-3E94B0849950}"/>
              </a:ext>
            </a:extLst>
          </p:cNvPr>
          <p:cNvSpPr/>
          <p:nvPr userDrawn="1"/>
        </p:nvSpPr>
        <p:spPr>
          <a:xfrm>
            <a:off x="0" y="2999984"/>
            <a:ext cx="12192000" cy="385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organisch vlak">
            <a:extLst>
              <a:ext uri="{FF2B5EF4-FFF2-40B4-BE49-F238E27FC236}">
                <a16:creationId xmlns:a16="http://schemas.microsoft.com/office/drawing/2014/main" id="{E48519C1-367C-40F1-F347-2EF9DE74D1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2721688" y="-2913442"/>
            <a:ext cx="6850967" cy="12691917"/>
          </a:xfrm>
          <a:prstGeom prst="rect">
            <a:avLst/>
          </a:prstGeom>
        </p:spPr>
      </p:pic>
      <p:pic>
        <p:nvPicPr>
          <p:cNvPr id="23" name="Logo PB WIT">
            <a:extLst>
              <a:ext uri="{FF2B5EF4-FFF2-40B4-BE49-F238E27FC236}">
                <a16:creationId xmlns:a16="http://schemas.microsoft.com/office/drawing/2014/main" id="{3CE2F3B0-6B2D-CE7E-2D03-57EB5379B2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4215" y="457962"/>
            <a:ext cx="969034" cy="969034"/>
          </a:xfrm>
          <a:prstGeom prst="rect">
            <a:avLst/>
          </a:prstGeom>
        </p:spPr>
      </p:pic>
      <p:pic>
        <p:nvPicPr>
          <p:cNvPr id="27" name="kringeltje">
            <a:extLst>
              <a:ext uri="{FF2B5EF4-FFF2-40B4-BE49-F238E27FC236}">
                <a16:creationId xmlns:a16="http://schemas.microsoft.com/office/drawing/2014/main" id="{4D025D01-D284-B003-44FD-813F2ADAA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76371" flipH="1">
            <a:off x="103147" y="5998872"/>
            <a:ext cx="644625" cy="661879"/>
          </a:xfrm>
          <a:prstGeom prst="rect">
            <a:avLst/>
          </a:prstGeom>
        </p:spPr>
      </p:pic>
      <p:pic>
        <p:nvPicPr>
          <p:cNvPr id="28" name="merkbelofte">
            <a:extLst>
              <a:ext uri="{FF2B5EF4-FFF2-40B4-BE49-F238E27FC236}">
                <a16:creationId xmlns:a16="http://schemas.microsoft.com/office/drawing/2014/main" id="{6316880F-EB49-EB50-3D5E-4E88443600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67219" y="2423568"/>
            <a:ext cx="4371124" cy="2466465"/>
          </a:xfrm>
          <a:prstGeom prst="rect">
            <a:avLst/>
          </a:prstGeom>
        </p:spPr>
      </p:pic>
      <p:pic>
        <p:nvPicPr>
          <p:cNvPr id="3" name="raster">
            <a:extLst>
              <a:ext uri="{FF2B5EF4-FFF2-40B4-BE49-F238E27FC236}">
                <a16:creationId xmlns:a16="http://schemas.microsoft.com/office/drawing/2014/main" id="{55D3707C-FB7D-C389-B390-74DA2E82CB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13400"/>
          <a:stretch>
            <a:fillRect/>
          </a:stretch>
        </p:blipFill>
        <p:spPr>
          <a:xfrm>
            <a:off x="9486441" y="3784600"/>
            <a:ext cx="2705559" cy="3073400"/>
          </a:xfrm>
          <a:prstGeom prst="rect">
            <a:avLst/>
          </a:prstGeom>
        </p:spPr>
      </p:pic>
      <p:pic>
        <p:nvPicPr>
          <p:cNvPr id="6" name="pijl">
            <a:extLst>
              <a:ext uri="{FF2B5EF4-FFF2-40B4-BE49-F238E27FC236}">
                <a16:creationId xmlns:a16="http://schemas.microsoft.com/office/drawing/2014/main" id="{D7524FA1-2D8E-485D-3118-4857DF26D3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03009" y="2346450"/>
            <a:ext cx="763080" cy="90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6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1" accel="50000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3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4" accel="50000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2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8" accel="50000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1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4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2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2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3" presetClass="entr" presetSubtype="5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linds(vertical)">
                                          <p:cBhvr>
                                            <p:cTn id="2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8" ac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CA28F6-4BE2-1C2A-5ABC-29EC29382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84A59D1-2893-0D1A-3746-94DFDB88C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218715A-15D6-5A12-03FA-3F3B2B637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C060-9122-49BB-995A-F320BDFA816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6792F88-9593-A546-4FF3-A119046F2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941538-CFC4-AA12-94FF-D8F1DC70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36CA5-DB78-4041-BCEC-46906B09934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303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4F2D4A-8FFF-055E-3269-1CAD3DF06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CB4588A-9576-AD4B-1AA3-EC69880A7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045AF9E-4938-026B-8951-1C5229A16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31C95-E3A1-054A-B1FD-AE5D3E7EABBB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726D7FE-35E5-4BF1-2AE1-41A6D9B28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E0F05DE-6929-336C-BF2C-59CA9DC3F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94916-2587-6D45-AC91-FEB00C3BB81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68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7" r:id="rId2"/>
    <p:sldLayoutId id="2147483682" r:id="rId3"/>
    <p:sldLayoutId id="2147483674" r:id="rId4"/>
    <p:sldLayoutId id="2147483662" r:id="rId5"/>
    <p:sldLayoutId id="2147483675" r:id="rId6"/>
    <p:sldLayoutId id="2147483683" r:id="rId7"/>
    <p:sldLayoutId id="2147483685" r:id="rId8"/>
    <p:sldLayoutId id="2147483686" r:id="rId9"/>
    <p:sldLayoutId id="2147483684" r:id="rId10"/>
    <p:sldLayoutId id="2147483666" r:id="rId11"/>
    <p:sldLayoutId id="2147483670" r:id="rId12"/>
    <p:sldLayoutId id="2147483671" r:id="rId13"/>
    <p:sldLayoutId id="2147483678" r:id="rId14"/>
    <p:sldLayoutId id="2147483681" r:id="rId15"/>
    <p:sldLayoutId id="2147483679" r:id="rId16"/>
    <p:sldLayoutId id="2147483680" r:id="rId17"/>
    <p:sldLayoutId id="2147483676" r:id="rId18"/>
    <p:sldLayoutId id="2147483677" r:id="rId19"/>
    <p:sldLayoutId id="2147483687" r:id="rId20"/>
    <p:sldLayoutId id="2147483688" r:id="rId21"/>
    <p:sldLayoutId id="2147483689" r:id="rId22"/>
    <p:sldLayoutId id="2147483690" r:id="rId23"/>
    <p:sldLayoutId id="2147483673" r:id="rId24"/>
    <p:sldLayoutId id="2147483691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150">
          <a:solidFill>
            <a:schemeClr val="tx2"/>
          </a:solidFill>
          <a:latin typeface="Grotesque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</a:buBlip>
        <a:defRPr sz="2800" kern="1200" spc="150" baseline="0">
          <a:solidFill>
            <a:schemeClr val="tx2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</a:buBlip>
        <a:defRPr sz="2400" kern="1200" spc="150" baseline="0">
          <a:solidFill>
            <a:schemeClr val="tx2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</a:buBlip>
        <a:defRPr sz="2000" kern="1200" spc="150" baseline="0">
          <a:solidFill>
            <a:schemeClr val="tx2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</a:buBlip>
        <a:defRPr sz="1800" kern="1200" spc="150" baseline="0">
          <a:solidFill>
            <a:schemeClr val="tx2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</a:buBlip>
        <a:defRPr sz="1800" kern="1200" spc="150" baseline="0">
          <a:solidFill>
            <a:schemeClr val="tx2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F6DFDC1-E373-1868-D923-EE6CBC9E8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29" y="374822"/>
            <a:ext cx="7249886" cy="1325563"/>
          </a:xfrm>
        </p:spPr>
        <p:txBody>
          <a:bodyPr/>
          <a:lstStyle/>
          <a:p>
            <a:r>
              <a:rPr lang="en-US">
                <a:latin typeface="Grotesque"/>
              </a:rPr>
              <a:t>Wat is burgerschap?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27B621C-F791-15E7-6377-82736168B7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10645775" cy="4113213"/>
          </a:xfrm>
        </p:spPr>
        <p:txBody>
          <a:bodyPr vert="horz" lIns="0" tIns="0" rIns="0" bIns="0" rtlCol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/>
            </a:pPr>
            <a:endParaRPr kumimoji="0" lang="nl-NL" sz="2200" b="0" i="0" u="none" strike="noStrike" kern="1200" cap="none" spc="1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nl-NL" sz="2400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Burgerschap op onze school betekent dat leerlingen leren: </a:t>
            </a:r>
          </a:p>
          <a:p>
            <a:pPr>
              <a:defRPr/>
            </a:pPr>
            <a:r>
              <a:rPr lang="nl-NL" sz="2400" b="1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Mee te doen in de samenleving</a:t>
            </a:r>
            <a:r>
              <a:rPr lang="nl-NL" sz="2400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 en </a:t>
            </a:r>
            <a:r>
              <a:rPr lang="nl-NL" sz="2400" b="1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verantwoordelijk te zijn voor zichzelf en anderen</a:t>
            </a:r>
            <a:r>
              <a:rPr lang="nl-NL" sz="2400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. </a:t>
            </a:r>
          </a:p>
          <a:p>
            <a:pPr>
              <a:defRPr/>
            </a:pPr>
            <a:r>
              <a:rPr lang="nl-NL" sz="2400" b="1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Samen te werken en respect te hebben voor andere mensen</a:t>
            </a:r>
            <a:r>
              <a:rPr lang="nl-NL" sz="2400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, en om </a:t>
            </a:r>
            <a:r>
              <a:rPr lang="nl-NL" sz="2400" b="1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regels en afspraken te begrijpen</a:t>
            </a:r>
            <a:r>
              <a:rPr lang="nl-NL" sz="2400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.</a:t>
            </a:r>
          </a:p>
          <a:p>
            <a:pPr>
              <a:defRPr/>
            </a:pPr>
            <a:r>
              <a:rPr lang="nl-NL" sz="2400" b="1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Mee te denken en mee te beslissen</a:t>
            </a:r>
            <a:r>
              <a:rPr lang="nl-NL" sz="2400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 over wat er in de samenleving gebeurt. Het gaat erom dat we </a:t>
            </a:r>
            <a:r>
              <a:rPr lang="nl-NL" sz="2400" b="1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actief, kritisch en betrokken</a:t>
            </a:r>
            <a:r>
              <a:rPr lang="nl-NL" sz="2400" dirty="0">
                <a:solidFill>
                  <a:srgbClr val="000000"/>
                </a:solidFill>
                <a:latin typeface="Aptos Light"/>
                <a:ea typeface="Calibri"/>
                <a:cs typeface="Calibri"/>
              </a:rPr>
              <a:t> zijn bij de wereld om hen heen.</a:t>
            </a:r>
            <a:endParaRPr lang="nl-NL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nl-NL" sz="2200" b="0" i="0" u="none" strike="noStrike" kern="1200" cap="none" spc="1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229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 descr="Afbeelding met tekst, clipart, grafische vormgeving, diagram&#10;&#10;Door AI gegenereerde inhoud is mogelijk onjuist.">
            <a:extLst>
              <a:ext uri="{FF2B5EF4-FFF2-40B4-BE49-F238E27FC236}">
                <a16:creationId xmlns:a16="http://schemas.microsoft.com/office/drawing/2014/main" id="{123F02E3-FE8A-B9C9-8DF9-4B1C45747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504" y="0"/>
            <a:ext cx="9672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97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EDFFD2-3891-085A-4A17-01E76F50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Wat betekent burgerschap voor jou?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F0EC5A9-F8CF-C9F0-6D79-885AFC034F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17700"/>
            <a:ext cx="10352314" cy="3529013"/>
          </a:xfrm>
        </p:spPr>
        <p:txBody>
          <a:bodyPr vert="horz" lIns="0" tIns="0" rIns="0" bIns="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nl-NL" b="1" dirty="0">
                <a:latin typeface="Arial"/>
                <a:cs typeface="Arial"/>
              </a:rPr>
              <a:t>Identiteit en schoolcultuur:</a:t>
            </a:r>
          </a:p>
          <a:p>
            <a:pPr marL="0" indent="0">
              <a:buNone/>
            </a:pPr>
            <a:r>
              <a:rPr lang="nl-NL" dirty="0">
                <a:latin typeface="Arial"/>
                <a:cs typeface="Arial"/>
              </a:rPr>
              <a:t>- Wie ben jij zelf? Wat vind jij belangrijk? Hoe kom jij over op anderen?</a:t>
            </a:r>
          </a:p>
          <a:p>
            <a:pPr marL="0" indent="0">
              <a:buNone/>
            </a:pPr>
            <a:r>
              <a:rPr lang="nl-NL" b="1" dirty="0">
                <a:latin typeface="Arial"/>
                <a:cs typeface="Arial"/>
              </a:rPr>
              <a:t>Diversiteit en inclusie:</a:t>
            </a:r>
          </a:p>
          <a:p>
            <a:pPr>
              <a:buFont typeface="Calibri"/>
              <a:buChar char="-"/>
            </a:pPr>
            <a:r>
              <a:rPr lang="nl-NL" dirty="0">
                <a:latin typeface="Arial"/>
                <a:cs typeface="Arial"/>
              </a:rPr>
              <a:t>We hebben respect voor andere mensen en meningen, iedereen mag meedoen.</a:t>
            </a:r>
          </a:p>
          <a:p>
            <a:pPr marL="0" indent="0">
              <a:buNone/>
            </a:pPr>
            <a:r>
              <a:rPr lang="nl-NL" b="1" dirty="0">
                <a:latin typeface="Arial"/>
                <a:cs typeface="Arial"/>
              </a:rPr>
              <a:t>Democratische rechtsstaat:</a:t>
            </a:r>
          </a:p>
          <a:p>
            <a:pPr marL="0" indent="0">
              <a:buNone/>
            </a:pPr>
            <a:r>
              <a:rPr lang="nl-NL" dirty="0">
                <a:latin typeface="Arial"/>
                <a:cs typeface="Arial"/>
              </a:rPr>
              <a:t>- Wat is democratie? Hoe kun je meedoen? Met vrijheid van meningsuiting en respect voor anderen?</a:t>
            </a:r>
            <a:endParaRPr lang="nl-NL" dirty="0"/>
          </a:p>
          <a:p>
            <a:pPr marL="0" indent="0">
              <a:buNone/>
            </a:pPr>
            <a:r>
              <a:rPr lang="nl-NL" b="1" dirty="0">
                <a:latin typeface="Arial"/>
                <a:cs typeface="Arial"/>
              </a:rPr>
              <a:t>Gezondheid:</a:t>
            </a:r>
            <a:endParaRPr lang="nl-NL" b="1" dirty="0"/>
          </a:p>
          <a:p>
            <a:pPr marL="342900" indent="-342900">
              <a:buFont typeface="Calibri"/>
              <a:buChar char="-"/>
            </a:pPr>
            <a:r>
              <a:rPr lang="nl-NL" dirty="0">
                <a:latin typeface="Arial"/>
                <a:cs typeface="Arial"/>
              </a:rPr>
              <a:t>Een gezonde leefstijl en aandacht voor de gevolgen van verslavingen</a:t>
            </a:r>
            <a:endParaRPr lang="nl-NL" dirty="0"/>
          </a:p>
          <a:p>
            <a:pPr marL="0" indent="0">
              <a:buNone/>
            </a:pPr>
            <a:r>
              <a:rPr lang="nl-NL" b="1" dirty="0">
                <a:latin typeface="Arial"/>
                <a:cs typeface="Arial"/>
              </a:rPr>
              <a:t>Digitale wereld:</a:t>
            </a:r>
            <a:endParaRPr lang="nl-NL" b="1" dirty="0"/>
          </a:p>
          <a:p>
            <a:pPr marL="342900" indent="-342900">
              <a:buFont typeface="Calibri"/>
              <a:buChar char="-"/>
            </a:pPr>
            <a:r>
              <a:rPr lang="nl-NL" dirty="0">
                <a:latin typeface="Arial"/>
                <a:cs typeface="Arial"/>
              </a:rPr>
              <a:t>Hoe kun je veilig en respectvol online zijn? We leren nep van echt nieuws onderscheiden</a:t>
            </a:r>
            <a:endParaRPr lang="nl-NL" dirty="0"/>
          </a:p>
          <a:p>
            <a:pPr marL="0" indent="0">
              <a:buNone/>
            </a:pPr>
            <a:r>
              <a:rPr lang="nl-NL" b="1" dirty="0">
                <a:latin typeface="Arial"/>
                <a:cs typeface="Arial"/>
              </a:rPr>
              <a:t>Duurzaamheid:</a:t>
            </a:r>
            <a:endParaRPr lang="nl-NL" b="1" dirty="0"/>
          </a:p>
          <a:p>
            <a:pPr marL="342900" indent="-342900">
              <a:buFont typeface="Calibri"/>
              <a:buChar char="-"/>
            </a:pPr>
            <a:r>
              <a:rPr lang="nl-NL" dirty="0">
                <a:latin typeface="Arial"/>
                <a:cs typeface="Arial"/>
              </a:rPr>
              <a:t>Hoe gaan we om met de natuur en het maken van bewuste keuzes</a:t>
            </a:r>
            <a:endParaRPr lang="nl-NL" dirty="0"/>
          </a:p>
          <a:p>
            <a:pPr>
              <a:buFont typeface="Calibri"/>
              <a:buChar char="-"/>
            </a:pP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8672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1DB5D-BA91-F03E-01AD-BE95A327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Grotesque"/>
              </a:rPr>
              <a:t>Burgerschap</a:t>
            </a:r>
            <a:endParaRPr lang="nl-NL"/>
          </a:p>
        </p:txBody>
      </p:sp>
      <p:pic>
        <p:nvPicPr>
          <p:cNvPr id="6" name="Tijdelijke aanduiding voor afbeelding 5" descr="Afbeelding met reddingsvest&#10;&#10;Door AI gegenereerde inhoud is mogelijk onjuist.">
            <a:extLst>
              <a:ext uri="{FF2B5EF4-FFF2-40B4-BE49-F238E27FC236}">
                <a16:creationId xmlns:a16="http://schemas.microsoft.com/office/drawing/2014/main" id="{D6098CC6-092E-615B-4388-DF03C650630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4925" r="4925"/>
          <a:stretch>
            <a:fillRect/>
          </a:stretch>
        </p:blipFill>
        <p:spPr/>
      </p:pic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5E812D-E708-25ED-1B99-21CAFA728B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nl-NL">
                <a:latin typeface="Arial"/>
                <a:cs typeface="Arial"/>
              </a:rPr>
              <a:t>Waarom past het logo hiernaast bij Burgerschap denk jij?</a:t>
            </a:r>
            <a:endParaRPr lang="nl-NL"/>
          </a:p>
          <a:p>
            <a:pPr>
              <a:buChar char="•"/>
            </a:pPr>
            <a:r>
              <a:rPr lang="nl-NL">
                <a:latin typeface="Arial"/>
                <a:cs typeface="Arial"/>
              </a:rPr>
              <a:t>Kun je zelf voorbeelden bedenken die met burgerschap te maken hebben?</a:t>
            </a:r>
            <a:endParaRPr lang="nl-NL"/>
          </a:p>
          <a:p>
            <a:pPr>
              <a:buChar char="•"/>
            </a:pPr>
            <a:endParaRPr lang="nl-NL"/>
          </a:p>
          <a:p>
            <a:pPr marL="0" indent="0">
              <a:buNone/>
            </a:pP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70471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Merlet Praktisch + Plezier">
      <a:dk1>
        <a:srgbClr val="1770B8"/>
      </a:dk1>
      <a:lt1>
        <a:srgbClr val="81D0F5"/>
      </a:lt1>
      <a:dk2>
        <a:srgbClr val="3A3A38"/>
      </a:dk2>
      <a:lt2>
        <a:srgbClr val="DEF1FC"/>
      </a:lt2>
      <a:accent1>
        <a:srgbClr val="FFFFFF"/>
      </a:accent1>
      <a:accent2>
        <a:srgbClr val="FBD9CE"/>
      </a:accent2>
      <a:accent3>
        <a:srgbClr val="ED7061"/>
      </a:accent3>
      <a:accent4>
        <a:srgbClr val="D20027"/>
      </a:accent4>
      <a:accent5>
        <a:srgbClr val="FFF1C8"/>
      </a:accent5>
      <a:accent6>
        <a:srgbClr val="FFD700"/>
      </a:accent6>
      <a:hlink>
        <a:srgbClr val="1670B8"/>
      </a:hlink>
      <a:folHlink>
        <a:srgbClr val="ED706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20_132577_sjabloon" id="{4116ED11-E032-E442-9FB0-2B7BB8270E3D}" vid="{4442ED10-E503-C14E-8DC9-C8E1D1C2FC1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7ebc94-5acd-4ef3-876a-31217e8b3706" xsi:nil="true"/>
    <lcf76f155ced4ddcb4097134ff3c332f xmlns="748da1ba-ad7c-422c-9ebd-4128f6a4b064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B3583FF883434BBAB3073DD9420B08" ma:contentTypeVersion="21" ma:contentTypeDescription="Een nieuw document maken." ma:contentTypeScope="" ma:versionID="1bab32d8e2bff204bf246eb8d7bc838e">
  <xsd:schema xmlns:xsd="http://www.w3.org/2001/XMLSchema" xmlns:xs="http://www.w3.org/2001/XMLSchema" xmlns:p="http://schemas.microsoft.com/office/2006/metadata/properties" xmlns:ns1="http://schemas.microsoft.com/sharepoint/v3" xmlns:ns2="748da1ba-ad7c-422c-9ebd-4128f6a4b064" xmlns:ns3="357ebc94-5acd-4ef3-876a-31217e8b3706" targetNamespace="http://schemas.microsoft.com/office/2006/metadata/properties" ma:root="true" ma:fieldsID="1b33b674d5df58f51061a37a591791cb" ns1:_="" ns2:_="" ns3:_="">
    <xsd:import namespace="http://schemas.microsoft.com/sharepoint/v3"/>
    <xsd:import namespace="748da1ba-ad7c-422c-9ebd-4128f6a4b064"/>
    <xsd:import namespace="357ebc94-5acd-4ef3-876a-31217e8b37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8da1ba-ad7c-422c-9ebd-4128f6a4b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Afbeeldingtags" ma:readOnly="false" ma:fieldId="{5cf76f15-5ced-4ddc-b409-7134ff3c332f}" ma:taxonomyMulti="true" ma:sspId="2229ee27-d777-417d-abe4-2dc6b9d333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7ebc94-5acd-4ef3-876a-31217e8b370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b645f1a-5496-496d-8507-0776ca137063}" ma:internalName="TaxCatchAll" ma:showField="CatchAllData" ma:web="357ebc94-5acd-4ef3-876a-31217e8b37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D5A150-0307-497D-BA03-D65D5060F2DE}">
  <ds:schemaRefs>
    <ds:schemaRef ds:uri="2a0f306e-3769-4e45-bda8-8f5b4fbbb463"/>
    <ds:schemaRef ds:uri="49e3aa7a-f1f7-4081-ab4d-77f0b7762e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357ebc94-5acd-4ef3-876a-31217e8b3706"/>
    <ds:schemaRef ds:uri="748da1ba-ad7c-422c-9ebd-4128f6a4b064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3707EA2F-485A-4717-BDCB-E3B5040F8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84929E-0B77-49D4-92E7-AA0DBFD629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48da1ba-ad7c-422c-9ebd-4128f6a4b064"/>
    <ds:schemaRef ds:uri="357ebc94-5acd-4ef3-876a-31217e8b37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</Template>
  <Application>Microsoft Office PowerPoint</Application>
  <PresentationFormat>Breedbeeld</PresentationFormat>
  <Slides>4</Slides>
  <Notes>1</Notes>
  <HiddenSlides>0</HiddenSlide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5" baseType="lpstr">
      <vt:lpstr>Kantoorthema</vt:lpstr>
      <vt:lpstr>Wat is burgerschap?</vt:lpstr>
      <vt:lpstr>PowerPoint-presentatie</vt:lpstr>
      <vt:lpstr>Wat betekent burgerschap voor jou?</vt:lpstr>
      <vt:lpstr>Burgerschap</vt:lpstr>
    </vt:vector>
  </TitlesOfParts>
  <Company>Merletcollege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Wiskerke</dc:creator>
  <cp:revision>11</cp:revision>
  <dcterms:created xsi:type="dcterms:W3CDTF">2025-09-16T07:07:15Z</dcterms:created>
  <dcterms:modified xsi:type="dcterms:W3CDTF">2026-06-23T12:08:26Z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5030db-5b96-4a80-bef5-9bbf300e0d2e_Enabled">
    <vt:lpwstr>true</vt:lpwstr>
  </property>
  <property fmtid="{D5CDD505-2E9C-101B-9397-08002B2CF9AE}" pid="3" name="MSIP_Label_415030db-5b96-4a80-bef5-9bbf300e0d2e_SetDate">
    <vt:lpwstr>2025-09-16T07:52:51Z</vt:lpwstr>
  </property>
  <property fmtid="{D5CDD505-2E9C-101B-9397-08002B2CF9AE}" pid="4" name="MSIP_Label_415030db-5b96-4a80-bef5-9bbf300e0d2e_Method">
    <vt:lpwstr>Standard</vt:lpwstr>
  </property>
  <property fmtid="{D5CDD505-2E9C-101B-9397-08002B2CF9AE}" pid="5" name="MSIP_Label_415030db-5b96-4a80-bef5-9bbf300e0d2e_Name">
    <vt:lpwstr>General</vt:lpwstr>
  </property>
  <property fmtid="{D5CDD505-2E9C-101B-9397-08002B2CF9AE}" pid="6" name="MSIP_Label_415030db-5b96-4a80-bef5-9bbf300e0d2e_SiteId">
    <vt:lpwstr>9e9002aa-e50e-44b8-bb7a-021d21198024</vt:lpwstr>
  </property>
  <property fmtid="{D5CDD505-2E9C-101B-9397-08002B2CF9AE}" pid="7" name="MSIP_Label_415030db-5b96-4a80-bef5-9bbf300e0d2e_ActionId">
    <vt:lpwstr>30c59d6d-d32e-4816-a3f8-8b2155d7658d</vt:lpwstr>
  </property>
  <property fmtid="{D5CDD505-2E9C-101B-9397-08002B2CF9AE}" pid="8" name="MSIP_Label_415030db-5b96-4a80-bef5-9bbf300e0d2e_ContentBits">
    <vt:lpwstr>0</vt:lpwstr>
  </property>
  <property fmtid="{D5CDD505-2E9C-101B-9397-08002B2CF9AE}" pid="9" name="MSIP_Label_415030db-5b96-4a80-bef5-9bbf300e0d2e_Tag">
    <vt:lpwstr>10, 3, 0, 1</vt:lpwstr>
  </property>
  <property fmtid="{D5CDD505-2E9C-101B-9397-08002B2CF9AE}" pid="10" name="ContentTypeId">
    <vt:lpwstr>0x010100B9B3583FF883434BBAB3073DD9420B08</vt:lpwstr>
  </property>
  <property fmtid="{D5CDD505-2E9C-101B-9397-08002B2CF9AE}" pid="11" name="MediaServiceImageTags">
    <vt:lpwstr/>
  </property>
</Properties>
</file>